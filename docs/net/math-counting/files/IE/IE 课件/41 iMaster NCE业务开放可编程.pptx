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2.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notesSlides/notesSlide13.xml" ContentType="application/vnd.openxmlformats-officedocument.presentationml.notesSlide+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notesSlides/notesSlide18.xml" ContentType="application/vnd.openxmlformats-officedocument.presentationml.notesSlide+xml"/>
  <Override PartName="/ppt/tags/tag2.xml" ContentType="application/vnd.openxmlformats-officedocument.presentationml.tags+xml"/>
  <Override PartName="/ppt/notesSlides/notesSlide19.xml" ContentType="application/vnd.openxmlformats-officedocument.presentationml.notesSlide+xml"/>
  <Override PartName="/ppt/tags/tag3.xml" ContentType="application/vnd.openxmlformats-officedocument.presentationml.tags+xml"/>
  <Override PartName="/ppt/notesSlides/notesSlide20.xml" ContentType="application/vnd.openxmlformats-officedocument.presentationml.notesSlide+xml"/>
  <Override PartName="/ppt/tags/tag4.xml" ContentType="application/vnd.openxmlformats-officedocument.presentationml.tags+xml"/>
  <Override PartName="/ppt/notesSlides/notesSlide21.xml" ContentType="application/vnd.openxmlformats-officedocument.presentationml.notesSlide+xml"/>
  <Override PartName="/ppt/tags/tag5.xml" ContentType="application/vnd.openxmlformats-officedocument.presentationml.tags+xml"/>
  <Override PartName="/ppt/notesSlides/notesSlide22.xml" ContentType="application/vnd.openxmlformats-officedocument.presentationml.notesSlide+xml"/>
  <Override PartName="/ppt/tags/tag6.xml" ContentType="application/vnd.openxmlformats-officedocument.presentationml.tags+xml"/>
  <Override PartName="/ppt/notesSlides/notesSlide23.xml" ContentType="application/vnd.openxmlformats-officedocument.presentationml.notesSlide+xml"/>
  <Override PartName="/ppt/tags/tag7.xml" ContentType="application/vnd.openxmlformats-officedocument.presentationml.tags+xml"/>
  <Override PartName="/ppt/notesSlides/notesSlide24.xml" ContentType="application/vnd.openxmlformats-officedocument.presentationml.notesSlide+xml"/>
  <Override PartName="/ppt/tags/tag8.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54"/>
  </p:notesMasterIdLst>
  <p:handoutMasterIdLst>
    <p:handoutMasterId r:id="rId55"/>
  </p:handoutMasterIdLst>
  <p:sldIdLst>
    <p:sldId id="257" r:id="rId8"/>
    <p:sldId id="258" r:id="rId9"/>
    <p:sldId id="286" r:id="rId10"/>
    <p:sldId id="287" r:id="rId11"/>
    <p:sldId id="288" r:id="rId12"/>
    <p:sldId id="331" r:id="rId13"/>
    <p:sldId id="332" r:id="rId14"/>
    <p:sldId id="373" r:id="rId15"/>
    <p:sldId id="334" r:id="rId16"/>
    <p:sldId id="335" r:id="rId17"/>
    <p:sldId id="336" r:id="rId18"/>
    <p:sldId id="337" r:id="rId19"/>
    <p:sldId id="338" r:id="rId20"/>
    <p:sldId id="339" r:id="rId21"/>
    <p:sldId id="340" r:id="rId22"/>
    <p:sldId id="341" r:id="rId23"/>
    <p:sldId id="342" r:id="rId24"/>
    <p:sldId id="343" r:id="rId25"/>
    <p:sldId id="344" r:id="rId26"/>
    <p:sldId id="345" r:id="rId27"/>
    <p:sldId id="346" r:id="rId28"/>
    <p:sldId id="347" r:id="rId29"/>
    <p:sldId id="348" r:id="rId30"/>
    <p:sldId id="349" r:id="rId31"/>
    <p:sldId id="350" r:id="rId32"/>
    <p:sldId id="351" r:id="rId33"/>
    <p:sldId id="352" r:id="rId34"/>
    <p:sldId id="353" r:id="rId35"/>
    <p:sldId id="354" r:id="rId36"/>
    <p:sldId id="355" r:id="rId37"/>
    <p:sldId id="356" r:id="rId38"/>
    <p:sldId id="357" r:id="rId39"/>
    <p:sldId id="358" r:id="rId40"/>
    <p:sldId id="359" r:id="rId41"/>
    <p:sldId id="360" r:id="rId42"/>
    <p:sldId id="361" r:id="rId43"/>
    <p:sldId id="362" r:id="rId44"/>
    <p:sldId id="363" r:id="rId45"/>
    <p:sldId id="364" r:id="rId46"/>
    <p:sldId id="365" r:id="rId47"/>
    <p:sldId id="366" r:id="rId48"/>
    <p:sldId id="368" r:id="rId49"/>
    <p:sldId id="369" r:id="rId50"/>
    <p:sldId id="370" r:id="rId51"/>
    <p:sldId id="371" r:id="rId52"/>
    <p:sldId id="284" r:id="rId53"/>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5269" userDrawn="1">
          <p15:clr>
            <a:srgbClr val="A4A3A4"/>
          </p15:clr>
        </p15:guide>
        <p15:guide id="4" orient="horz" pos="2137"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junjianzjhw" initials="h" lastIdx="12" clrIdx="0">
    <p:extLst>
      <p:ext uri="{19B8F6BF-5375-455C-9EA6-DF929625EA0E}">
        <p15:presenceInfo xmlns:p15="http://schemas.microsoft.com/office/powerpoint/2012/main" userId="S-1-5-21-147214757-305610072-1517763936-56826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C15F"/>
    <a:srgbClr val="56C4D2"/>
    <a:srgbClr val="BEE9EE"/>
    <a:srgbClr val="94DAE2"/>
    <a:srgbClr val="30B5C5"/>
    <a:srgbClr val="FAD3BB"/>
    <a:srgbClr val="DBDBDB"/>
    <a:srgbClr val="2DA6AF"/>
    <a:srgbClr val="00B0F0"/>
    <a:srgbClr val="FEEE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1E90C2-A264-498B-ACE8-9A4F00FAA160}" v="34" dt="2023-12-09T04:05:18.214"/>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94" autoAdjust="0"/>
    <p:restoredTop sz="95267" autoAdjust="0"/>
  </p:normalViewPr>
  <p:slideViewPr>
    <p:cSldViewPr snapToGrid="0" snapToObjects="1">
      <p:cViewPr varScale="1">
        <p:scale>
          <a:sx n="85" d="100"/>
          <a:sy n="85" d="100"/>
        </p:scale>
        <p:origin x="40" y="64"/>
      </p:cViewPr>
      <p:guideLst>
        <p:guide pos="5269"/>
        <p:guide orient="horz" pos="2137"/>
      </p:guideLst>
    </p:cSldViewPr>
  </p:slideViewPr>
  <p:outlineViewPr>
    <p:cViewPr>
      <p:scale>
        <a:sx n="33" d="100"/>
        <a:sy n="33" d="100"/>
      </p:scale>
      <p:origin x="0" y="-29832"/>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82" d="100"/>
          <a:sy n="82" d="100"/>
        </p:scale>
        <p:origin x="5106" y="240"/>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handoutMaster" Target="handoutMasters/handout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6/11/relationships/changesInfo" Target="changesInfos/changesInfo1.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commentAuthors" Target="commentAuthor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presProps" Target="pres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peng he" userId="51e7bc25f46b8d94" providerId="LiveId" clId="{391E90C2-A264-498B-ACE8-9A4F00FAA160}"/>
    <pc:docChg chg="undo custSel modSld">
      <pc:chgData name="junpeng he" userId="51e7bc25f46b8d94" providerId="LiveId" clId="{391E90C2-A264-498B-ACE8-9A4F00FAA160}" dt="2023-12-09T06:12:19.870" v="157" actId="13926"/>
      <pc:docMkLst>
        <pc:docMk/>
      </pc:docMkLst>
      <pc:sldChg chg="addSp delSp modSp mod">
        <pc:chgData name="junpeng he" userId="51e7bc25f46b8d94" providerId="LiveId" clId="{391E90C2-A264-498B-ACE8-9A4F00FAA160}" dt="2023-12-09T06:03:48.200" v="152" actId="478"/>
        <pc:sldMkLst>
          <pc:docMk/>
          <pc:sldMk cId="2151608821" sldId="336"/>
        </pc:sldMkLst>
        <pc:spChg chg="mod">
          <ac:chgData name="junpeng he" userId="51e7bc25f46b8d94" providerId="LiveId" clId="{391E90C2-A264-498B-ACE8-9A4F00FAA160}" dt="2023-12-09T04:00:22.247" v="0" actId="13926"/>
          <ac:spMkLst>
            <pc:docMk/>
            <pc:sldMk cId="2151608821" sldId="336"/>
            <ac:spMk id="51" creationId="{E6846E68-05D9-4E15-9564-C2C4DCD0EBCC}"/>
          </ac:spMkLst>
        </pc:spChg>
        <pc:grpChg chg="del mod">
          <ac:chgData name="junpeng he" userId="51e7bc25f46b8d94" providerId="LiveId" clId="{391E90C2-A264-498B-ACE8-9A4F00FAA160}" dt="2023-12-09T04:00:53.586" v="33"/>
          <ac:grpSpMkLst>
            <pc:docMk/>
            <pc:sldMk cId="2151608821" sldId="336"/>
            <ac:grpSpMk id="9" creationId="{8444F3E9-235E-27DF-E79E-52E5A44D9716}"/>
          </ac:grpSpMkLst>
        </pc:grpChg>
        <pc:grpChg chg="del mod">
          <ac:chgData name="junpeng he" userId="51e7bc25f46b8d94" providerId="LiveId" clId="{391E90C2-A264-498B-ACE8-9A4F00FAA160}" dt="2023-12-09T04:00:53.586" v="33"/>
          <ac:grpSpMkLst>
            <pc:docMk/>
            <pc:sldMk cId="2151608821" sldId="336"/>
            <ac:grpSpMk id="10" creationId="{49BBF478-4583-B128-96B2-FF40372E9A6C}"/>
          </ac:grpSpMkLst>
        </pc:grpChg>
        <pc:grpChg chg="del mod">
          <ac:chgData name="junpeng he" userId="51e7bc25f46b8d94" providerId="LiveId" clId="{391E90C2-A264-498B-ACE8-9A4F00FAA160}" dt="2023-12-09T04:01:21.448" v="41"/>
          <ac:grpSpMkLst>
            <pc:docMk/>
            <pc:sldMk cId="2151608821" sldId="336"/>
            <ac:grpSpMk id="11" creationId="{615BBE65-0444-2ECB-ED2C-9C45AA93B79B}"/>
          </ac:grpSpMkLst>
        </pc:grpChg>
        <pc:grpChg chg="del mod">
          <ac:chgData name="junpeng he" userId="51e7bc25f46b8d94" providerId="LiveId" clId="{391E90C2-A264-498B-ACE8-9A4F00FAA160}" dt="2023-12-09T04:00:53.586" v="33"/>
          <ac:grpSpMkLst>
            <pc:docMk/>
            <pc:sldMk cId="2151608821" sldId="336"/>
            <ac:grpSpMk id="14" creationId="{992C6908-52C4-E3DA-3548-34E2845055AF}"/>
          </ac:grpSpMkLst>
        </pc:grpChg>
        <pc:grpChg chg="del mod">
          <ac:chgData name="junpeng he" userId="51e7bc25f46b8d94" providerId="LiveId" clId="{391E90C2-A264-498B-ACE8-9A4F00FAA160}" dt="2023-12-09T04:00:48.151" v="22"/>
          <ac:grpSpMkLst>
            <pc:docMk/>
            <pc:sldMk cId="2151608821" sldId="336"/>
            <ac:grpSpMk id="20" creationId="{A5AED923-0AAB-6D11-DBCA-CF14708FD300}"/>
          </ac:grpSpMkLst>
        </pc:grpChg>
        <pc:grpChg chg="del mod">
          <ac:chgData name="junpeng he" userId="51e7bc25f46b8d94" providerId="LiveId" clId="{391E90C2-A264-498B-ACE8-9A4F00FAA160}" dt="2023-12-09T04:00:53.586" v="33"/>
          <ac:grpSpMkLst>
            <pc:docMk/>
            <pc:sldMk cId="2151608821" sldId="336"/>
            <ac:grpSpMk id="26" creationId="{8ADAA396-FF34-CE12-7342-96D557A328A2}"/>
          </ac:grpSpMkLst>
        </pc:grpChg>
        <pc:grpChg chg="del mod">
          <ac:chgData name="junpeng he" userId="51e7bc25f46b8d94" providerId="LiveId" clId="{391E90C2-A264-498B-ACE8-9A4F00FAA160}" dt="2023-12-09T04:00:53.586" v="33"/>
          <ac:grpSpMkLst>
            <pc:docMk/>
            <pc:sldMk cId="2151608821" sldId="336"/>
            <ac:grpSpMk id="38" creationId="{79EDE33E-A3FC-4887-60B9-29D227A35174}"/>
          </ac:grpSpMkLst>
        </pc:grpChg>
        <pc:grpChg chg="del mod">
          <ac:chgData name="junpeng he" userId="51e7bc25f46b8d94" providerId="LiveId" clId="{391E90C2-A264-498B-ACE8-9A4F00FAA160}" dt="2023-12-09T04:01:07.289" v="38"/>
          <ac:grpSpMkLst>
            <pc:docMk/>
            <pc:sldMk cId="2151608821" sldId="336"/>
            <ac:grpSpMk id="41" creationId="{230E2586-1F1E-D593-D911-F00274BDF0A3}"/>
          </ac:grpSpMkLst>
        </pc:grpChg>
        <pc:grpChg chg="del mod">
          <ac:chgData name="junpeng he" userId="51e7bc25f46b8d94" providerId="LiveId" clId="{391E90C2-A264-498B-ACE8-9A4F00FAA160}" dt="2023-12-09T06:03:19.039" v="151" actId="478"/>
          <ac:grpSpMkLst>
            <pc:docMk/>
            <pc:sldMk cId="2151608821" sldId="336"/>
            <ac:grpSpMk id="67" creationId="{86894C86-283D-F5DC-1D2B-68E6D2F4504F}"/>
          </ac:grpSpMkLst>
        </pc:grpChg>
        <pc:grpChg chg="del mod">
          <ac:chgData name="junpeng he" userId="51e7bc25f46b8d94" providerId="LiveId" clId="{391E90C2-A264-498B-ACE8-9A4F00FAA160}" dt="2023-12-09T04:01:21.448" v="41"/>
          <ac:grpSpMkLst>
            <pc:docMk/>
            <pc:sldMk cId="2151608821" sldId="336"/>
            <ac:grpSpMk id="69" creationId="{370A84FA-02E8-C7CB-440C-EF0C0E4FEB8F}"/>
          </ac:grpSpMkLst>
        </pc:grpChg>
        <pc:grpChg chg="del mod">
          <ac:chgData name="junpeng he" userId="51e7bc25f46b8d94" providerId="LiveId" clId="{391E90C2-A264-498B-ACE8-9A4F00FAA160}" dt="2023-12-09T06:03:13.945" v="149" actId="478"/>
          <ac:grpSpMkLst>
            <pc:docMk/>
            <pc:sldMk cId="2151608821" sldId="336"/>
            <ac:grpSpMk id="72" creationId="{F9CAD882-532A-F47D-B3B9-CD3D211219E8}"/>
          </ac:grpSpMkLst>
        </pc:grpChg>
        <pc:grpChg chg="mod">
          <ac:chgData name="junpeng he" userId="51e7bc25f46b8d94" providerId="LiveId" clId="{391E90C2-A264-498B-ACE8-9A4F00FAA160}" dt="2023-12-09T04:01:38.690" v="44"/>
          <ac:grpSpMkLst>
            <pc:docMk/>
            <pc:sldMk cId="2151608821" sldId="336"/>
            <ac:grpSpMk id="75" creationId="{75E52465-5AEA-915D-85D1-05BED5317A8D}"/>
          </ac:grpSpMkLst>
        </pc:grpChg>
        <pc:grpChg chg="mod">
          <ac:chgData name="junpeng he" userId="51e7bc25f46b8d94" providerId="LiveId" clId="{391E90C2-A264-498B-ACE8-9A4F00FAA160}" dt="2023-12-09T04:02:07.111" v="51"/>
          <ac:grpSpMkLst>
            <pc:docMk/>
            <pc:sldMk cId="2151608821" sldId="336"/>
            <ac:grpSpMk id="82" creationId="{D19DAD10-B627-B54D-3762-2E42C2D01F7B}"/>
          </ac:grpSpMkLst>
        </pc:grpChg>
        <pc:inkChg chg="add mod">
          <ac:chgData name="junpeng he" userId="51e7bc25f46b8d94" providerId="LiveId" clId="{391E90C2-A264-498B-ACE8-9A4F00FAA160}" dt="2023-12-09T04:01:21.448" v="41"/>
          <ac:inkMkLst>
            <pc:docMk/>
            <pc:sldMk cId="2151608821" sldId="336"/>
            <ac:inkMk id="3" creationId="{EF0EC7ED-122F-9E58-E8E2-0EA80FB77423}"/>
          </ac:inkMkLst>
        </pc:inkChg>
        <pc:inkChg chg="add mod">
          <ac:chgData name="junpeng he" userId="51e7bc25f46b8d94" providerId="LiveId" clId="{391E90C2-A264-498B-ACE8-9A4F00FAA160}" dt="2023-12-09T04:01:21.448" v="41"/>
          <ac:inkMkLst>
            <pc:docMk/>
            <pc:sldMk cId="2151608821" sldId="336"/>
            <ac:inkMk id="4" creationId="{127A9CFC-72E4-E03A-7255-2D0136F35A78}"/>
          </ac:inkMkLst>
        </pc:inkChg>
        <pc:inkChg chg="add mod">
          <ac:chgData name="junpeng he" userId="51e7bc25f46b8d94" providerId="LiveId" clId="{391E90C2-A264-498B-ACE8-9A4F00FAA160}" dt="2023-12-09T04:01:21.448" v="41"/>
          <ac:inkMkLst>
            <pc:docMk/>
            <pc:sldMk cId="2151608821" sldId="336"/>
            <ac:inkMk id="5" creationId="{B82348A2-92EF-6000-5180-50C276F29F77}"/>
          </ac:inkMkLst>
        </pc:inkChg>
        <pc:inkChg chg="add mod">
          <ac:chgData name="junpeng he" userId="51e7bc25f46b8d94" providerId="LiveId" clId="{391E90C2-A264-498B-ACE8-9A4F00FAA160}" dt="2023-12-09T04:01:21.448" v="41"/>
          <ac:inkMkLst>
            <pc:docMk/>
            <pc:sldMk cId="2151608821" sldId="336"/>
            <ac:inkMk id="6" creationId="{1F75502D-0FF5-C2CA-3B6D-39765E8A3CB3}"/>
          </ac:inkMkLst>
        </pc:inkChg>
        <pc:inkChg chg="add mod">
          <ac:chgData name="junpeng he" userId="51e7bc25f46b8d94" providerId="LiveId" clId="{391E90C2-A264-498B-ACE8-9A4F00FAA160}" dt="2023-12-09T04:01:21.448" v="41"/>
          <ac:inkMkLst>
            <pc:docMk/>
            <pc:sldMk cId="2151608821" sldId="336"/>
            <ac:inkMk id="7" creationId="{02A40587-6878-0B97-7B06-9D2CD463B1BF}"/>
          </ac:inkMkLst>
        </pc:inkChg>
        <pc:inkChg chg="add mod">
          <ac:chgData name="junpeng he" userId="51e7bc25f46b8d94" providerId="LiveId" clId="{391E90C2-A264-498B-ACE8-9A4F00FAA160}" dt="2023-12-09T04:01:21.448" v="41"/>
          <ac:inkMkLst>
            <pc:docMk/>
            <pc:sldMk cId="2151608821" sldId="336"/>
            <ac:inkMk id="8" creationId="{8576AFF7-9D57-4A7F-CC14-BC832B670184}"/>
          </ac:inkMkLst>
        </pc:inkChg>
        <pc:inkChg chg="add mod">
          <ac:chgData name="junpeng he" userId="51e7bc25f46b8d94" providerId="LiveId" clId="{391E90C2-A264-498B-ACE8-9A4F00FAA160}" dt="2023-12-09T04:01:21.448" v="41"/>
          <ac:inkMkLst>
            <pc:docMk/>
            <pc:sldMk cId="2151608821" sldId="336"/>
            <ac:inkMk id="12" creationId="{4E82C180-FC1C-7C5D-F43C-AB5BBD1CF489}"/>
          </ac:inkMkLst>
        </pc:inkChg>
        <pc:inkChg chg="add mod">
          <ac:chgData name="junpeng he" userId="51e7bc25f46b8d94" providerId="LiveId" clId="{391E90C2-A264-498B-ACE8-9A4F00FAA160}" dt="2023-12-09T04:01:21.448" v="41"/>
          <ac:inkMkLst>
            <pc:docMk/>
            <pc:sldMk cId="2151608821" sldId="336"/>
            <ac:inkMk id="13" creationId="{565AA8B9-7B08-CF3E-F64E-B022056FEBCB}"/>
          </ac:inkMkLst>
        </pc:inkChg>
        <pc:inkChg chg="add mod">
          <ac:chgData name="junpeng he" userId="51e7bc25f46b8d94" providerId="LiveId" clId="{391E90C2-A264-498B-ACE8-9A4F00FAA160}" dt="2023-12-09T04:01:21.448" v="41"/>
          <ac:inkMkLst>
            <pc:docMk/>
            <pc:sldMk cId="2151608821" sldId="336"/>
            <ac:inkMk id="15" creationId="{39B8CF2E-10BE-0E16-1C8D-04BACBEF78C7}"/>
          </ac:inkMkLst>
        </pc:inkChg>
        <pc:inkChg chg="add mod">
          <ac:chgData name="junpeng he" userId="51e7bc25f46b8d94" providerId="LiveId" clId="{391E90C2-A264-498B-ACE8-9A4F00FAA160}" dt="2023-12-09T04:01:21.448" v="41"/>
          <ac:inkMkLst>
            <pc:docMk/>
            <pc:sldMk cId="2151608821" sldId="336"/>
            <ac:inkMk id="16" creationId="{ED1CF6E5-F57C-ADD9-273A-0ED3184A6944}"/>
          </ac:inkMkLst>
        </pc:inkChg>
        <pc:inkChg chg="add mod">
          <ac:chgData name="junpeng he" userId="51e7bc25f46b8d94" providerId="LiveId" clId="{391E90C2-A264-498B-ACE8-9A4F00FAA160}" dt="2023-12-09T04:01:21.448" v="41"/>
          <ac:inkMkLst>
            <pc:docMk/>
            <pc:sldMk cId="2151608821" sldId="336"/>
            <ac:inkMk id="17" creationId="{BF86F54B-8488-807A-8D35-33D693A3D403}"/>
          </ac:inkMkLst>
        </pc:inkChg>
        <pc:inkChg chg="add mod">
          <ac:chgData name="junpeng he" userId="51e7bc25f46b8d94" providerId="LiveId" clId="{391E90C2-A264-498B-ACE8-9A4F00FAA160}" dt="2023-12-09T04:01:21.448" v="41"/>
          <ac:inkMkLst>
            <pc:docMk/>
            <pc:sldMk cId="2151608821" sldId="336"/>
            <ac:inkMk id="18" creationId="{FFD55A40-1862-C55F-06B4-C1FE9F0CAE39}"/>
          </ac:inkMkLst>
        </pc:inkChg>
        <pc:inkChg chg="add mod">
          <ac:chgData name="junpeng he" userId="51e7bc25f46b8d94" providerId="LiveId" clId="{391E90C2-A264-498B-ACE8-9A4F00FAA160}" dt="2023-12-09T04:01:21.448" v="41"/>
          <ac:inkMkLst>
            <pc:docMk/>
            <pc:sldMk cId="2151608821" sldId="336"/>
            <ac:inkMk id="19" creationId="{3D51EABF-6B59-155E-B130-3E37C76D51FC}"/>
          </ac:inkMkLst>
        </pc:inkChg>
        <pc:inkChg chg="add mod">
          <ac:chgData name="junpeng he" userId="51e7bc25f46b8d94" providerId="LiveId" clId="{391E90C2-A264-498B-ACE8-9A4F00FAA160}" dt="2023-12-09T04:01:21.448" v="41"/>
          <ac:inkMkLst>
            <pc:docMk/>
            <pc:sldMk cId="2151608821" sldId="336"/>
            <ac:inkMk id="21" creationId="{58179F41-71F3-2959-F753-FAD68881DAEB}"/>
          </ac:inkMkLst>
        </pc:inkChg>
        <pc:inkChg chg="add mod">
          <ac:chgData name="junpeng he" userId="51e7bc25f46b8d94" providerId="LiveId" clId="{391E90C2-A264-498B-ACE8-9A4F00FAA160}" dt="2023-12-09T04:01:21.448" v="41"/>
          <ac:inkMkLst>
            <pc:docMk/>
            <pc:sldMk cId="2151608821" sldId="336"/>
            <ac:inkMk id="22" creationId="{BE9A1960-8AFB-0603-193F-59B204F677E7}"/>
          </ac:inkMkLst>
        </pc:inkChg>
        <pc:inkChg chg="add mod">
          <ac:chgData name="junpeng he" userId="51e7bc25f46b8d94" providerId="LiveId" clId="{391E90C2-A264-498B-ACE8-9A4F00FAA160}" dt="2023-12-09T04:01:21.448" v="41"/>
          <ac:inkMkLst>
            <pc:docMk/>
            <pc:sldMk cId="2151608821" sldId="336"/>
            <ac:inkMk id="23" creationId="{14706EAE-98C9-1843-6A19-DD0CF2C41DC2}"/>
          </ac:inkMkLst>
        </pc:inkChg>
        <pc:inkChg chg="add mod">
          <ac:chgData name="junpeng he" userId="51e7bc25f46b8d94" providerId="LiveId" clId="{391E90C2-A264-498B-ACE8-9A4F00FAA160}" dt="2023-12-09T04:01:21.448" v="41"/>
          <ac:inkMkLst>
            <pc:docMk/>
            <pc:sldMk cId="2151608821" sldId="336"/>
            <ac:inkMk id="24" creationId="{F41760B6-4D28-1AA6-B25A-BB2841B2111F}"/>
          </ac:inkMkLst>
        </pc:inkChg>
        <pc:inkChg chg="add mod">
          <ac:chgData name="junpeng he" userId="51e7bc25f46b8d94" providerId="LiveId" clId="{391E90C2-A264-498B-ACE8-9A4F00FAA160}" dt="2023-12-09T04:01:21.448" v="41"/>
          <ac:inkMkLst>
            <pc:docMk/>
            <pc:sldMk cId="2151608821" sldId="336"/>
            <ac:inkMk id="25" creationId="{2FBED5D8-0E1F-B8E5-F2B6-0979AF647281}"/>
          </ac:inkMkLst>
        </pc:inkChg>
        <pc:inkChg chg="add mod">
          <ac:chgData name="junpeng he" userId="51e7bc25f46b8d94" providerId="LiveId" clId="{391E90C2-A264-498B-ACE8-9A4F00FAA160}" dt="2023-12-09T04:01:21.448" v="41"/>
          <ac:inkMkLst>
            <pc:docMk/>
            <pc:sldMk cId="2151608821" sldId="336"/>
            <ac:inkMk id="27" creationId="{EB8E569F-2551-98FD-CC19-CA9D3A766C7F}"/>
          </ac:inkMkLst>
        </pc:inkChg>
        <pc:inkChg chg="add mod">
          <ac:chgData name="junpeng he" userId="51e7bc25f46b8d94" providerId="LiveId" clId="{391E90C2-A264-498B-ACE8-9A4F00FAA160}" dt="2023-12-09T04:01:21.448" v="41"/>
          <ac:inkMkLst>
            <pc:docMk/>
            <pc:sldMk cId="2151608821" sldId="336"/>
            <ac:inkMk id="28" creationId="{374BB11B-BFDF-44C6-3562-FC0749F86CE0}"/>
          </ac:inkMkLst>
        </pc:inkChg>
        <pc:inkChg chg="add mod">
          <ac:chgData name="junpeng he" userId="51e7bc25f46b8d94" providerId="LiveId" clId="{391E90C2-A264-498B-ACE8-9A4F00FAA160}" dt="2023-12-09T04:01:21.448" v="41"/>
          <ac:inkMkLst>
            <pc:docMk/>
            <pc:sldMk cId="2151608821" sldId="336"/>
            <ac:inkMk id="29" creationId="{612AB975-0C7A-FDC3-FC48-1ACE92042446}"/>
          </ac:inkMkLst>
        </pc:inkChg>
        <pc:inkChg chg="add mod">
          <ac:chgData name="junpeng he" userId="51e7bc25f46b8d94" providerId="LiveId" clId="{391E90C2-A264-498B-ACE8-9A4F00FAA160}" dt="2023-12-09T04:01:21.448" v="41"/>
          <ac:inkMkLst>
            <pc:docMk/>
            <pc:sldMk cId="2151608821" sldId="336"/>
            <ac:inkMk id="30" creationId="{6B2DB340-1CAF-C40B-6411-2043745AE366}"/>
          </ac:inkMkLst>
        </pc:inkChg>
        <pc:inkChg chg="add mod">
          <ac:chgData name="junpeng he" userId="51e7bc25f46b8d94" providerId="LiveId" clId="{391E90C2-A264-498B-ACE8-9A4F00FAA160}" dt="2023-12-09T04:01:21.448" v="41"/>
          <ac:inkMkLst>
            <pc:docMk/>
            <pc:sldMk cId="2151608821" sldId="336"/>
            <ac:inkMk id="31" creationId="{86716D76-D364-6797-FB31-BA5C7F523E01}"/>
          </ac:inkMkLst>
        </pc:inkChg>
        <pc:inkChg chg="add mod">
          <ac:chgData name="junpeng he" userId="51e7bc25f46b8d94" providerId="LiveId" clId="{391E90C2-A264-498B-ACE8-9A4F00FAA160}" dt="2023-12-09T04:01:21.448" v="41"/>
          <ac:inkMkLst>
            <pc:docMk/>
            <pc:sldMk cId="2151608821" sldId="336"/>
            <ac:inkMk id="32" creationId="{00637878-3705-FC06-460B-52C66BAED403}"/>
          </ac:inkMkLst>
        </pc:inkChg>
        <pc:inkChg chg="add mod">
          <ac:chgData name="junpeng he" userId="51e7bc25f46b8d94" providerId="LiveId" clId="{391E90C2-A264-498B-ACE8-9A4F00FAA160}" dt="2023-12-09T04:01:21.448" v="41"/>
          <ac:inkMkLst>
            <pc:docMk/>
            <pc:sldMk cId="2151608821" sldId="336"/>
            <ac:inkMk id="34" creationId="{728B577E-D877-A4E8-CAFA-95C86F232526}"/>
          </ac:inkMkLst>
        </pc:inkChg>
        <pc:inkChg chg="add mod">
          <ac:chgData name="junpeng he" userId="51e7bc25f46b8d94" providerId="LiveId" clId="{391E90C2-A264-498B-ACE8-9A4F00FAA160}" dt="2023-12-09T04:01:21.448" v="41"/>
          <ac:inkMkLst>
            <pc:docMk/>
            <pc:sldMk cId="2151608821" sldId="336"/>
            <ac:inkMk id="36" creationId="{08AF76DD-E32C-BA60-0339-90F666E8A5A2}"/>
          </ac:inkMkLst>
        </pc:inkChg>
        <pc:inkChg chg="add mod">
          <ac:chgData name="junpeng he" userId="51e7bc25f46b8d94" providerId="LiveId" clId="{391E90C2-A264-498B-ACE8-9A4F00FAA160}" dt="2023-12-09T04:01:21.448" v="41"/>
          <ac:inkMkLst>
            <pc:docMk/>
            <pc:sldMk cId="2151608821" sldId="336"/>
            <ac:inkMk id="39" creationId="{37C07B91-B9AE-A7D6-DDA0-C1D93155EA41}"/>
          </ac:inkMkLst>
        </pc:inkChg>
        <pc:inkChg chg="add mod">
          <ac:chgData name="junpeng he" userId="51e7bc25f46b8d94" providerId="LiveId" clId="{391E90C2-A264-498B-ACE8-9A4F00FAA160}" dt="2023-12-09T04:01:02.544" v="36"/>
          <ac:inkMkLst>
            <pc:docMk/>
            <pc:sldMk cId="2151608821" sldId="336"/>
            <ac:inkMk id="52" creationId="{B40D28B7-B9CE-7781-10D3-7FFE98719B63}"/>
          </ac:inkMkLst>
        </pc:inkChg>
        <pc:inkChg chg="add mod">
          <ac:chgData name="junpeng he" userId="51e7bc25f46b8d94" providerId="LiveId" clId="{391E90C2-A264-498B-ACE8-9A4F00FAA160}" dt="2023-12-09T04:01:02.544" v="36"/>
          <ac:inkMkLst>
            <pc:docMk/>
            <pc:sldMk cId="2151608821" sldId="336"/>
            <ac:inkMk id="66" creationId="{09AFD36F-C7AA-D2E4-AAEB-51AE7E62E709}"/>
          </ac:inkMkLst>
        </pc:inkChg>
        <pc:inkChg chg="add del mod">
          <ac:chgData name="junpeng he" userId="51e7bc25f46b8d94" providerId="LiveId" clId="{391E90C2-A264-498B-ACE8-9A4F00FAA160}" dt="2023-12-09T06:03:16.488" v="150" actId="478"/>
          <ac:inkMkLst>
            <pc:docMk/>
            <pc:sldMk cId="2151608821" sldId="336"/>
            <ac:inkMk id="68" creationId="{8CE44095-4246-FD48-CB26-65AEB1764023}"/>
          </ac:inkMkLst>
        </pc:inkChg>
        <pc:inkChg chg="add del">
          <ac:chgData name="junpeng he" userId="51e7bc25f46b8d94" providerId="LiveId" clId="{391E90C2-A264-498B-ACE8-9A4F00FAA160}" dt="2023-12-09T06:03:48.200" v="152" actId="478"/>
          <ac:inkMkLst>
            <pc:docMk/>
            <pc:sldMk cId="2151608821" sldId="336"/>
            <ac:inkMk id="70" creationId="{C4594060-9DE8-2556-CEC4-88BF97A0F18B}"/>
          </ac:inkMkLst>
        </pc:inkChg>
        <pc:inkChg chg="add mod">
          <ac:chgData name="junpeng he" userId="51e7bc25f46b8d94" providerId="LiveId" clId="{391E90C2-A264-498B-ACE8-9A4F00FAA160}" dt="2023-12-09T04:01:21.448" v="41"/>
          <ac:inkMkLst>
            <pc:docMk/>
            <pc:sldMk cId="2151608821" sldId="336"/>
            <ac:inkMk id="71" creationId="{A93C8099-892A-7E00-FAF9-A5F7BD307F97}"/>
          </ac:inkMkLst>
        </pc:inkChg>
        <pc:inkChg chg="add mod">
          <ac:chgData name="junpeng he" userId="51e7bc25f46b8d94" providerId="LiveId" clId="{391E90C2-A264-498B-ACE8-9A4F00FAA160}" dt="2023-12-09T04:01:38.690" v="44"/>
          <ac:inkMkLst>
            <pc:docMk/>
            <pc:sldMk cId="2151608821" sldId="336"/>
            <ac:inkMk id="73" creationId="{8138062E-CD7E-A403-96F4-F64796666033}"/>
          </ac:inkMkLst>
        </pc:inkChg>
        <pc:inkChg chg="add mod">
          <ac:chgData name="junpeng he" userId="51e7bc25f46b8d94" providerId="LiveId" clId="{391E90C2-A264-498B-ACE8-9A4F00FAA160}" dt="2023-12-09T04:01:38.690" v="44"/>
          <ac:inkMkLst>
            <pc:docMk/>
            <pc:sldMk cId="2151608821" sldId="336"/>
            <ac:inkMk id="74" creationId="{C450B16B-EC34-D5EA-C93F-749084BF2FC9}"/>
          </ac:inkMkLst>
        </pc:inkChg>
        <pc:inkChg chg="add">
          <ac:chgData name="junpeng he" userId="51e7bc25f46b8d94" providerId="LiveId" clId="{391E90C2-A264-498B-ACE8-9A4F00FAA160}" dt="2023-12-09T04:01:39.988" v="45" actId="9405"/>
          <ac:inkMkLst>
            <pc:docMk/>
            <pc:sldMk cId="2151608821" sldId="336"/>
            <ac:inkMk id="76" creationId="{781DE7D8-8A4C-40F8-C2AB-FF77937031B5}"/>
          </ac:inkMkLst>
        </pc:inkChg>
        <pc:inkChg chg="add">
          <ac:chgData name="junpeng he" userId="51e7bc25f46b8d94" providerId="LiveId" clId="{391E90C2-A264-498B-ACE8-9A4F00FAA160}" dt="2023-12-09T04:01:47.021" v="46" actId="9405"/>
          <ac:inkMkLst>
            <pc:docMk/>
            <pc:sldMk cId="2151608821" sldId="336"/>
            <ac:inkMk id="77" creationId="{13B39388-DDD2-3681-7309-F04E15B85565}"/>
          </ac:inkMkLst>
        </pc:inkChg>
        <pc:inkChg chg="add">
          <ac:chgData name="junpeng he" userId="51e7bc25f46b8d94" providerId="LiveId" clId="{391E90C2-A264-498B-ACE8-9A4F00FAA160}" dt="2023-12-09T04:01:52.968" v="47" actId="9405"/>
          <ac:inkMkLst>
            <pc:docMk/>
            <pc:sldMk cId="2151608821" sldId="336"/>
            <ac:inkMk id="78" creationId="{229137DA-77E4-A95A-D30B-D24A786D2EF2}"/>
          </ac:inkMkLst>
        </pc:inkChg>
        <pc:inkChg chg="add">
          <ac:chgData name="junpeng he" userId="51e7bc25f46b8d94" providerId="LiveId" clId="{391E90C2-A264-498B-ACE8-9A4F00FAA160}" dt="2023-12-09T04:02:02.997" v="48" actId="9405"/>
          <ac:inkMkLst>
            <pc:docMk/>
            <pc:sldMk cId="2151608821" sldId="336"/>
            <ac:inkMk id="79" creationId="{3EFCB678-90EE-A54D-4309-61353149D4D9}"/>
          </ac:inkMkLst>
        </pc:inkChg>
        <pc:inkChg chg="add mod">
          <ac:chgData name="junpeng he" userId="51e7bc25f46b8d94" providerId="LiveId" clId="{391E90C2-A264-498B-ACE8-9A4F00FAA160}" dt="2023-12-09T04:02:07.111" v="51"/>
          <ac:inkMkLst>
            <pc:docMk/>
            <pc:sldMk cId="2151608821" sldId="336"/>
            <ac:inkMk id="80" creationId="{441E5621-D85E-F7C1-23E4-2CE2D5622753}"/>
          </ac:inkMkLst>
        </pc:inkChg>
        <pc:inkChg chg="add mod">
          <ac:chgData name="junpeng he" userId="51e7bc25f46b8d94" providerId="LiveId" clId="{391E90C2-A264-498B-ACE8-9A4F00FAA160}" dt="2023-12-09T04:02:07.111" v="51"/>
          <ac:inkMkLst>
            <pc:docMk/>
            <pc:sldMk cId="2151608821" sldId="336"/>
            <ac:inkMk id="81" creationId="{41CC3E49-EBAE-5974-CF8C-7913AEA9DEB6}"/>
          </ac:inkMkLst>
        </pc:inkChg>
      </pc:sldChg>
      <pc:sldChg chg="addSp delSp modSp mod">
        <pc:chgData name="junpeng he" userId="51e7bc25f46b8d94" providerId="LiveId" clId="{391E90C2-A264-498B-ACE8-9A4F00FAA160}" dt="2023-12-09T04:04:57.183" v="133" actId="9405"/>
        <pc:sldMkLst>
          <pc:docMk/>
          <pc:sldMk cId="1981914027" sldId="337"/>
        </pc:sldMkLst>
        <pc:grpChg chg="del mod">
          <ac:chgData name="junpeng he" userId="51e7bc25f46b8d94" providerId="LiveId" clId="{391E90C2-A264-498B-ACE8-9A4F00FAA160}" dt="2023-12-09T04:02:24.009" v="56"/>
          <ac:grpSpMkLst>
            <pc:docMk/>
            <pc:sldMk cId="1981914027" sldId="337"/>
            <ac:grpSpMk id="6" creationId="{741B9502-2B66-D9D2-B0CF-A17BD5FFAA8F}"/>
          </ac:grpSpMkLst>
        </pc:grpChg>
        <pc:grpChg chg="del mod">
          <ac:chgData name="junpeng he" userId="51e7bc25f46b8d94" providerId="LiveId" clId="{391E90C2-A264-498B-ACE8-9A4F00FAA160}" dt="2023-12-09T04:02:24.933" v="58"/>
          <ac:grpSpMkLst>
            <pc:docMk/>
            <pc:sldMk cId="1981914027" sldId="337"/>
            <ac:grpSpMk id="8" creationId="{D03F66F0-73A7-C368-BC63-7AA867825EEB}"/>
          </ac:grpSpMkLst>
        </pc:grpChg>
        <pc:grpChg chg="mod">
          <ac:chgData name="junpeng he" userId="51e7bc25f46b8d94" providerId="LiveId" clId="{391E90C2-A264-498B-ACE8-9A4F00FAA160}" dt="2023-12-09T04:02:24.933" v="58"/>
          <ac:grpSpMkLst>
            <pc:docMk/>
            <pc:sldMk cId="1981914027" sldId="337"/>
            <ac:grpSpMk id="10" creationId="{A10FF4D3-B185-E42D-B9F4-96F5897DF580}"/>
          </ac:grpSpMkLst>
        </pc:grpChg>
        <pc:grpChg chg="mod">
          <ac:chgData name="junpeng he" userId="51e7bc25f46b8d94" providerId="LiveId" clId="{391E90C2-A264-498B-ACE8-9A4F00FAA160}" dt="2023-12-09T04:02:30.420" v="62"/>
          <ac:grpSpMkLst>
            <pc:docMk/>
            <pc:sldMk cId="1981914027" sldId="337"/>
            <ac:grpSpMk id="14" creationId="{EC2E69D7-5C5F-7945-8F1D-F71A76E55E24}"/>
          </ac:grpSpMkLst>
        </pc:grpChg>
        <pc:grpChg chg="del mod">
          <ac:chgData name="junpeng he" userId="51e7bc25f46b8d94" providerId="LiveId" clId="{391E90C2-A264-498B-ACE8-9A4F00FAA160}" dt="2023-12-09T04:03:06.177" v="76"/>
          <ac:grpSpMkLst>
            <pc:docMk/>
            <pc:sldMk cId="1981914027" sldId="337"/>
            <ac:grpSpMk id="20" creationId="{34F32094-94C5-106A-BC3D-C00B390DA8E4}"/>
          </ac:grpSpMkLst>
        </pc:grpChg>
        <pc:grpChg chg="del mod">
          <ac:chgData name="junpeng he" userId="51e7bc25f46b8d94" providerId="LiveId" clId="{391E90C2-A264-498B-ACE8-9A4F00FAA160}" dt="2023-12-09T04:03:06.177" v="76"/>
          <ac:grpSpMkLst>
            <pc:docMk/>
            <pc:sldMk cId="1981914027" sldId="337"/>
            <ac:grpSpMk id="24" creationId="{58F11DA7-B176-AA3F-7653-B4774E73420E}"/>
          </ac:grpSpMkLst>
        </pc:grpChg>
        <pc:grpChg chg="del mod">
          <ac:chgData name="junpeng he" userId="51e7bc25f46b8d94" providerId="LiveId" clId="{391E90C2-A264-498B-ACE8-9A4F00FAA160}" dt="2023-12-09T04:03:07.306" v="79"/>
          <ac:grpSpMkLst>
            <pc:docMk/>
            <pc:sldMk cId="1981914027" sldId="337"/>
            <ac:grpSpMk id="28" creationId="{F417F71A-94C6-B1D6-9E52-FE62743BBB37}"/>
          </ac:grpSpMkLst>
        </pc:grpChg>
        <pc:grpChg chg="mod">
          <ac:chgData name="junpeng he" userId="51e7bc25f46b8d94" providerId="LiveId" clId="{391E90C2-A264-498B-ACE8-9A4F00FAA160}" dt="2023-12-09T04:03:07.306" v="79"/>
          <ac:grpSpMkLst>
            <pc:docMk/>
            <pc:sldMk cId="1981914027" sldId="337"/>
            <ac:grpSpMk id="32" creationId="{BF8F1F22-7591-EED2-6F25-91F9B3DB67F0}"/>
          </ac:grpSpMkLst>
        </pc:grpChg>
        <pc:grpChg chg="del mod">
          <ac:chgData name="junpeng he" userId="51e7bc25f46b8d94" providerId="LiveId" clId="{391E90C2-A264-498B-ACE8-9A4F00FAA160}" dt="2023-12-09T04:03:17.443" v="90"/>
          <ac:grpSpMkLst>
            <pc:docMk/>
            <pc:sldMk cId="1981914027" sldId="337"/>
            <ac:grpSpMk id="40" creationId="{F83946B4-0615-A615-51FE-0A62754BF32E}"/>
          </ac:grpSpMkLst>
        </pc:grpChg>
        <pc:grpChg chg="mod">
          <ac:chgData name="junpeng he" userId="51e7bc25f46b8d94" providerId="LiveId" clId="{391E90C2-A264-498B-ACE8-9A4F00FAA160}" dt="2023-12-09T04:03:17.443" v="90"/>
          <ac:grpSpMkLst>
            <pc:docMk/>
            <pc:sldMk cId="1981914027" sldId="337"/>
            <ac:grpSpMk id="56" creationId="{96ED7C2F-4900-B503-DA38-06D65879C957}"/>
          </ac:grpSpMkLst>
        </pc:grpChg>
        <pc:grpChg chg="mod">
          <ac:chgData name="junpeng he" userId="51e7bc25f46b8d94" providerId="LiveId" clId="{391E90C2-A264-498B-ACE8-9A4F00FAA160}" dt="2023-12-09T04:03:21.449" v="93"/>
          <ac:grpSpMkLst>
            <pc:docMk/>
            <pc:sldMk cId="1981914027" sldId="337"/>
            <ac:grpSpMk id="59" creationId="{150FF4B8-897B-AD42-FAD5-1F1CC98DC9A7}"/>
          </ac:grpSpMkLst>
        </pc:grpChg>
        <pc:inkChg chg="add mod">
          <ac:chgData name="junpeng he" userId="51e7bc25f46b8d94" providerId="LiveId" clId="{391E90C2-A264-498B-ACE8-9A4F00FAA160}" dt="2023-12-09T04:02:24.933" v="58"/>
          <ac:inkMkLst>
            <pc:docMk/>
            <pc:sldMk cId="1981914027" sldId="337"/>
            <ac:inkMk id="4" creationId="{0C5CB5C3-A54C-58B3-8FAE-49E13E3D26A2}"/>
          </ac:inkMkLst>
        </pc:inkChg>
        <pc:inkChg chg="add mod">
          <ac:chgData name="junpeng he" userId="51e7bc25f46b8d94" providerId="LiveId" clId="{391E90C2-A264-498B-ACE8-9A4F00FAA160}" dt="2023-12-09T04:02:24.933" v="58"/>
          <ac:inkMkLst>
            <pc:docMk/>
            <pc:sldMk cId="1981914027" sldId="337"/>
            <ac:inkMk id="5" creationId="{90A74053-FD7B-3DCC-6CCB-0C7151197BA5}"/>
          </ac:inkMkLst>
        </pc:inkChg>
        <pc:inkChg chg="add mod">
          <ac:chgData name="junpeng he" userId="51e7bc25f46b8d94" providerId="LiveId" clId="{391E90C2-A264-498B-ACE8-9A4F00FAA160}" dt="2023-12-09T04:02:24.933" v="58"/>
          <ac:inkMkLst>
            <pc:docMk/>
            <pc:sldMk cId="1981914027" sldId="337"/>
            <ac:inkMk id="7" creationId="{FF453C6D-3576-7618-F481-131C4C234358}"/>
          </ac:inkMkLst>
        </pc:inkChg>
        <pc:inkChg chg="add mod">
          <ac:chgData name="junpeng he" userId="51e7bc25f46b8d94" providerId="LiveId" clId="{391E90C2-A264-498B-ACE8-9A4F00FAA160}" dt="2023-12-09T04:02:24.933" v="58"/>
          <ac:inkMkLst>
            <pc:docMk/>
            <pc:sldMk cId="1981914027" sldId="337"/>
            <ac:inkMk id="9" creationId="{0AF2ED62-3CDD-B23A-A95C-14F92CBC1FA2}"/>
          </ac:inkMkLst>
        </pc:inkChg>
        <pc:inkChg chg="add mod">
          <ac:chgData name="junpeng he" userId="51e7bc25f46b8d94" providerId="LiveId" clId="{391E90C2-A264-498B-ACE8-9A4F00FAA160}" dt="2023-12-09T04:02:30.420" v="62"/>
          <ac:inkMkLst>
            <pc:docMk/>
            <pc:sldMk cId="1981914027" sldId="337"/>
            <ac:inkMk id="11" creationId="{98B30F2C-DBA1-8F2D-F461-9F877E699987}"/>
          </ac:inkMkLst>
        </pc:inkChg>
        <pc:inkChg chg="add mod">
          <ac:chgData name="junpeng he" userId="51e7bc25f46b8d94" providerId="LiveId" clId="{391E90C2-A264-498B-ACE8-9A4F00FAA160}" dt="2023-12-09T04:02:30.420" v="62"/>
          <ac:inkMkLst>
            <pc:docMk/>
            <pc:sldMk cId="1981914027" sldId="337"/>
            <ac:inkMk id="12" creationId="{00C8C4E2-0C18-FFE1-1741-ADCF0BE50F86}"/>
          </ac:inkMkLst>
        </pc:inkChg>
        <pc:inkChg chg="add mod">
          <ac:chgData name="junpeng he" userId="51e7bc25f46b8d94" providerId="LiveId" clId="{391E90C2-A264-498B-ACE8-9A4F00FAA160}" dt="2023-12-09T04:02:30.420" v="62"/>
          <ac:inkMkLst>
            <pc:docMk/>
            <pc:sldMk cId="1981914027" sldId="337"/>
            <ac:inkMk id="13" creationId="{DFFDD0E5-B58F-6E5F-EC1E-F413B2BC1D6B}"/>
          </ac:inkMkLst>
        </pc:inkChg>
        <pc:inkChg chg="add">
          <ac:chgData name="junpeng he" userId="51e7bc25f46b8d94" providerId="LiveId" clId="{391E90C2-A264-498B-ACE8-9A4F00FAA160}" dt="2023-12-09T04:02:46.285" v="63" actId="9405"/>
          <ac:inkMkLst>
            <pc:docMk/>
            <pc:sldMk cId="1981914027" sldId="337"/>
            <ac:inkMk id="15" creationId="{4F0B641B-0AFC-C2D6-2D8E-9D2E8F2A4032}"/>
          </ac:inkMkLst>
        </pc:inkChg>
        <pc:inkChg chg="add mod">
          <ac:chgData name="junpeng he" userId="51e7bc25f46b8d94" providerId="LiveId" clId="{391E90C2-A264-498B-ACE8-9A4F00FAA160}" dt="2023-12-09T04:03:07.306" v="79"/>
          <ac:inkMkLst>
            <pc:docMk/>
            <pc:sldMk cId="1981914027" sldId="337"/>
            <ac:inkMk id="16" creationId="{01E8E54B-C857-38A1-3087-7297A9F53C82}"/>
          </ac:inkMkLst>
        </pc:inkChg>
        <pc:inkChg chg="add mod">
          <ac:chgData name="junpeng he" userId="51e7bc25f46b8d94" providerId="LiveId" clId="{391E90C2-A264-498B-ACE8-9A4F00FAA160}" dt="2023-12-09T04:03:07.306" v="79"/>
          <ac:inkMkLst>
            <pc:docMk/>
            <pc:sldMk cId="1981914027" sldId="337"/>
            <ac:inkMk id="17" creationId="{5D7A11BB-7D8C-BD91-B521-EA5C36DC40D1}"/>
          </ac:inkMkLst>
        </pc:inkChg>
        <pc:inkChg chg="add mod">
          <ac:chgData name="junpeng he" userId="51e7bc25f46b8d94" providerId="LiveId" clId="{391E90C2-A264-498B-ACE8-9A4F00FAA160}" dt="2023-12-09T04:03:07.306" v="79"/>
          <ac:inkMkLst>
            <pc:docMk/>
            <pc:sldMk cId="1981914027" sldId="337"/>
            <ac:inkMk id="18" creationId="{6788A02E-D9E2-A665-9875-362AB94D5AEC}"/>
          </ac:inkMkLst>
        </pc:inkChg>
        <pc:inkChg chg="add mod">
          <ac:chgData name="junpeng he" userId="51e7bc25f46b8d94" providerId="LiveId" clId="{391E90C2-A264-498B-ACE8-9A4F00FAA160}" dt="2023-12-09T04:03:07.306" v="79"/>
          <ac:inkMkLst>
            <pc:docMk/>
            <pc:sldMk cId="1981914027" sldId="337"/>
            <ac:inkMk id="19" creationId="{F070132D-D87C-6DE1-33F7-A777B25A8FB5}"/>
          </ac:inkMkLst>
        </pc:inkChg>
        <pc:inkChg chg="add mod">
          <ac:chgData name="junpeng he" userId="51e7bc25f46b8d94" providerId="LiveId" clId="{391E90C2-A264-498B-ACE8-9A4F00FAA160}" dt="2023-12-09T04:03:07.306" v="79"/>
          <ac:inkMkLst>
            <pc:docMk/>
            <pc:sldMk cId="1981914027" sldId="337"/>
            <ac:inkMk id="21" creationId="{49F46459-D62B-7CDD-E29B-D7CB186B9D89}"/>
          </ac:inkMkLst>
        </pc:inkChg>
        <pc:inkChg chg="add mod">
          <ac:chgData name="junpeng he" userId="51e7bc25f46b8d94" providerId="LiveId" clId="{391E90C2-A264-498B-ACE8-9A4F00FAA160}" dt="2023-12-09T04:03:07.306" v="79"/>
          <ac:inkMkLst>
            <pc:docMk/>
            <pc:sldMk cId="1981914027" sldId="337"/>
            <ac:inkMk id="22" creationId="{2C78BD2B-78FA-7728-ADD6-B010ADB98BF4}"/>
          </ac:inkMkLst>
        </pc:inkChg>
        <pc:inkChg chg="add mod">
          <ac:chgData name="junpeng he" userId="51e7bc25f46b8d94" providerId="LiveId" clId="{391E90C2-A264-498B-ACE8-9A4F00FAA160}" dt="2023-12-09T04:03:07.306" v="79"/>
          <ac:inkMkLst>
            <pc:docMk/>
            <pc:sldMk cId="1981914027" sldId="337"/>
            <ac:inkMk id="23" creationId="{BDC63813-1996-02B3-813E-6B4DFEC4BFD1}"/>
          </ac:inkMkLst>
        </pc:inkChg>
        <pc:inkChg chg="add mod">
          <ac:chgData name="junpeng he" userId="51e7bc25f46b8d94" providerId="LiveId" clId="{391E90C2-A264-498B-ACE8-9A4F00FAA160}" dt="2023-12-09T04:03:07.306" v="79"/>
          <ac:inkMkLst>
            <pc:docMk/>
            <pc:sldMk cId="1981914027" sldId="337"/>
            <ac:inkMk id="25" creationId="{835669A5-0E9A-4867-C00A-179ED3A562EE}"/>
          </ac:inkMkLst>
        </pc:inkChg>
        <pc:inkChg chg="add mod">
          <ac:chgData name="junpeng he" userId="51e7bc25f46b8d94" providerId="LiveId" clId="{391E90C2-A264-498B-ACE8-9A4F00FAA160}" dt="2023-12-09T04:03:07.306" v="79"/>
          <ac:inkMkLst>
            <pc:docMk/>
            <pc:sldMk cId="1981914027" sldId="337"/>
            <ac:inkMk id="26" creationId="{00714D38-91CB-6346-F9F7-D254ABBB82CC}"/>
          </ac:inkMkLst>
        </pc:inkChg>
        <pc:inkChg chg="add mod">
          <ac:chgData name="junpeng he" userId="51e7bc25f46b8d94" providerId="LiveId" clId="{391E90C2-A264-498B-ACE8-9A4F00FAA160}" dt="2023-12-09T04:03:07.306" v="79"/>
          <ac:inkMkLst>
            <pc:docMk/>
            <pc:sldMk cId="1981914027" sldId="337"/>
            <ac:inkMk id="27" creationId="{7F8A5AD2-C8D6-955D-8EFD-80EA6D9899DD}"/>
          </ac:inkMkLst>
        </pc:inkChg>
        <pc:inkChg chg="add mod">
          <ac:chgData name="junpeng he" userId="51e7bc25f46b8d94" providerId="LiveId" clId="{391E90C2-A264-498B-ACE8-9A4F00FAA160}" dt="2023-12-09T04:03:07.306" v="79"/>
          <ac:inkMkLst>
            <pc:docMk/>
            <pc:sldMk cId="1981914027" sldId="337"/>
            <ac:inkMk id="30" creationId="{DB4686F4-9633-81FC-E799-3E7AEF88A595}"/>
          </ac:inkMkLst>
        </pc:inkChg>
        <pc:inkChg chg="add mod">
          <ac:chgData name="junpeng he" userId="51e7bc25f46b8d94" providerId="LiveId" clId="{391E90C2-A264-498B-ACE8-9A4F00FAA160}" dt="2023-12-09T04:03:07.306" v="79"/>
          <ac:inkMkLst>
            <pc:docMk/>
            <pc:sldMk cId="1981914027" sldId="337"/>
            <ac:inkMk id="31" creationId="{3E6683AC-EEC9-D87F-BD64-E81570185C01}"/>
          </ac:inkMkLst>
        </pc:inkChg>
        <pc:inkChg chg="add mod">
          <ac:chgData name="junpeng he" userId="51e7bc25f46b8d94" providerId="LiveId" clId="{391E90C2-A264-498B-ACE8-9A4F00FAA160}" dt="2023-12-09T04:03:17.443" v="90"/>
          <ac:inkMkLst>
            <pc:docMk/>
            <pc:sldMk cId="1981914027" sldId="337"/>
            <ac:inkMk id="33" creationId="{7F6C2406-CD60-D15D-BFBC-8D285B711B71}"/>
          </ac:inkMkLst>
        </pc:inkChg>
        <pc:inkChg chg="add mod">
          <ac:chgData name="junpeng he" userId="51e7bc25f46b8d94" providerId="LiveId" clId="{391E90C2-A264-498B-ACE8-9A4F00FAA160}" dt="2023-12-09T04:03:17.443" v="90"/>
          <ac:inkMkLst>
            <pc:docMk/>
            <pc:sldMk cId="1981914027" sldId="337"/>
            <ac:inkMk id="34" creationId="{1B1E5229-A667-BAFE-ED4A-FC7A5B3206EB}"/>
          </ac:inkMkLst>
        </pc:inkChg>
        <pc:inkChg chg="add mod">
          <ac:chgData name="junpeng he" userId="51e7bc25f46b8d94" providerId="LiveId" clId="{391E90C2-A264-498B-ACE8-9A4F00FAA160}" dt="2023-12-09T04:03:17.443" v="90"/>
          <ac:inkMkLst>
            <pc:docMk/>
            <pc:sldMk cId="1981914027" sldId="337"/>
            <ac:inkMk id="35" creationId="{1770032B-54AE-340B-5C88-7303512412DE}"/>
          </ac:inkMkLst>
        </pc:inkChg>
        <pc:inkChg chg="add mod">
          <ac:chgData name="junpeng he" userId="51e7bc25f46b8d94" providerId="LiveId" clId="{391E90C2-A264-498B-ACE8-9A4F00FAA160}" dt="2023-12-09T04:03:17.443" v="90"/>
          <ac:inkMkLst>
            <pc:docMk/>
            <pc:sldMk cId="1981914027" sldId="337"/>
            <ac:inkMk id="37" creationId="{D0CEA518-3CC2-E1A7-8CAE-B72A62560397}"/>
          </ac:inkMkLst>
        </pc:inkChg>
        <pc:inkChg chg="add mod">
          <ac:chgData name="junpeng he" userId="51e7bc25f46b8d94" providerId="LiveId" clId="{391E90C2-A264-498B-ACE8-9A4F00FAA160}" dt="2023-12-09T04:03:17.443" v="90"/>
          <ac:inkMkLst>
            <pc:docMk/>
            <pc:sldMk cId="1981914027" sldId="337"/>
            <ac:inkMk id="38" creationId="{A14D2CC8-B076-C3A2-EF47-82EBFD49650A}"/>
          </ac:inkMkLst>
        </pc:inkChg>
        <pc:inkChg chg="add mod">
          <ac:chgData name="junpeng he" userId="51e7bc25f46b8d94" providerId="LiveId" clId="{391E90C2-A264-498B-ACE8-9A4F00FAA160}" dt="2023-12-09T04:03:17.443" v="90"/>
          <ac:inkMkLst>
            <pc:docMk/>
            <pc:sldMk cId="1981914027" sldId="337"/>
            <ac:inkMk id="39" creationId="{35AE6852-1AEE-AD4F-9741-ACBCE9217BEF}"/>
          </ac:inkMkLst>
        </pc:inkChg>
        <pc:inkChg chg="add mod">
          <ac:chgData name="junpeng he" userId="51e7bc25f46b8d94" providerId="LiveId" clId="{391E90C2-A264-498B-ACE8-9A4F00FAA160}" dt="2023-12-09T04:03:17.443" v="90"/>
          <ac:inkMkLst>
            <pc:docMk/>
            <pc:sldMk cId="1981914027" sldId="337"/>
            <ac:inkMk id="53" creationId="{BC87281B-BCCB-8A4A-4996-2BE3294223B8}"/>
          </ac:inkMkLst>
        </pc:inkChg>
        <pc:inkChg chg="add mod">
          <ac:chgData name="junpeng he" userId="51e7bc25f46b8d94" providerId="LiveId" clId="{391E90C2-A264-498B-ACE8-9A4F00FAA160}" dt="2023-12-09T04:03:17.443" v="90"/>
          <ac:inkMkLst>
            <pc:docMk/>
            <pc:sldMk cId="1981914027" sldId="337"/>
            <ac:inkMk id="54" creationId="{70539CE5-8B47-08D7-FB25-F1DE24C5EC18}"/>
          </ac:inkMkLst>
        </pc:inkChg>
        <pc:inkChg chg="add mod">
          <ac:chgData name="junpeng he" userId="51e7bc25f46b8d94" providerId="LiveId" clId="{391E90C2-A264-498B-ACE8-9A4F00FAA160}" dt="2023-12-09T04:03:17.443" v="90"/>
          <ac:inkMkLst>
            <pc:docMk/>
            <pc:sldMk cId="1981914027" sldId="337"/>
            <ac:inkMk id="55" creationId="{16714081-3472-545F-3895-DA788F61B5B6}"/>
          </ac:inkMkLst>
        </pc:inkChg>
        <pc:inkChg chg="add mod">
          <ac:chgData name="junpeng he" userId="51e7bc25f46b8d94" providerId="LiveId" clId="{391E90C2-A264-498B-ACE8-9A4F00FAA160}" dt="2023-12-09T04:03:21.449" v="93"/>
          <ac:inkMkLst>
            <pc:docMk/>
            <pc:sldMk cId="1981914027" sldId="337"/>
            <ac:inkMk id="57" creationId="{3B51A2BE-227C-5E58-D3F9-B6F92E68F979}"/>
          </ac:inkMkLst>
        </pc:inkChg>
        <pc:inkChg chg="add mod">
          <ac:chgData name="junpeng he" userId="51e7bc25f46b8d94" providerId="LiveId" clId="{391E90C2-A264-498B-ACE8-9A4F00FAA160}" dt="2023-12-09T04:03:21.449" v="93"/>
          <ac:inkMkLst>
            <pc:docMk/>
            <pc:sldMk cId="1981914027" sldId="337"/>
            <ac:inkMk id="58" creationId="{1ADF3B07-898A-B6BA-0A80-6D68F1432457}"/>
          </ac:inkMkLst>
        </pc:inkChg>
        <pc:inkChg chg="add">
          <ac:chgData name="junpeng he" userId="51e7bc25f46b8d94" providerId="LiveId" clId="{391E90C2-A264-498B-ACE8-9A4F00FAA160}" dt="2023-12-09T04:04:57.183" v="133" actId="9405"/>
          <ac:inkMkLst>
            <pc:docMk/>
            <pc:sldMk cId="1981914027" sldId="337"/>
            <ac:inkMk id="60" creationId="{B8D5D3E0-6523-5C7B-5F6B-D1096CB2EB7A}"/>
          </ac:inkMkLst>
        </pc:inkChg>
      </pc:sldChg>
      <pc:sldChg chg="addSp delSp modSp mod">
        <pc:chgData name="junpeng he" userId="51e7bc25f46b8d94" providerId="LiveId" clId="{391E90C2-A264-498B-ACE8-9A4F00FAA160}" dt="2023-12-09T04:05:30.243" v="148" actId="9405"/>
        <pc:sldMkLst>
          <pc:docMk/>
          <pc:sldMk cId="444687171" sldId="338"/>
        </pc:sldMkLst>
        <pc:grpChg chg="del mod">
          <ac:chgData name="junpeng he" userId="51e7bc25f46b8d94" providerId="LiveId" clId="{391E90C2-A264-498B-ACE8-9A4F00FAA160}" dt="2023-12-09T04:05:18.214" v="147"/>
          <ac:grpSpMkLst>
            <pc:docMk/>
            <pc:sldMk cId="444687171" sldId="338"/>
            <ac:grpSpMk id="40" creationId="{D83A6FF4-1CEE-8E12-F314-8CE04F68F803}"/>
          </ac:grpSpMkLst>
        </pc:grpChg>
        <pc:grpChg chg="add del mod">
          <ac:chgData name="junpeng he" userId="51e7bc25f46b8d94" providerId="LiveId" clId="{391E90C2-A264-498B-ACE8-9A4F00FAA160}" dt="2023-12-09T04:05:06.205" v="139"/>
          <ac:grpSpMkLst>
            <pc:docMk/>
            <pc:sldMk cId="444687171" sldId="338"/>
            <ac:grpSpMk id="45" creationId="{A3D7B0D0-C1E3-17B6-B6C9-395D01C8E2E6}"/>
          </ac:grpSpMkLst>
        </pc:grpChg>
        <pc:grpChg chg="del mod">
          <ac:chgData name="junpeng he" userId="51e7bc25f46b8d94" providerId="LiveId" clId="{391E90C2-A264-498B-ACE8-9A4F00FAA160}" dt="2023-12-09T04:03:59.456" v="109"/>
          <ac:grpSpMkLst>
            <pc:docMk/>
            <pc:sldMk cId="444687171" sldId="338"/>
            <ac:grpSpMk id="49" creationId="{C492A863-672F-7385-F3A5-0E6420A4C9E6}"/>
          </ac:grpSpMkLst>
        </pc:grpChg>
        <pc:grpChg chg="mod">
          <ac:chgData name="junpeng he" userId="51e7bc25f46b8d94" providerId="LiveId" clId="{391E90C2-A264-498B-ACE8-9A4F00FAA160}" dt="2023-12-09T04:03:59.456" v="109"/>
          <ac:grpSpMkLst>
            <pc:docMk/>
            <pc:sldMk cId="444687171" sldId="338"/>
            <ac:grpSpMk id="51" creationId="{E41B3EDF-690F-5BC4-7E23-371FB0A0F1F3}"/>
          </ac:grpSpMkLst>
        </pc:grpChg>
        <pc:grpChg chg="mod">
          <ac:chgData name="junpeng he" userId="51e7bc25f46b8d94" providerId="LiveId" clId="{391E90C2-A264-498B-ACE8-9A4F00FAA160}" dt="2023-12-09T04:04:10.032" v="114"/>
          <ac:grpSpMkLst>
            <pc:docMk/>
            <pc:sldMk cId="444687171" sldId="338"/>
            <ac:grpSpMk id="56" creationId="{EDA1B7AA-B21E-B35C-C08C-0E5D3396AB52}"/>
          </ac:grpSpMkLst>
        </pc:grpChg>
        <pc:grpChg chg="mod">
          <ac:chgData name="junpeng he" userId="51e7bc25f46b8d94" providerId="LiveId" clId="{391E90C2-A264-498B-ACE8-9A4F00FAA160}" dt="2023-12-09T04:04:19.189" v="120"/>
          <ac:grpSpMkLst>
            <pc:docMk/>
            <pc:sldMk cId="444687171" sldId="338"/>
            <ac:grpSpMk id="60" creationId="{5FF23857-B2D5-306D-B9C8-928AC5E0A817}"/>
          </ac:grpSpMkLst>
        </pc:grpChg>
        <pc:grpChg chg="mod">
          <ac:chgData name="junpeng he" userId="51e7bc25f46b8d94" providerId="LiveId" clId="{391E90C2-A264-498B-ACE8-9A4F00FAA160}" dt="2023-12-09T04:04:34.226" v="126"/>
          <ac:grpSpMkLst>
            <pc:docMk/>
            <pc:sldMk cId="444687171" sldId="338"/>
            <ac:grpSpMk id="63" creationId="{DFF776FE-2991-1797-9EDD-5CDBECA8693D}"/>
          </ac:grpSpMkLst>
        </pc:grpChg>
        <pc:grpChg chg="mod">
          <ac:chgData name="junpeng he" userId="51e7bc25f46b8d94" providerId="LiveId" clId="{391E90C2-A264-498B-ACE8-9A4F00FAA160}" dt="2023-12-09T04:05:06.205" v="139"/>
          <ac:grpSpMkLst>
            <pc:docMk/>
            <pc:sldMk cId="444687171" sldId="338"/>
            <ac:grpSpMk id="70" creationId="{CEC0EDC2-5CF4-019A-574B-19D9EAE5D34F}"/>
          </ac:grpSpMkLst>
        </pc:grpChg>
        <pc:grpChg chg="mod">
          <ac:chgData name="junpeng he" userId="51e7bc25f46b8d94" providerId="LiveId" clId="{391E90C2-A264-498B-ACE8-9A4F00FAA160}" dt="2023-12-09T04:05:18.214" v="147"/>
          <ac:grpSpMkLst>
            <pc:docMk/>
            <pc:sldMk cId="444687171" sldId="338"/>
            <ac:grpSpMk id="76" creationId="{5ED48FE3-C2E9-F7AE-63B3-BA45EF57F325}"/>
          </ac:grpSpMkLst>
        </pc:grpChg>
        <pc:inkChg chg="add">
          <ac:chgData name="junpeng he" userId="51e7bc25f46b8d94" providerId="LiveId" clId="{391E90C2-A264-498B-ACE8-9A4F00FAA160}" dt="2023-12-09T04:03:46.794" v="94" actId="9405"/>
          <ac:inkMkLst>
            <pc:docMk/>
            <pc:sldMk cId="444687171" sldId="338"/>
            <ac:inkMk id="28" creationId="{1AC1FD1A-375E-3D53-7B50-1320D5325F1C}"/>
          </ac:inkMkLst>
        </pc:inkChg>
        <pc:inkChg chg="add mod">
          <ac:chgData name="junpeng he" userId="51e7bc25f46b8d94" providerId="LiveId" clId="{391E90C2-A264-498B-ACE8-9A4F00FAA160}" dt="2023-12-09T04:05:18.214" v="147"/>
          <ac:inkMkLst>
            <pc:docMk/>
            <pc:sldMk cId="444687171" sldId="338"/>
            <ac:inkMk id="30" creationId="{117FF351-6356-7713-A818-832710C1D9B9}"/>
          </ac:inkMkLst>
        </pc:inkChg>
        <pc:inkChg chg="add mod">
          <ac:chgData name="junpeng he" userId="51e7bc25f46b8d94" providerId="LiveId" clId="{391E90C2-A264-498B-ACE8-9A4F00FAA160}" dt="2023-12-09T04:05:18.214" v="147"/>
          <ac:inkMkLst>
            <pc:docMk/>
            <pc:sldMk cId="444687171" sldId="338"/>
            <ac:inkMk id="31" creationId="{411533DC-4CF7-59DA-D212-A36B2F4C8545}"/>
          </ac:inkMkLst>
        </pc:inkChg>
        <pc:inkChg chg="add mod">
          <ac:chgData name="junpeng he" userId="51e7bc25f46b8d94" providerId="LiveId" clId="{391E90C2-A264-498B-ACE8-9A4F00FAA160}" dt="2023-12-09T04:05:18.214" v="147"/>
          <ac:inkMkLst>
            <pc:docMk/>
            <pc:sldMk cId="444687171" sldId="338"/>
            <ac:inkMk id="32" creationId="{3964C214-1AAA-9205-00B8-D68441038846}"/>
          </ac:inkMkLst>
        </pc:inkChg>
        <pc:inkChg chg="add mod">
          <ac:chgData name="junpeng he" userId="51e7bc25f46b8d94" providerId="LiveId" clId="{391E90C2-A264-498B-ACE8-9A4F00FAA160}" dt="2023-12-09T04:05:18.214" v="147"/>
          <ac:inkMkLst>
            <pc:docMk/>
            <pc:sldMk cId="444687171" sldId="338"/>
            <ac:inkMk id="37" creationId="{ED920924-C1BA-B13B-FB16-2B789025CFD8}"/>
          </ac:inkMkLst>
        </pc:inkChg>
        <pc:inkChg chg="add mod">
          <ac:chgData name="junpeng he" userId="51e7bc25f46b8d94" providerId="LiveId" clId="{391E90C2-A264-498B-ACE8-9A4F00FAA160}" dt="2023-12-09T04:05:18.214" v="147"/>
          <ac:inkMkLst>
            <pc:docMk/>
            <pc:sldMk cId="444687171" sldId="338"/>
            <ac:inkMk id="39" creationId="{E0B8CCF8-951F-D358-5BA4-61B983F905D1}"/>
          </ac:inkMkLst>
        </pc:inkChg>
        <pc:inkChg chg="add mod">
          <ac:chgData name="junpeng he" userId="51e7bc25f46b8d94" providerId="LiveId" clId="{391E90C2-A264-498B-ACE8-9A4F00FAA160}" dt="2023-12-09T04:05:06.205" v="139"/>
          <ac:inkMkLst>
            <pc:docMk/>
            <pc:sldMk cId="444687171" sldId="338"/>
            <ac:inkMk id="43" creationId="{064BC03D-D13B-59C2-3EC4-AA7AB4828585}"/>
          </ac:inkMkLst>
        </pc:inkChg>
        <pc:inkChg chg="add mod">
          <ac:chgData name="junpeng he" userId="51e7bc25f46b8d94" providerId="LiveId" clId="{391E90C2-A264-498B-ACE8-9A4F00FAA160}" dt="2023-12-09T04:05:06.205" v="139"/>
          <ac:inkMkLst>
            <pc:docMk/>
            <pc:sldMk cId="444687171" sldId="338"/>
            <ac:inkMk id="44" creationId="{E9FE3503-956A-90AC-757F-BF740F02FC34}"/>
          </ac:inkMkLst>
        </pc:inkChg>
        <pc:inkChg chg="add mod">
          <ac:chgData name="junpeng he" userId="51e7bc25f46b8d94" providerId="LiveId" clId="{391E90C2-A264-498B-ACE8-9A4F00FAA160}" dt="2023-12-09T04:03:59.456" v="109"/>
          <ac:inkMkLst>
            <pc:docMk/>
            <pc:sldMk cId="444687171" sldId="338"/>
            <ac:inkMk id="46" creationId="{F4191357-E55D-DF19-0831-1F01B8CD4A6D}"/>
          </ac:inkMkLst>
        </pc:inkChg>
        <pc:inkChg chg="add mod">
          <ac:chgData name="junpeng he" userId="51e7bc25f46b8d94" providerId="LiveId" clId="{391E90C2-A264-498B-ACE8-9A4F00FAA160}" dt="2023-12-09T04:03:59.456" v="109"/>
          <ac:inkMkLst>
            <pc:docMk/>
            <pc:sldMk cId="444687171" sldId="338"/>
            <ac:inkMk id="47" creationId="{3373493B-7106-C9B9-2948-FD6DA47448A5}"/>
          </ac:inkMkLst>
        </pc:inkChg>
        <pc:inkChg chg="add mod">
          <ac:chgData name="junpeng he" userId="51e7bc25f46b8d94" providerId="LiveId" clId="{391E90C2-A264-498B-ACE8-9A4F00FAA160}" dt="2023-12-09T04:03:59.456" v="109"/>
          <ac:inkMkLst>
            <pc:docMk/>
            <pc:sldMk cId="444687171" sldId="338"/>
            <ac:inkMk id="48" creationId="{E518EB86-F919-A908-7D3E-387F2B6553DA}"/>
          </ac:inkMkLst>
        </pc:inkChg>
        <pc:inkChg chg="add mod">
          <ac:chgData name="junpeng he" userId="51e7bc25f46b8d94" providerId="LiveId" clId="{391E90C2-A264-498B-ACE8-9A4F00FAA160}" dt="2023-12-09T04:03:59.456" v="109"/>
          <ac:inkMkLst>
            <pc:docMk/>
            <pc:sldMk cId="444687171" sldId="338"/>
            <ac:inkMk id="50" creationId="{3B91CDBA-455F-5D6B-B92E-E223B6A8B4C3}"/>
          </ac:inkMkLst>
        </pc:inkChg>
        <pc:inkChg chg="add mod">
          <ac:chgData name="junpeng he" userId="51e7bc25f46b8d94" providerId="LiveId" clId="{391E90C2-A264-498B-ACE8-9A4F00FAA160}" dt="2023-12-09T04:04:10.032" v="114"/>
          <ac:inkMkLst>
            <pc:docMk/>
            <pc:sldMk cId="444687171" sldId="338"/>
            <ac:inkMk id="52" creationId="{DD3D6F22-7D3F-9B15-B4FD-A880970E5900}"/>
          </ac:inkMkLst>
        </pc:inkChg>
        <pc:inkChg chg="add mod">
          <ac:chgData name="junpeng he" userId="51e7bc25f46b8d94" providerId="LiveId" clId="{391E90C2-A264-498B-ACE8-9A4F00FAA160}" dt="2023-12-09T04:04:10.032" v="114"/>
          <ac:inkMkLst>
            <pc:docMk/>
            <pc:sldMk cId="444687171" sldId="338"/>
            <ac:inkMk id="53" creationId="{6E728CC9-5B04-CAE0-CCDF-99D2ABFD92FA}"/>
          </ac:inkMkLst>
        </pc:inkChg>
        <pc:inkChg chg="add mod">
          <ac:chgData name="junpeng he" userId="51e7bc25f46b8d94" providerId="LiveId" clId="{391E90C2-A264-498B-ACE8-9A4F00FAA160}" dt="2023-12-09T04:04:10.032" v="114"/>
          <ac:inkMkLst>
            <pc:docMk/>
            <pc:sldMk cId="444687171" sldId="338"/>
            <ac:inkMk id="54" creationId="{ACFA4CDC-1A45-2E1E-D07D-B46AA089D6E0}"/>
          </ac:inkMkLst>
        </pc:inkChg>
        <pc:inkChg chg="add mod">
          <ac:chgData name="junpeng he" userId="51e7bc25f46b8d94" providerId="LiveId" clId="{391E90C2-A264-498B-ACE8-9A4F00FAA160}" dt="2023-12-09T04:04:10.032" v="114"/>
          <ac:inkMkLst>
            <pc:docMk/>
            <pc:sldMk cId="444687171" sldId="338"/>
            <ac:inkMk id="55" creationId="{6D648F33-0EB7-4528-D0FC-CB07106CB46E}"/>
          </ac:inkMkLst>
        </pc:inkChg>
        <pc:inkChg chg="add mod">
          <ac:chgData name="junpeng he" userId="51e7bc25f46b8d94" providerId="LiveId" clId="{391E90C2-A264-498B-ACE8-9A4F00FAA160}" dt="2023-12-09T04:04:19.189" v="120"/>
          <ac:inkMkLst>
            <pc:docMk/>
            <pc:sldMk cId="444687171" sldId="338"/>
            <ac:inkMk id="57" creationId="{205D8368-442C-C7DB-C536-4742B030BF49}"/>
          </ac:inkMkLst>
        </pc:inkChg>
        <pc:inkChg chg="add del mod">
          <ac:chgData name="junpeng he" userId="51e7bc25f46b8d94" providerId="LiveId" clId="{391E90C2-A264-498B-ACE8-9A4F00FAA160}" dt="2023-12-09T04:04:19.478" v="121" actId="9405"/>
          <ac:inkMkLst>
            <pc:docMk/>
            <pc:sldMk cId="444687171" sldId="338"/>
            <ac:inkMk id="58" creationId="{0F9D948D-2EB8-C4E9-1D26-B5D4A3E91ED3}"/>
          </ac:inkMkLst>
        </pc:inkChg>
        <pc:inkChg chg="add del mod">
          <ac:chgData name="junpeng he" userId="51e7bc25f46b8d94" providerId="LiveId" clId="{391E90C2-A264-498B-ACE8-9A4F00FAA160}" dt="2023-12-09T04:04:19.189" v="120"/>
          <ac:inkMkLst>
            <pc:docMk/>
            <pc:sldMk cId="444687171" sldId="338"/>
            <ac:inkMk id="59" creationId="{9474936A-A234-715F-1DC4-E064E0EDEE0D}"/>
          </ac:inkMkLst>
        </pc:inkChg>
        <pc:inkChg chg="add del mod">
          <ac:chgData name="junpeng he" userId="51e7bc25f46b8d94" providerId="LiveId" clId="{391E90C2-A264-498B-ACE8-9A4F00FAA160}" dt="2023-12-09T04:04:34.591" v="127" actId="9405"/>
          <ac:inkMkLst>
            <pc:docMk/>
            <pc:sldMk cId="444687171" sldId="338"/>
            <ac:inkMk id="61" creationId="{3660CD46-BB79-4365-3D24-F4EA77851486}"/>
          </ac:inkMkLst>
        </pc:inkChg>
        <pc:inkChg chg="add del mod">
          <ac:chgData name="junpeng he" userId="51e7bc25f46b8d94" providerId="LiveId" clId="{391E90C2-A264-498B-ACE8-9A4F00FAA160}" dt="2023-12-09T04:04:34.226" v="126"/>
          <ac:inkMkLst>
            <pc:docMk/>
            <pc:sldMk cId="444687171" sldId="338"/>
            <ac:inkMk id="62" creationId="{FC06FBAC-C6EF-4FDB-8E84-7E46B43912F8}"/>
          </ac:inkMkLst>
        </pc:inkChg>
        <pc:inkChg chg="add del">
          <ac:chgData name="junpeng he" userId="51e7bc25f46b8d94" providerId="LiveId" clId="{391E90C2-A264-498B-ACE8-9A4F00FAA160}" dt="2023-12-09T04:04:35.721" v="129" actId="9405"/>
          <ac:inkMkLst>
            <pc:docMk/>
            <pc:sldMk cId="444687171" sldId="338"/>
            <ac:inkMk id="64" creationId="{52FFF257-0563-526F-0234-8C9DBE1C0340}"/>
          </ac:inkMkLst>
        </pc:inkChg>
        <pc:inkChg chg="add">
          <ac:chgData name="junpeng he" userId="51e7bc25f46b8d94" providerId="LiveId" clId="{391E90C2-A264-498B-ACE8-9A4F00FAA160}" dt="2023-12-09T04:04:46.991" v="130" actId="9405"/>
          <ac:inkMkLst>
            <pc:docMk/>
            <pc:sldMk cId="444687171" sldId="338"/>
            <ac:inkMk id="65" creationId="{40418D71-6B76-C59B-32D9-707B365F9D08}"/>
          </ac:inkMkLst>
        </pc:inkChg>
        <pc:inkChg chg="add del">
          <ac:chgData name="junpeng he" userId="51e7bc25f46b8d94" providerId="LiveId" clId="{391E90C2-A264-498B-ACE8-9A4F00FAA160}" dt="2023-12-09T04:04:53.844" v="132" actId="9405"/>
          <ac:inkMkLst>
            <pc:docMk/>
            <pc:sldMk cId="444687171" sldId="338"/>
            <ac:inkMk id="66" creationId="{D7EB8B41-D240-F8F8-6943-122F6FDA5C14}"/>
          </ac:inkMkLst>
        </pc:inkChg>
        <pc:inkChg chg="add del mod">
          <ac:chgData name="junpeng he" userId="51e7bc25f46b8d94" providerId="LiveId" clId="{391E90C2-A264-498B-ACE8-9A4F00FAA160}" dt="2023-12-09T04:05:06.876" v="141" actId="9405"/>
          <ac:inkMkLst>
            <pc:docMk/>
            <pc:sldMk cId="444687171" sldId="338"/>
            <ac:inkMk id="67" creationId="{332A93CC-F176-2C46-FD64-EEF00B614BE4}"/>
          </ac:inkMkLst>
        </pc:inkChg>
        <pc:inkChg chg="add del mod">
          <ac:chgData name="junpeng he" userId="51e7bc25f46b8d94" providerId="LiveId" clId="{391E90C2-A264-498B-ACE8-9A4F00FAA160}" dt="2023-12-09T04:05:06.518" v="140" actId="9405"/>
          <ac:inkMkLst>
            <pc:docMk/>
            <pc:sldMk cId="444687171" sldId="338"/>
            <ac:inkMk id="68" creationId="{AD8D188D-0701-D15C-F22C-4AD9F39C8B0E}"/>
          </ac:inkMkLst>
        </pc:inkChg>
        <pc:inkChg chg="add del mod">
          <ac:chgData name="junpeng he" userId="51e7bc25f46b8d94" providerId="LiveId" clId="{391E90C2-A264-498B-ACE8-9A4F00FAA160}" dt="2023-12-09T04:05:06.205" v="139"/>
          <ac:inkMkLst>
            <pc:docMk/>
            <pc:sldMk cId="444687171" sldId="338"/>
            <ac:inkMk id="69" creationId="{9C7D1124-087B-D7C7-5618-6D01AC775993}"/>
          </ac:inkMkLst>
        </pc:inkChg>
        <pc:inkChg chg="add">
          <ac:chgData name="junpeng he" userId="51e7bc25f46b8d94" providerId="LiveId" clId="{391E90C2-A264-498B-ACE8-9A4F00FAA160}" dt="2023-12-09T04:05:09.460" v="142" actId="9405"/>
          <ac:inkMkLst>
            <pc:docMk/>
            <pc:sldMk cId="444687171" sldId="338"/>
            <ac:inkMk id="71" creationId="{E01BD704-CABF-8F3C-6AFD-9E08D34E5F63}"/>
          </ac:inkMkLst>
        </pc:inkChg>
        <pc:inkChg chg="add">
          <ac:chgData name="junpeng he" userId="51e7bc25f46b8d94" providerId="LiveId" clId="{391E90C2-A264-498B-ACE8-9A4F00FAA160}" dt="2023-12-09T04:05:13.957" v="143" actId="9405"/>
          <ac:inkMkLst>
            <pc:docMk/>
            <pc:sldMk cId="444687171" sldId="338"/>
            <ac:inkMk id="72" creationId="{D05F5751-15CC-6DBE-66D9-441F03DB8125}"/>
          </ac:inkMkLst>
        </pc:inkChg>
        <pc:inkChg chg="add mod">
          <ac:chgData name="junpeng he" userId="51e7bc25f46b8d94" providerId="LiveId" clId="{391E90C2-A264-498B-ACE8-9A4F00FAA160}" dt="2023-12-09T04:05:18.214" v="147"/>
          <ac:inkMkLst>
            <pc:docMk/>
            <pc:sldMk cId="444687171" sldId="338"/>
            <ac:inkMk id="73" creationId="{99A12F65-7D12-BE62-1D2D-B9AD2296F94D}"/>
          </ac:inkMkLst>
        </pc:inkChg>
        <pc:inkChg chg="add mod">
          <ac:chgData name="junpeng he" userId="51e7bc25f46b8d94" providerId="LiveId" clId="{391E90C2-A264-498B-ACE8-9A4F00FAA160}" dt="2023-12-09T04:05:18.214" v="147"/>
          <ac:inkMkLst>
            <pc:docMk/>
            <pc:sldMk cId="444687171" sldId="338"/>
            <ac:inkMk id="74" creationId="{E2AEA85B-6DC8-BCEB-8169-AC1FDE50790B}"/>
          </ac:inkMkLst>
        </pc:inkChg>
        <pc:inkChg chg="add mod">
          <ac:chgData name="junpeng he" userId="51e7bc25f46b8d94" providerId="LiveId" clId="{391E90C2-A264-498B-ACE8-9A4F00FAA160}" dt="2023-12-09T04:05:18.214" v="147"/>
          <ac:inkMkLst>
            <pc:docMk/>
            <pc:sldMk cId="444687171" sldId="338"/>
            <ac:inkMk id="75" creationId="{DF0CCE5B-2E42-8DD8-C116-05C5FA0F73B6}"/>
          </ac:inkMkLst>
        </pc:inkChg>
        <pc:inkChg chg="add">
          <ac:chgData name="junpeng he" userId="51e7bc25f46b8d94" providerId="LiveId" clId="{391E90C2-A264-498B-ACE8-9A4F00FAA160}" dt="2023-12-09T04:05:30.243" v="148" actId="9405"/>
          <ac:inkMkLst>
            <pc:docMk/>
            <pc:sldMk cId="444687171" sldId="338"/>
            <ac:inkMk id="77" creationId="{7ADA2671-D3CA-3278-6044-6B634CA880B2}"/>
          </ac:inkMkLst>
        </pc:inkChg>
      </pc:sldChg>
      <pc:sldChg chg="modSp mod">
        <pc:chgData name="junpeng he" userId="51e7bc25f46b8d94" providerId="LiveId" clId="{391E90C2-A264-498B-ACE8-9A4F00FAA160}" dt="2023-12-09T06:05:12.890" v="154" actId="13926"/>
        <pc:sldMkLst>
          <pc:docMk/>
          <pc:sldMk cId="3607186574" sldId="339"/>
        </pc:sldMkLst>
        <pc:spChg chg="mod">
          <ac:chgData name="junpeng he" userId="51e7bc25f46b8d94" providerId="LiveId" clId="{391E90C2-A264-498B-ACE8-9A4F00FAA160}" dt="2023-12-09T06:05:12.890" v="154" actId="13926"/>
          <ac:spMkLst>
            <pc:docMk/>
            <pc:sldMk cId="3607186574" sldId="339"/>
            <ac:spMk id="39" creationId="{00000000-0000-0000-0000-000000000000}"/>
          </ac:spMkLst>
        </pc:spChg>
      </pc:sldChg>
      <pc:sldChg chg="modSp mod">
        <pc:chgData name="junpeng he" userId="51e7bc25f46b8d94" providerId="LiveId" clId="{391E90C2-A264-498B-ACE8-9A4F00FAA160}" dt="2023-12-09T06:07:09.399" v="155" actId="13926"/>
        <pc:sldMkLst>
          <pc:docMk/>
          <pc:sldMk cId="3916299358" sldId="340"/>
        </pc:sldMkLst>
        <pc:spChg chg="mod">
          <ac:chgData name="junpeng he" userId="51e7bc25f46b8d94" providerId="LiveId" clId="{391E90C2-A264-498B-ACE8-9A4F00FAA160}" dt="2023-12-09T06:07:09.399" v="155" actId="13926"/>
          <ac:spMkLst>
            <pc:docMk/>
            <pc:sldMk cId="3916299358" sldId="340"/>
            <ac:spMk id="100" creationId="{42280F34-DCE2-4D64-BDF0-5A23894A530D}"/>
          </ac:spMkLst>
        </pc:spChg>
      </pc:sldChg>
      <pc:sldChg chg="modSp mod">
        <pc:chgData name="junpeng he" userId="51e7bc25f46b8d94" providerId="LiveId" clId="{391E90C2-A264-498B-ACE8-9A4F00FAA160}" dt="2023-12-09T06:08:37.479" v="156" actId="13926"/>
        <pc:sldMkLst>
          <pc:docMk/>
          <pc:sldMk cId="2248202845" sldId="343"/>
        </pc:sldMkLst>
        <pc:spChg chg="mod">
          <ac:chgData name="junpeng he" userId="51e7bc25f46b8d94" providerId="LiveId" clId="{391E90C2-A264-498B-ACE8-9A4F00FAA160}" dt="2023-12-09T06:08:37.479" v="156" actId="13926"/>
          <ac:spMkLst>
            <pc:docMk/>
            <pc:sldMk cId="2248202845" sldId="343"/>
            <ac:spMk id="5" creationId="{00000000-0000-0000-0000-000000000000}"/>
          </ac:spMkLst>
        </pc:spChg>
      </pc:sldChg>
      <pc:sldChg chg="modSp mod">
        <pc:chgData name="junpeng he" userId="51e7bc25f46b8d94" providerId="LiveId" clId="{391E90C2-A264-498B-ACE8-9A4F00FAA160}" dt="2023-12-09T06:12:19.870" v="157" actId="13926"/>
        <pc:sldMkLst>
          <pc:docMk/>
          <pc:sldMk cId="4154797207" sldId="346"/>
        </pc:sldMkLst>
        <pc:spChg chg="mod">
          <ac:chgData name="junpeng he" userId="51e7bc25f46b8d94" providerId="LiveId" clId="{391E90C2-A264-498B-ACE8-9A4F00FAA160}" dt="2023-12-09T06:12:19.870" v="157" actId="13926"/>
          <ac:spMkLst>
            <pc:docMk/>
            <pc:sldMk cId="4154797207" sldId="346"/>
            <ac:spMk id="30" creationId="{4C4DC3E4-4A23-48EF-B003-6BC636D980B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12/9/2023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1:37.235"/>
    </inkml:context>
    <inkml:brush xml:id="br0">
      <inkml:brushProperty name="width" value="0.05" units="cm"/>
      <inkml:brushProperty name="height" value="0.05" units="cm"/>
      <inkml:brushProperty name="color" value="#E71224"/>
    </inkml:brush>
  </inkml:definitions>
  <inkml:trace contextRef="#ctx0" brushRef="#br0">1 1 24575,'132'8'0,"-34"0"0,486-3 0,62 3 0,-52 3 0,-260-8 0,200 28-3151,51 1-482,-309-33 5713,-99 1 1259,-156 0-10165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1:38.053"/>
    </inkml:context>
    <inkml:brush xml:id="br0">
      <inkml:brushProperty name="width" value="0.05" units="cm"/>
      <inkml:brushProperty name="height" value="0.05" units="cm"/>
      <inkml:brushProperty name="color" value="#E71224"/>
    </inkml:brush>
  </inkml:definitions>
  <inkml:trace contextRef="#ctx0" brushRef="#br0">1 0 24575,'6'1'0,"0"0"0,0 0 0,0 0 0,0 1 0,0 0 0,0 0 0,0 0 0,-1 1 0,1-1 0,6 6 0,2 1 0,0 2 0,17 14 0,-7 0 0,-1 0 0,-1 1 0,-1 1 0,27 47 0,-45-69 0,0 0 0,-1 0 0,1 0 0,-1 0 0,0 0 0,-1 1 0,1-1 0,-1 1 0,0-1 0,-1 1 0,1-1 0,-1 1 0,0-1 0,0 1 0,-2 5 0,1-6 0,0-1 0,-1 1 0,0-1 0,0 0 0,0 0 0,0 0 0,-1 0 0,0 0 0,1 0 0,-1-1 0,-1 1 0,1-1 0,0 0 0,-1 0 0,0 0 0,1 0 0,-1-1 0,-6 3 0,-11 5 90,0-1 0,-27 7 0,-6 3-1725,40-13-5191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1:39.988"/>
    </inkml:context>
    <inkml:brush xml:id="br0">
      <inkml:brushProperty name="width" value="0.05" units="cm"/>
      <inkml:brushProperty name="height" value="0.05" units="cm"/>
      <inkml:brushProperty name="color" value="#E71224"/>
    </inkml:brush>
  </inkml:definitions>
  <inkml:trace contextRef="#ctx0" brushRef="#br0">0 1 24575,'4419'0'0,"-4279"10"0,-32-1 0,27-7 293,82 6-1951,-179-4-5168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1:47.020"/>
    </inkml:context>
    <inkml:brush xml:id="br0">
      <inkml:brushProperty name="width" value="0.05" units="cm"/>
      <inkml:brushProperty name="height" value="0.05" units="cm"/>
      <inkml:brushProperty name="color" value="#E71224"/>
    </inkml:brush>
  </inkml:definitions>
  <inkml:trace contextRef="#ctx0" brushRef="#br0">0 1 24575,'4145'0'-1365,"-4127"0"-5461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1:52.967"/>
    </inkml:context>
    <inkml:brush xml:id="br0">
      <inkml:brushProperty name="width" value="0.05" units="cm"/>
      <inkml:brushProperty name="height" value="0.05" units="cm"/>
      <inkml:brushProperty name="color" value="#E71224"/>
    </inkml:brush>
  </inkml:definitions>
  <inkml:trace contextRef="#ctx0" brushRef="#br0">0 1 24575,'1938'0'-1365,"-1920"0"-5461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02.997"/>
    </inkml:context>
    <inkml:brush xml:id="br0">
      <inkml:brushProperty name="width" value="0.05" units="cm"/>
      <inkml:brushProperty name="height" value="0.05" units="cm"/>
      <inkml:brushProperty name="color" value="#E71224"/>
    </inkml:brush>
  </inkml:definitions>
  <inkml:trace contextRef="#ctx0" brushRef="#br0">289 276 24575,'-2'0'0,"0"1"0,0 0 0,0 0 0,0 0 0,0 0 0,0 0 0,0 0 0,0 0 0,1 1 0,-1-1 0,0 1 0,1-1 0,0 1 0,-2 2 0,-2 1 0,-30 29 0,2 2 0,1 2 0,2 1 0,-33 56 0,53-77 0,1 0 0,0 0 0,2 1 0,0 0 0,1 0 0,1 0 0,-3 23 0,7-31 0,1 0 0,0 0 0,0 0 0,1 0 0,0 0 0,1 0 0,0-1 0,0 1 0,2 0 0,-1-1 0,1 0 0,1 0 0,0 0 0,9 15 0,1-5 0,1 0 0,1 0 0,0-2 0,1 0 0,1-1 0,1-1 0,1 0 0,0-2 0,0-1 0,2 0 0,36 14 0,114 49 0,-154-69 0,0-2 0,0 0 0,1-2 0,-1 0 0,25 1 0,-17-2 0,253 41 0,-177-24 0,1-4 0,108 1 0,329-18 0,-493 0 0,0-2 0,-1-2 0,1-2 0,-1-2 0,65-24 0,218-102 0,-292 118 0,109-58 0,-27 13 0,-77 39 0,-1-1 0,-2-2 0,0-2 0,62-61 0,-95 83 0,-1 0 0,0 0 0,0-1 0,-1 0 0,0 0 0,0 0 0,-1-1 0,0 1 0,-1-1 0,0 0 0,0-1 0,-1 1 0,0 0 0,1-14 0,-1 0 0,-2-1 0,-1 1 0,0 0 0,-9-40 0,8 50 0,-1 0 0,0 0 0,-1 0 0,0 0 0,-2 1 0,1 0 0,-1 0 0,-1 0 0,0 1 0,-1 0 0,0 0 0,0 1 0,-1 0 0,0 1 0,-1 0 0,0 0 0,-17-10 0,0 4 0,-2 2 0,1 0 0,-2 2 0,0 1 0,-50-9 0,-162-13 0,134 20 0,-290-46 0,151 21 0,164 27 0,-89 3 0,-85 12 0,253-5 0,-84 4 0,1 4 0,-135 29 0,153-19 0,-1-4 0,-105 9 0,58-13-1365,93-6-5461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05.646"/>
    </inkml:context>
    <inkml:brush xml:id="br0">
      <inkml:brushProperty name="width" value="0.05" units="cm"/>
      <inkml:brushProperty name="height" value="0.05" units="cm"/>
      <inkml:brushProperty name="color" value="#E71224"/>
    </inkml:brush>
  </inkml:definitions>
  <inkml:trace contextRef="#ctx0" brushRef="#br0">0 0 24575,'1414'0'-1365,"-1390"0"-5461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06.525"/>
    </inkml:context>
    <inkml:brush xml:id="br0">
      <inkml:brushProperty name="width" value="0.05" units="cm"/>
      <inkml:brushProperty name="height" value="0.05" units="cm"/>
      <inkml:brushProperty name="color" value="#E71224"/>
    </inkml:brush>
  </inkml:definitions>
  <inkml:trace contextRef="#ctx0" brushRef="#br0">1 1 24575,'7'0'0,"9"0"0,13 0 0,26 3 0,18 2 0,25 3 0,24 0 0,5-1 0,3-2 0,7-1 0,6-2 0,-12-2 0,-14 1 0,-26-2-8191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17.502"/>
    </inkml:context>
    <inkml:brush xml:id="br0">
      <inkml:brushProperty name="width" value="0.05" units="cm"/>
      <inkml:brushProperty name="height" value="0.05" units="cm"/>
      <inkml:brushProperty name="color" value="#E71224"/>
    </inkml:brush>
  </inkml:definitions>
  <inkml:trace contextRef="#ctx0" brushRef="#br0">168 0 24575,'-1'0'0,"0"1"0,0-1 0,1 1 0,-1-1 0,0 0 0,0 1 0,0 0 0,0-1 0,1 1 0,-1-1 0,0 1 0,0 0 0,1 0 0,-1-1 0,1 1 0,-1 0 0,1 0 0,-1 0 0,1 0 0,-1 0 0,1 0 0,0 0 0,-1 0 0,1-1 0,0 1 0,0 0 0,0 2 0,-4 32 0,3-32 0,-37 305 0,-24-4 0,24-121 0,36-173 0,-4 28 0,6-36 0,0-1 0,0 0 0,0 1 0,0-1 0,0 0 0,0 1 0,1-1 0,-1 0 0,0 0 0,1 1 0,-1-1 0,1 0 0,0 0 0,-1 0 0,1 0 0,0 0 0,0 0 0,-1 0 0,1 0 0,0 0 0,0 0 0,0 0 0,0 0 0,0-1 0,2 2 0,8 1 0,1 0 0,0-1 0,0 0 0,0 0 0,0-2 0,0 1 0,0-2 0,13-1 0,8 1 0,2119-5-5411,-1278 7 4038,777-1 8157,-1553 5-6784,133 22 0,-132-12 0,120 2 0,283-19 0,-4-30 0,-473 29 0,-1 0 0,29 0 0,-45 3 0,-1 0 0,0 1 0,1 0 0,-1 1 0,0-1 0,0 1 0,0 1 0,9 3 0,17 9 0,0-2 0,0-2 0,1-1 0,59 10 0,142 5 0,-211-23 0,144 8 0,1-8 0,236-27 0,-86 11 0,-151 11 0,1-15 0,-147 13-1365,-6-1-5461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19.966"/>
    </inkml:context>
    <inkml:brush xml:id="br0">
      <inkml:brushProperty name="width" value="0.05" units="cm"/>
      <inkml:brushProperty name="height" value="0.05" units="cm"/>
      <inkml:brushProperty name="color" value="#E71224"/>
    </inkml:brush>
  </inkml:definitions>
  <inkml:trace contextRef="#ctx0" brushRef="#br0">0 1 24575,'0'1'0,"0"-1"0,0 1 0,1-1 0,-1 1 0,0-1 0,0 1 0,1-1 0,-1 1 0,0-1 0,0 1 0,1-1 0,-1 1 0,1-1 0,-1 1 0,0-1 0,1 0 0,-1 1 0,1-1 0,-1 0 0,1 1 0,-1-1 0,1 0 0,-1 0 0,1 1 0,0-1 0,-1 0 0,1 0 0,20 4 0,-18-3 0,45 3 0,69-3 0,-51-1 0,4295 0-5613,-1948-1 3315,-1314 47 3772,-750-4-1104,69 6 3098,248-35-1216,-409-16-1905,-163 2-347,103 3 0,-196-2 0,1 0 0,0 1 0,0-1 0,0 0 0,0 1 0,0 0 0,-1-1 0,1 1 0,0 0 0,0 0 0,-1 0 0,1 0 0,-1 0 0,1 0 0,-1 0 0,1 1 0,-1-1 0,0 1 0,2 2 0,-1-1 0,0 0 0,-1 1 0,1-1 0,-1 1 0,0-1 0,0 1 0,-1 0 0,1-1 0,0 7 0,-1 6 0,-1 1 0,-1-1 0,-6 27 0,7-37 0,-51 200 0,36-149 0,-75 245 0,18-66 0,65-197 0,7-31 0,-1 1 0,1-1 0,-2 1 0,1-1 0,-1 0 0,0 0 0,-1 0 0,-4 7 0,6-12 0,-1-1 0,1 1 0,-1-1 0,0 0 0,1 0 0,-1 0 0,0 0 0,0-1 0,0 1 0,0-1 0,-1 0 0,-4 2 0,-44 6 0,43-7 0,-101 6 0,-142-6 0,150-3 0,-1144-2-1365,1226 3-5461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23.020"/>
    </inkml:context>
    <inkml:brush xml:id="br0">
      <inkml:brushProperty name="width" value="0.05" units="cm"/>
      <inkml:brushProperty name="height" value="0.05" units="cm"/>
      <inkml:brushProperty name="color" value="#E71224"/>
    </inkml:brush>
  </inkml:definitions>
  <inkml:trace contextRef="#ctx0" brushRef="#br0">213 1 24575,'0'4'0,"-1"1"0,0-1 0,0 0 0,0 1 0,0-1 0,-1 0 0,0 0 0,-2 5 0,-4 11 0,-37 101 0,-16 52 0,35-89 0,-22 141 0,41-149 0,3 1 0,6 88 0,0-40 0,-2-115 0,0-4 0,0 0 0,0 0 0,1 0 0,-1 0 0,4 10 0,-3-14 0,0 0 0,0 1 0,0-1 0,0-1 0,0 1 0,1 0 0,-1 0 0,0 0 0,1-1 0,0 1 0,-1 0 0,1-1 0,0 0 0,0 1 0,0-1 0,0 0 0,0 0 0,0 0 0,3 1 0,21 5 0,1-1 0,0 0 0,0-2 0,39 1 0,11 1 0,222 40 0,58 7 0,414-9 0,3-43 0,-365-3 0,-310 2-4,583 3-216,-2 27-128,372 91 234,-900-107-565,-131-14-6147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24.309"/>
    </inkml:context>
    <inkml:brush xml:id="br0">
      <inkml:brushProperty name="width" value="0.05" units="cm"/>
      <inkml:brushProperty name="height" value="0.05" units="cm"/>
      <inkml:brushProperty name="color" value="#E71224"/>
    </inkml:brush>
  </inkml:definitions>
  <inkml:trace contextRef="#ctx0" brushRef="#br0">1 1 24575,'215'0'0,"-18"0"-588,94 0-1765,58 0 1764,76 0-1,1059 20-1679,-518-5 1588,-555-10 377,-70 1-911,-78-1 837,-83 0 104,53 1 1377,-74-5 4016,-141 1-4755,0 0 0,0 0 0,0 2 0,0 0-1,25 11 1,-20-7 54,42 8 0,51-6-1783,-86-9-5461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25.778"/>
    </inkml:context>
    <inkml:brush xml:id="br0">
      <inkml:brushProperty name="width" value="0.05" units="cm"/>
      <inkml:brushProperty name="height" value="0.05" units="cm"/>
      <inkml:brushProperty name="color" value="#E71224"/>
    </inkml:brush>
  </inkml:definitions>
  <inkml:trace contextRef="#ctx0" brushRef="#br0">0 0 24575,'176'0'0,"179"0"-387,-62 0-1164,109 0 524,207 3-1909,810 37 2546,-1076-16-256,-181-5 1882,-158-18-3726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28.305"/>
    </inkml:context>
    <inkml:brush xml:id="br0">
      <inkml:brushProperty name="width" value="0.05" units="cm"/>
      <inkml:brushProperty name="height" value="0.05" units="cm"/>
      <inkml:brushProperty name="color" value="#E71224"/>
    </inkml:brush>
  </inkml:definitions>
  <inkml:trace contextRef="#ctx0" brushRef="#br0">0 233 24575,'7'-2'0,"-1"1"0,1-1 0,-1 0 0,0 0 0,0 0 0,0-1 0,0 0 0,-1 0 0,7-5 0,10-5 0,283-145 0,-292 152 0,0 0 0,1 1 0,-1 1 0,1 0 0,0 1 0,1 1 0,-1 0 0,0 1 0,1 0 0,23 2 0,-28 0 0,0 1 0,0 0 0,0 0 0,-1 1 0,1 0 0,-1 0 0,1 1 0,-1 0 0,0 1 0,-1 0 0,1 1 0,-1-1 0,0 2 0,-1-1 0,1 1 0,6 8 0,13 22 0,-17-23 0,0-1 0,15 16 0,-21-25 0,1 0 0,-1 0 0,1-1 0,-1 0 0,1 0 0,0 0 0,0-1 0,0 1 0,1-1 0,9 3 0,17-1 0,-1 0 0,1-2 0,0-2 0,32-3 0,1 0 0,-7 2 0,-1-4 0,1-1 0,110-29 0,-113 22 0,0 2 0,0 2 0,1 3 0,1 2 0,-1 3 0,62 6 0,-109-3 0,1-1 0,-1 2 0,1-1 0,-1 1 0,0 1 0,0-1 0,0 2 0,13 7 0,-3-1 0,-12-8 0,1 0 0,-1 0 0,1-1 0,-1 0 0,1 0 0,0-1 0,8 1 0,58 0 0,-41-3 0,65 0 0,0-4 0,0-4 0,140-33 0,-196 32 0,288-57 0,-276 60 0,0 2 0,0 3 0,0 2 0,68 9 0,-1 8 0,-6 0 0,172 4 0,-169-22-1365,-74 1-5461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29.542"/>
    </inkml:context>
    <inkml:brush xml:id="br0">
      <inkml:brushProperty name="width" value="0.05" units="cm"/>
      <inkml:brushProperty name="height" value="0.05" units="cm"/>
      <inkml:brushProperty name="color" value="#E71224"/>
    </inkml:brush>
  </inkml:definitions>
  <inkml:trace contextRef="#ctx0" brushRef="#br0">427 185 24575,'-21'19'0,"-1"-1"0,0-1 0,-2-1 0,-35 19 0,-107 41 0,87-41 0,51-20 0,27-14 0,1-1 0,0 0 0,-1 1 0,1-1 0,0 0 0,-1 1 0,1-1 0,0 0 0,-1 1 0,1-1 0,0 0 0,0 1 0,-1-1 0,1 1 0,0-1 0,0 1 0,0-1 0,0 0 0,0 1 0,-1-1 0,1 1 0,0 0 0,1-1 0,-1 1 0,1 0 0,-1-1 0,1 0 0,-1 1 0,1-1 0,-1 1 0,1-1 0,-1 1 0,1-1 0,-1 0 0,1 0 0,0 1 0,-1-1 0,1 0 0,0 0 0,-1 0 0,1 1 0,0-1 0,-1 0 0,2 0 0,40 4 0,1-2 0,65-4 0,-31 0 0,3 3 0,-37 1 0,0-2 0,52-8 0,-91 8 0,0-1 0,0 1 0,1-1 0,-1-1 0,0 1 0,0 0 0,0-1 0,0 0 0,0 0 0,-1 0 0,1 0 0,0-1 0,4-4 0,-7 5 0,1 0 0,-1-1 0,1 0 0,-1 1 0,0-1 0,0 0 0,0 1 0,0-1 0,-1 0 0,1 0 0,-1 0 0,1 0 0,-1 0 0,0 1 0,0-1 0,-1 0 0,1 0 0,-1 0 0,1 0 0,-1 0 0,-1-4 0,-3-7 0,0-1 0,-1 1 0,-1 1 0,-15-25 0,-44-52 0,29 40 0,-20-27-1365,35 49-5461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46.284"/>
    </inkml:context>
    <inkml:brush xml:id="br0">
      <inkml:brushProperty name="width" value="0.05" units="cm"/>
      <inkml:brushProperty name="height" value="0.05" units="cm"/>
      <inkml:brushProperty name="color" value="#E71224"/>
    </inkml:brush>
  </inkml:definitions>
  <inkml:trace contextRef="#ctx0" brushRef="#br0">0 23 24575,'244'-12'0,"192"2"0,-272 12 0,3987-2 0,-3720 32 0,-114-22-92,-227-11-1181,-73 1-5553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50.442"/>
    </inkml:context>
    <inkml:brush xml:id="br0">
      <inkml:brushProperty name="width" value="0.05" units="cm"/>
      <inkml:brushProperty name="height" value="0.05" units="cm"/>
      <inkml:brushProperty name="color" value="#E71224"/>
    </inkml:brush>
  </inkml:definitions>
  <inkml:trace contextRef="#ctx0" brushRef="#br0">886 27 24575,'-96'-1'0,"30"-1"0,0 3 0,-70 10 0,123-9 0,0 1 0,1 1 0,-1 0 0,1 1 0,0 0 0,0 1 0,1 0 0,-16 11 0,-6 8 0,-39 39 0,3-3 0,31-31 0,4-4 0,2 1 0,-48 52 0,75-73 0,1 1 0,-1 0 0,1 0 0,1 0 0,0 0 0,0 1 0,0-1 0,1 1 0,0 0 0,0 0 0,1 0 0,0 0 0,0 0 0,1 0 0,0 0 0,2 11 0,0-6 0,0-1 0,1 0 0,0 0 0,1 0 0,0 0 0,1-1 0,0 1 0,1-1 0,13 19 0,0-7 0,0-1 0,2 0 0,1-2 0,30 23 0,104 61 0,-133-90 0,2-2 0,-1 0 0,2-2 0,-1 0 0,46 9 0,-31-11 0,0-3 0,1-1 0,47-1 0,-56-3 0,0 0 0,0-3 0,0 0 0,0-2 0,60-18 0,-60 10 0,0-2 0,-1-1 0,-1-1 0,46-35 0,-69 46 0,0 0 0,-1 0 0,0-1 0,0 0 0,-1 0 0,0-1 0,0 1 0,0-1 0,-1 0 0,0 0 0,-1-1 0,0 1 0,0-1 0,-1 1 0,0-1 0,-1 0 0,1-12 0,-1 2 0,0 0 0,-1 0 0,-2 0 0,0 0 0,-1 0 0,0 0 0,-8-20 0,-7-7 0,-1 0 0,-2 2 0,-3 0 0,-1 2 0,-44-57 0,61 89 0,-1 1 0,1 0 0,-2 1 0,1 0 0,-1 0 0,0 1 0,0 0 0,-12-5 0,-15-6 0,-43-14 0,-4-2 0,-9-9-1365,76 33-5461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50.939"/>
    </inkml:context>
    <inkml:brush xml:id="br0">
      <inkml:brushProperty name="width" value="0.05" units="cm"/>
      <inkml:brushProperty name="height" value="0.05" units="cm"/>
      <inkml:brushProperty name="color" value="#E71224"/>
    </inkml:brush>
  </inkml:definitions>
  <inkml:trace contextRef="#ctx0" brushRef="#br0">394 1 24575,'0'9'0,"-1"0"0,0 0 0,-1 0 0,0 0 0,-1-1 0,-4 13 0,-27 50 0,25-53 0,-62 108 0,-98 131 0,128-199 0,-1 0 0,33-50 0,7-14 0,7-19 0,6-16-1365,3-5-5461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51.439"/>
    </inkml:context>
    <inkml:brush xml:id="br0">
      <inkml:brushProperty name="width" value="0.05" units="cm"/>
      <inkml:brushProperty name="height" value="0.05" units="cm"/>
      <inkml:brushProperty name="color" value="#E71224"/>
    </inkml:brush>
  </inkml:definitions>
  <inkml:trace contextRef="#ctx0" brushRef="#br0">315 1 24575,'7'6'0,"0"-1"0,1 0 0,0 0 0,13 6 0,21 13 0,-17-4 0,-1 2 0,-1 0 0,-1 1 0,-1 2 0,32 48 0,-45-61 0,-2-1 0,1 1 0,-1 0 0,-1 1 0,0 0 0,-1 0 0,0 0 0,-1 0 0,-1 0 0,2 20 0,-4-28 0,0 1 0,0-1 0,-1 1 0,1-1 0,-1 1 0,-1-1 0,1 0 0,-1 1 0,1-1 0,-2 0 0,1 0 0,0 0 0,-1 0 0,0-1 0,0 1 0,-1-1 0,1 1 0,-1-1 0,0 0 0,0-1 0,0 1 0,0-1 0,-1 0 0,0 0 0,1 0 0,-1 0 0,-10 3 0,-15 6 0,1-2 0,-1-1 0,-1-1 0,0-2 0,0-1 0,-60 1 0,79-7 0,1-1 0,-1 0 0,0-1 0,1 0 0,-1 0 0,1-2 0,-19-9 0,-70-47 0,97 59 0,-10-6 140,9 6-266,0 0 1,0 0 0,0 0-1,1-1 1,-1 0-1,1 0 1,-1 0 0,1 0-1,0 0 1,0-1-1,-2-4 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51.856"/>
    </inkml:context>
    <inkml:brush xml:id="br0">
      <inkml:brushProperty name="width" value="0.05" units="cm"/>
      <inkml:brushProperty name="height" value="0.05" units="cm"/>
      <inkml:brushProperty name="color" value="#E71224"/>
    </inkml:brush>
  </inkml:definitions>
  <inkml:trace contextRef="#ctx0" brushRef="#br0">351 0 24575,'0'1'0,"0"-1"0,0 1 0,-1 0 0,1-1 0,0 1 0,-1-1 0,1 1 0,-1-1 0,1 1 0,-1-1 0,1 1 0,-1-1 0,1 1 0,-1-1 0,1 0 0,-1 1 0,0-1 0,1 0 0,-1 1 0,0-1 0,0 0 0,-20 7 0,12-4 0,-23 10 0,0 2 0,1 1 0,-50 34 0,68-41 0,1 1 0,0 0 0,0 1 0,1 0 0,0 1 0,1 0 0,1 1 0,0 0 0,0 0 0,-9 22 0,17-32 0,-1 1 0,1-1 0,0 1 0,0-1 0,1 1 0,-1-1 0,1 1 0,-1-1 0,1 1 0,0-1 0,0 1 0,2 6 0,-2-8 0,1 0 0,0 0 0,0 0 0,0 0 0,0 0 0,0-1 0,0 1 0,1 0 0,-1 0 0,1-1 0,-1 1 0,1-1 0,-1 1 0,1-1 0,0 0 0,0 0 0,0 0 0,-1 0 0,1 0 0,0 0 0,0 0 0,3 0 0,38 10 0,-1-2 0,79 5 0,-99-12 0,97 7-1365,-73-7-5461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54.941"/>
    </inkml:context>
    <inkml:brush xml:id="br0">
      <inkml:brushProperty name="width" value="0.05" units="cm"/>
      <inkml:brushProperty name="height" value="0.05" units="cm"/>
      <inkml:brushProperty name="color" value="#E71224"/>
    </inkml:brush>
  </inkml:definitions>
  <inkml:trace contextRef="#ctx0" brushRef="#br0">5968 1 24575,'-373'12'0,"-166"-3"0,340-10 0,-4608 1-1365,4757 0-5461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55.651"/>
    </inkml:context>
    <inkml:brush xml:id="br0">
      <inkml:brushProperty name="width" value="0.05" units="cm"/>
      <inkml:brushProperty name="height" value="0.05" units="cm"/>
      <inkml:brushProperty name="color" value="#E71224"/>
    </inkml:brush>
  </inkml:definitions>
  <inkml:trace contextRef="#ctx0" brushRef="#br0">341 0 24575,'-1'3'0,"0"0"0,0-1 0,0 0 0,0 1 0,0-1 0,0 1 0,-1-1 0,1 0 0,-1 0 0,0 0 0,1 0 0,-4 2 0,1 1 0,-56 58 0,-3-2 0,-79 58 0,142-119 0,-6 5 0,-1 0 0,1 0 0,0 1 0,1 0 0,-8 9 0,12-13 0,0-1 0,0 1 0,0 0 0,0 0 0,0 0 0,1 0 0,-1 0 0,1 0 0,-1 0 0,1 1 0,0-1 0,0 0 0,0 0 0,0 0 0,0 0 0,0 0 0,0 1 0,1-1 0,-1 0 0,1 0 0,0 0 0,-1 0 0,1 0 0,0 0 0,2 2 0,8 11 0,1-1 0,0-1 0,1 0 0,1 0 0,0-2 0,25 17 0,-27-19 0,1 1-273,1-1 0,0 0 0,0-1 0,21 8 0,-15-9-6553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2:57.140"/>
    </inkml:context>
    <inkml:brush xml:id="br0">
      <inkml:brushProperty name="width" value="0.05" units="cm"/>
      <inkml:brushProperty name="height" value="0.05" units="cm"/>
      <inkml:brushProperty name="color" value="#E71224"/>
    </inkml:brush>
  </inkml:definitions>
  <inkml:trace contextRef="#ctx0" brushRef="#br0">293 63 24575,'0'5'0,"-1"0"0,0 0 0,0 0 0,0 0 0,0 0 0,-1-1 0,0 1 0,-4 8 0,-25 35 0,16-25 0,3-7 0,-1 0 0,-1-1 0,0 0 0,-1-2 0,0 1 0,-1-2 0,-24 15 0,11-8 0,-31 29 0,60-48 0,0 1 0,0-1 0,-1 0 0,1 0 0,0 0 0,0 0 0,-1 1 0,1-1 0,0 0 0,0 0 0,0 0 0,0 1 0,-1-1 0,1 0 0,0 0 0,0 0 0,0 1 0,0-1 0,0 0 0,0 0 0,0 1 0,0-1 0,0 0 0,0 0 0,0 1 0,0-1 0,0 0 0,0 1 0,0-1 0,0 0 0,0 0 0,0 1 0,0-1 0,0 0 0,0 0 0,0 0 0,0 1 0,0-1 0,1 0 0,-1 1 0,13 4 0,23-3 0,-33-2 0,205-11 0,-70 1 0,135 8 0,-270 2 0,0 0 0,0 0 0,0 0 0,0-1 0,0 1 0,0-1 0,0 0 0,0 1 0,0-1 0,-1 0 0,1-1 0,0 1 0,-1 0 0,5-4 0,-6 4 0,0 0 0,0-1 0,0 1 0,0 0 0,0-1 0,0 1 0,-1-1 0,1 0 0,-1 1 0,1-1 0,-1 0 0,1 1 0,-1-1 0,0 0 0,0 1 0,0-1 0,0 0 0,0 1 0,0-1 0,-1 0 0,1 0 0,0 1 0,-1-1 0,1 1 0,-1-1 0,0 0 0,0-1 0,-2-4 0,-1 1 0,1 0 0,-1-1 0,0 1 0,-1 1 0,1-1 0,-1 1 0,0-1 0,-7-4 0,-8-6 0,-29-17 0,-9-7 0,22 14-273,-1 2 0,-1 1 0,-1 2 0,-76-30 0,74 34-6553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04.210"/>
    </inkml:context>
    <inkml:brush xml:id="br0">
      <inkml:brushProperty name="width" value="0.05" units="cm"/>
      <inkml:brushProperty name="height" value="0.05" units="cm"/>
      <inkml:brushProperty name="color" value="#E71224"/>
    </inkml:brush>
  </inkml:definitions>
  <inkml:trace contextRef="#ctx0" brushRef="#br0">347 1 24575,'1'16'0,"0"1"0,2-1 0,-1 0 0,9 26 0,27 63 0,-24-71 0,66 210 0,-70-212 0,67 199 0,14 44 0,-23-86 0,-47-136 0,147 369 0,-119-325 0,-4-8 0,27 84 0,-70-168 0,7 15 0,11 38 0,-18-51 0,0 1 0,-1 0 0,0 0 0,-1 0 0,1-1 0,-2 1 0,1 0 0,-3 12 0,-16 51 0,-54 133 0,61-173 0,-49 106 0,-84 136 0,124-236 0,-347 594 0,316-547 0,-115 210 0,90-134 0,-32 71 0,89-186-1365,13-26-5461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05.229"/>
    </inkml:context>
    <inkml:brush xml:id="br0">
      <inkml:brushProperty name="width" value="0.05" units="cm"/>
      <inkml:brushProperty name="height" value="0.05" units="cm"/>
      <inkml:brushProperty name="color" value="#E71224"/>
    </inkml:brush>
  </inkml:definitions>
  <inkml:trace contextRef="#ctx0" brushRef="#br0">1 0 24575,'4'0'0,"7"0"0,14 0 0,5 0 0,12 0 0,17 0 0,5 0 0,2 0 0,5 0 0,4 0 0,-8 0 0,-11 0 0,-8 0 0,-9 0 0,-7 0 0,-6 0 0,-7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05.647"/>
    </inkml:context>
    <inkml:brush xml:id="br0">
      <inkml:brushProperty name="width" value="0.05" units="cm"/>
      <inkml:brushProperty name="height" value="0.05" units="cm"/>
      <inkml:brushProperty name="color" value="#E71224"/>
    </inkml:brush>
  </inkml:definitions>
  <inkml:trace contextRef="#ctx0" brushRef="#br0">0 1 24575,'8'0'0,"8"0"0,13 4 0,9 0 0,1 1 0,4-1 0,13 2 0,4 0 0,10 3 0,-8-1-8191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06.358"/>
    </inkml:context>
    <inkml:brush xml:id="br0">
      <inkml:brushProperty name="width" value="0.05" units="cm"/>
      <inkml:brushProperty name="height" value="0.05" units="cm"/>
      <inkml:brushProperty name="color" value="#E71224"/>
    </inkml:brush>
  </inkml:definitions>
  <inkml:trace contextRef="#ctx0" brushRef="#br0">1 0 24575,'3'0'0,"5"0"0,9 0 0,18 0 0,11 0 0,15 0 0,18 0 0,3 0 0,9 4 0,3 0 0,3 4 0,-14 1-8191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06.710"/>
    </inkml:context>
    <inkml:brush xml:id="br0">
      <inkml:brushProperty name="width" value="0.05" units="cm"/>
      <inkml:brushProperty name="height" value="0.05" units="cm"/>
      <inkml:brushProperty name="color" value="#E71224"/>
    </inkml:brush>
  </inkml:definitions>
  <inkml:trace contextRef="#ctx0" brushRef="#br0">0 1 24575,'4'0'0,"8"0"0,12 0 0,21 0 0,16 0 0,26 0 0,-2 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11.166"/>
    </inkml:context>
    <inkml:brush xml:id="br0">
      <inkml:brushProperty name="width" value="0.05" units="cm"/>
      <inkml:brushProperty name="height" value="0.05" units="cm"/>
      <inkml:brushProperty name="color" value="#E71224"/>
    </inkml:brush>
  </inkml:definitions>
  <inkml:trace contextRef="#ctx0" brushRef="#br0">1 0 24575,'1118'0'-2054,"1311"0"-3676,-1383 0 5818,-1011 0-583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11.618"/>
    </inkml:context>
    <inkml:brush xml:id="br0">
      <inkml:brushProperty name="width" value="0.05" units="cm"/>
      <inkml:brushProperty name="height" value="0.05" units="cm"/>
      <inkml:brushProperty name="color" value="#E71224"/>
    </inkml:brush>
  </inkml:definitions>
  <inkml:trace contextRef="#ctx0" brushRef="#br0">62 1 24575,'0'3'0,"0"9"0,-3 9 0,-2 5 0,-3 8 0,0 6 0,-3-5 0,1 0 0,2 0 0,3-1 0,1-8-8191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12.174"/>
    </inkml:context>
    <inkml:brush xml:id="br0">
      <inkml:brushProperty name="width" value="0.05" units="cm"/>
      <inkml:brushProperty name="height" value="0.05" units="cm"/>
      <inkml:brushProperty name="color" value="#E71224"/>
    </inkml:brush>
  </inkml:definitions>
  <inkml:trace contextRef="#ctx0" brushRef="#br0">248 0 24575,'3'0'0,"-1"1"0,1-1 0,-1 1 0,0 0 0,1 0 0,-1-1 0,0 1 0,1 1 0,-1-1 0,0 0 0,0 1 0,0-1 0,0 1 0,0-1 0,0 1 0,-1 0 0,1 0 0,0 0 0,-1 0 0,1 0 0,-1 0 0,0 0 0,0 1 0,0-1 0,1 5 0,0-2 0,0 0 0,0 1 0,-1-1 0,0 1 0,0-1 0,0 1 0,-1 0 0,0-1 0,0 1 0,-2 10 0,-1-8 0,0 1 0,0-1 0,-1 0 0,0 0 0,-1-1 0,0 1 0,0-1 0,0 0 0,-1 0 0,0-1 0,-1 0 0,-11 10 0,-9 4 0,-54 32 0,37-29 0,23-12 0,-34 23 0,55-34 0,0 0 0,0 0 0,0 1 0,-1-1 0,1 0 0,0 0 0,0 0 0,0 0 0,-1 0 0,1 0 0,0 1 0,0-1 0,0 0 0,0 0 0,-1 0 0,1 0 0,0 1 0,0-1 0,0 0 0,0 0 0,0 0 0,0 1 0,0-1 0,-1 0 0,1 0 0,0 0 0,0 1 0,0-1 0,0 0 0,0 0 0,0 1 0,0-1 0,0 0 0,0 0 0,0 1 0,1-1 0,8 2 0,23-4 0,-24 1 0,-4 1 0,-1-1 0,0 1 0,0 0 0,1 1 0,-1-1 0,0 1 0,1-1 0,-1 1 0,0 0 0,0 0 0,0 0 0,0 0 0,0 1 0,5 3 0,-6-3 0,0 0 0,0 0 0,0 0 0,0 1 0,0-1 0,-1 1 0,1 0 0,-1-1 0,0 1 0,1 0 0,-2 0 0,1 0 0,0-1 0,0 1 0,-1 0 0,1 4 0,0 14 0,0 0 0,-3 21 0,0-25 0,2-1 0,0 1 0,1-1 0,2 18 0,-2-32-25,-1-1 0,1 1-1,-1 0 1,1 0 0,0 0 0,-1 0-1,1 0 1,0-1 0,0 1-1,1 0 1,-1-1 0,0 1 0,0-1-1,1 1 1,-1-1 0,1 0-1,-1 0 1,1 0 0,0 1 0,-1-1-1,1-1 1,0 1 0,0 0-1,0 0 1,-1-1 0,1 1 0,0-1-1,0 1 1,0-1 0,0 0-1,0 0 1,0 0 0,0 0 0,0 0-1,0 0 1,0-1 0,0 1 0,0-1-1,0 1 1,0-1 0,-1 0-1,1 1 1,0-1 0,0 0 0,-1 0-1,1-1 1,0 1 0,-1 0-1,1 0 1,-1-1 0,0 1 0,1-1-1,1-2 1,6-10-6801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12.533"/>
    </inkml:context>
    <inkml:brush xml:id="br0">
      <inkml:brushProperty name="width" value="0.05" units="cm"/>
      <inkml:brushProperty name="height" value="0.05" units="cm"/>
      <inkml:brushProperty name="color" value="#E71224"/>
    </inkml:brush>
  </inkml:definitions>
  <inkml:trace contextRef="#ctx0" brushRef="#br0">20 42 24575,'-4'0'0,"-1"3"0,1 6 0,0 3 0,1 5 0,5 2 0,6-2 0,7-4 0,10-4 0,7-4 0,9-2 0,11-10 0,4-6 0,11-15 0,10-21 0,-6-2-8191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13.327"/>
    </inkml:context>
    <inkml:brush xml:id="br0">
      <inkml:brushProperty name="width" value="0.05" units="cm"/>
      <inkml:brushProperty name="height" value="0.05" units="cm"/>
      <inkml:brushProperty name="color" value="#E71224"/>
    </inkml:brush>
  </inkml:definitions>
  <inkml:trace contextRef="#ctx0" brushRef="#br0">475 1 24575,'-3'0'0,"1"1"0,0-1 0,-1 1 0,1-1 0,0 1 0,-1 0 0,1 0 0,0 0 0,0 0 0,-1 1 0,1-1 0,0 0 0,1 1 0,-1 0 0,0-1 0,-3 4 0,-26 38 0,15-19 0,-85 87 0,82-91 0,19-20 0,-1 1 0,0-1 0,0 1 0,1-1 0,-1 1 0,1 0 0,-1-1 0,1 1 0,-1 0 0,1 0 0,-1-1 0,1 1 0,0 0 0,-1 0 0,1 0 0,0 0 0,-1-1 0,1 1 0,0 0 0,0 0 0,0 0 0,0 0 0,0 0 0,0 0 0,0-1 0,1 2 0,-1-1 0,1 0 0,0 0 0,0 0 0,0 0 0,0 0 0,0-1 0,0 1 0,0 0 0,0-1 0,0 1 0,0-1 0,0 1 0,0-1 0,0 0 0,0 1 0,3-1 0,8 2 0,0-1 0,25 0 0,-29-1 0,8-1 0,-8 1 0,1 0 0,-1 0 0,1 1 0,11 2 0,-19-3 0,-1 0 0,1 0 0,-1 1 0,1-1 0,-1 0 0,1 0 0,-1 0 0,1 0 0,-1 1 0,1-1 0,-1 0 0,1 1 0,-1-1 0,0 0 0,1 1 0,-1-1 0,0 0 0,1 1 0,-1-1 0,0 1 0,1-1 0,-1 0 0,0 1 0,0-1 0,1 1 0,-1-1 0,0 1 0,0-1 0,0 1 0,0 0 0,0 0 0,0 0 0,-1 1 0,1-1 0,-1 0 0,1 0 0,-1 0 0,1 0 0,-1 0 0,1 0 0,-1 0 0,0 0 0,-1 1 0,-29 22 0,-31 11 0,-1-3 0,-1-3 0,-122 38 0,172-63 0,14-5 0,22-6 0,-18 6 0,1 1 0,-1-1 0,0 1 0,0 0 0,1 0 0,-1 0 0,0 0 0,0 1 0,1 0 0,-1 0 0,0 0 0,0 0 0,0 0 0,4 3 0,1 2 0,0 0 0,0 1 0,0 0 0,9 10 0,-14-12 0,17 13 0,46 29 0,-24-18 0,-43-29 0,0 0 0,0 0 0,0 0 0,0 0 0,0 0 0,1 0 0,-1 0 0,0 0 0,0 1 0,0-1 0,0 0 0,0 0 0,0 0 0,1 0 0,-1 0 0,0 0 0,0 0 0,0 1 0,0-1 0,0 0 0,0 0 0,0 0 0,0 0 0,0 0 0,0 1 0,0-1 0,0 0 0,0 0 0,1 0 0,-1 0 0,0 1 0,0-1 0,0 0 0,-1 0 0,1 0 0,0 0 0,0 0 0,0 1 0,0-1 0,0 0 0,0 0 0,0 0 0,0 0 0,0 0 0,0 1 0,-10 2 0,-20-1 0,24-2 0,-4 1 0,0 0 0,-1 1 0,1 0 0,0 1 0,0 0 0,0 0 0,0 1 0,1 1 0,-1-1 0,1 1 0,-12 9 0,16-9 0,-1-1 0,1 1 0,0-1 0,1 1 0,-1 1 0,1-1 0,0 1 0,0-1 0,1 1 0,-1 0 0,1 1 0,1-1 0,-1 0 0,1 1 0,0-1 0,1 1 0,-1 0 0,1 10 0,0-16 0,1 1 0,1 0 0,-1-1 0,0 1 0,0-1 0,0 1 0,1-1 0,-1 1 0,1-1 0,-1 1 0,1-1 0,0 1 0,0-1 0,-1 0 0,1 1 0,0-1 0,0 0 0,0 0 0,0 1 0,1-1 0,-1 0 0,0 0 0,0 0 0,1-1 0,-1 1 0,0 0 0,1 0 0,-1-1 0,4 2 0,1-1 0,-1 0 0,1 1 0,0-2 0,0 1 0,0-1 0,-1 0 0,10-1 0,3-1 0,-1-2 0,0 0 0,1-1 0,-1 0 0,-1-2 0,17-8 0,4-4 0,50-36 0,-71 44 0,0-1 0,16-17 0,-28 25 0,0 0 0,0 0 0,-1 0 0,1-1 0,-1 1 0,0-1 0,-1 0 0,1 0 0,-1 0 0,0 0 0,0 0 0,1-7 0,-3 11 0,0 0 0,0-1 0,0 1 0,0 0 0,0-1 0,0 1 0,0 0 0,0 0 0,0-1 0,-1 1 0,1 0 0,0 0 0,-1-1 0,1 1 0,-1 0 0,0 0 0,1 0 0,-1 0 0,0 0 0,0 0 0,-1-2 0,-1 1 0,1 1 0,0-1 0,-1 1 0,1-1 0,-1 1 0,0 0 0,1 0 0,-1 0 0,-4-1 0,-5 1 0,1 0 0,0 0 0,0 1 0,-13 1 0,5 1-227,0 1-1,0 1 1,0 1-1,1 1 1,-28 12-1,9 0-6598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13.666"/>
    </inkml:context>
    <inkml:brush xml:id="br0">
      <inkml:brushProperty name="width" value="0.05" units="cm"/>
      <inkml:brushProperty name="height" value="0.05" units="cm"/>
      <inkml:brushProperty name="color" value="#E71224"/>
    </inkml:brush>
  </inkml:definitions>
  <inkml:trace contextRef="#ctx0" brushRef="#br0">0 0 24575,'7'0'0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15.339"/>
    </inkml:context>
    <inkml:brush xml:id="br0">
      <inkml:brushProperty name="width" value="0.05" units="cm"/>
      <inkml:brushProperty name="height" value="0.05" units="cm"/>
      <inkml:brushProperty name="color" value="#E71224"/>
    </inkml:brush>
  </inkml:definitions>
  <inkml:trace contextRef="#ctx0" brushRef="#br0">1 38 24575,'3'0'0,"6"0"0,11 0 0,5 0 0,14 0 0,13 0 0,6 0 0,3 0 0,9-3 0,-4-5 0,-6-5 0,-13 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15.756"/>
    </inkml:context>
    <inkml:brush xml:id="br0">
      <inkml:brushProperty name="width" value="0.05" units="cm"/>
      <inkml:brushProperty name="height" value="0.05" units="cm"/>
      <inkml:brushProperty name="color" value="#E71224"/>
    </inkml:brush>
  </inkml:definitions>
  <inkml:trace contextRef="#ctx0" brushRef="#br0">440 0 24575,'-32'33'0,"1"1"0,3 1 0,0 2 0,3 1 0,-29 55 0,37-57 0,1 1 0,2 0 0,2 0 0,2 2 0,1-1 0,-6 57 0,12-49 0,3-31 0,-1 0 0,0 0 0,-1 0 0,-1 0 0,-8 27 0,10-41 0,1 0 0,0-1 0,-1 1 0,1 0 0,0 0 0,-1 0 0,1 0 0,-1 0 0,0 0 0,1-1 0,-1 1 0,0 0 0,1 0 0,-1-1 0,0 1 0,0-1 0,0 1 0,1-1 0,-1 1 0,0-1 0,0 1 0,0-1 0,0 0 0,0 1 0,-2-1 0,2 0 0,0 0 0,-1-1 0,1 1 0,-1-1 0,1 1 0,0-1 0,-1 1 0,1-1 0,0 0 0,0 0 0,-1 0 0,1 1 0,0-1 0,0 0 0,-1-2 0,-5-5 0,1 0 0,1 0 0,0-1 0,-5-9 0,0-3 0,1-1 0,2 0 0,0 0 0,1-1 0,1 1 0,1-1 0,1-1 0,0-41 0,4 58 0,0 0 0,0 0 0,1-1 0,-1 1 0,2 1 0,-1-1 0,1 0 0,0 0 0,0 1 0,1 0 0,0 0 0,0 0 0,5-6 0,9-8 0,1 1 0,25-21 0,-9 10 0,13-16-1365,1 1-5461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16.762"/>
    </inkml:context>
    <inkml:brush xml:id="br0">
      <inkml:brushProperty name="width" value="0.05" units="cm"/>
      <inkml:brushProperty name="height" value="0.05" units="cm"/>
      <inkml:brushProperty name="color" value="#E71224"/>
    </inkml:brush>
  </inkml:definitions>
  <inkml:trace contextRef="#ctx0" brushRef="#br0">81 1 24575,'2'0'0,"0"0"0,-1 1 0,1 0 0,-1-1 0,1 1 0,-1 0 0,0 0 0,1 0 0,-1 0 0,0 0 0,0 0 0,1 0 0,-1 0 0,0 1 0,1 1 0,15 22 0,-12-15 0,0-1 0,-1 1 0,0 0 0,-1 0 0,0 0 0,0 1 0,-1-1 0,0 1 0,-1-1 0,-1 1 0,1 0 0,-2 0 0,-1 15 0,-1-14 0,0 0 0,0 0 0,-1-1 0,-1 1 0,0-1 0,0 0 0,-1-1 0,0 1 0,-1-1 0,0 0 0,-14 14 0,15-18 0,0 2 0,-1-1 0,1-1 0,-1 1 0,0-1 0,-1 0 0,1-1 0,-15 8 0,43-31 0,2 4 0,0 0 0,2 2 0,-1 0 0,1 2 0,1 1 0,0 0 0,0 2 0,1 2 0,0 0 0,27-1 0,12 2 0,-1 3 0,77 8 0,-132-5 0,-1-1 0,0 1 0,0 0 0,16 7 0,-24-9 0,1 1 0,-1-1 0,0 1 0,0-1 0,0 1 0,1-1 0,-1 1 0,0 0 0,0 0 0,0 0 0,0-1 0,0 1 0,0 0 0,-1 0 0,1 0 0,0 0 0,0 0 0,-1 1 0,1-1 0,0 0 0,-1 0 0,1 0 0,-1 1 0,0-1 0,1 0 0,-1 0 0,0 1 0,0-1 0,0 0 0,0 1 0,0-1 0,0 0 0,0 1 0,0-1 0,-1 0 0,1 0 0,0 1 0,-1-1 0,1 0 0,-1 0 0,1 0 0,-1 1 0,-1 0 0,-4 6 0,0 0 0,-1 0 0,-1 0 0,1-1 0,-1 0 0,0-1 0,-1 0 0,0 0 0,0-1 0,-12 6 0,-18 6 0,-45 14 0,-46 6 0,124-35 0,0 1 0,1 1 0,-1-1 0,1 1 0,0 0 0,0 0 0,0 0 0,0 1 0,1-1 0,0 1 0,-6 8 0,-9 10 0,17-22 0,1 0 0,0 0 0,0 0 0,0 1 0,0-1 0,0 0 0,0 0 0,0 1 0,0-1 0,1 1 0,-1-1 0,1 1 0,-1-1 0,1 1 0,-1-1 0,1 1 0,0-1 0,-1 1 0,1-1 0,0 1 0,1 3 0,0-3 0,0 0 0,0 0 0,0 0 0,0-1 0,0 1 0,1 0 0,-1 0 0,1-1 0,-1 1 0,1-1 0,0 1 0,-1-1 0,1 0 0,0 0 0,4 2 0,36 16 0,-34-17 0,0 1 0,0 1 0,0-1 0,-1 1 0,1 0 0,-1 1 0,10 8 0,-16-12 0,-1-1 0,1 1 0,0 0 0,-1 0 0,1 0 0,-1 0 0,1-1 0,-1 1 0,1 0 0,-1 0 0,0 0 0,1 0 0,-1 0 0,0 0 0,0 0 0,0 0 0,0 0 0,0 0 0,0 0 0,0 0 0,0 0 0,0 0 0,0 0 0,-1 0 0,1 0 0,0 0 0,-1 0 0,1 0 0,-1 0 0,1 0 0,-1 0 0,1-1 0,-1 1 0,0 0 0,1 0 0,-1-1 0,0 1 0,1 0 0,-1-1 0,0 1 0,-1 0 0,-4 4 0,0-1 0,-1 0 0,1-1 0,-12 5 0,-35 11 0,39-16 0,1 1 0,0 1 0,0 0 0,0 1 0,1 0 0,0 1 0,-21 15 0,32-21 0,0 0 0,0-1 0,1 1 0,-1-1 0,0 1 0,0 0 0,1-1 0,-1 1 0,1 0 0,-1 0 0,1 0 0,-1-1 0,1 1 0,0 0 0,-1 0 0,1 0 0,0 0 0,-1 0 0,1 0 0,0 0 0,0 0 0,0 0 0,0 0 0,0-1 0,0 3 0,1-2 0,0 0 0,0 0 0,0 0 0,0 0 0,0 0 0,1 0 0,-1 0 0,0-1 0,0 1 0,1 0 0,-1-1 0,0 1 0,1-1 0,-1 1 0,0-1 0,1 0 0,-1 1 0,1-1 0,1 0 0,44 5 0,0-1 0,63-4 0,-34-1 0,214-2 252,298 6-1869,-512 2-5209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19.997"/>
    </inkml:context>
    <inkml:brush xml:id="br0">
      <inkml:brushProperty name="width" value="0.05" units="cm"/>
      <inkml:brushProperty name="height" value="0.05" units="cm"/>
      <inkml:brushProperty name="color" value="#E71224"/>
    </inkml:brush>
  </inkml:definitions>
  <inkml:trace contextRef="#ctx0" brushRef="#br0">7142 1 24575,'-228'13'0,"79"-2"0,-639 9-673,0-21-385,363-1 833,-115 14 225,-464 51 0,828-55-160,-252 21 2195,-132 7-1937,-5-37-106,247-1-1,-834 2-1356,1132 0-5461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20.506"/>
    </inkml:context>
    <inkml:brush xml:id="br0">
      <inkml:brushProperty name="width" value="0.05" units="cm"/>
      <inkml:brushProperty name="height" value="0.05" units="cm"/>
      <inkml:brushProperty name="color" value="#E71224"/>
    </inkml:brush>
  </inkml:definitions>
  <inkml:trace contextRef="#ctx0" brushRef="#br0">444 1 24575,'-5'11'0,"-1"-1"0,0 1 0,-1-1 0,0-1 0,-1 1 0,0-1 0,-13 12 0,18-18 0,-55 50 0,-121 86 0,108-87 0,65-47 0,0-1 0,0 1 0,1 0 0,-1 1 0,1-1 0,1 1 0,-1 0 0,1 1 0,-4 6 0,6-9 0,1 0 0,-1 0 0,1 0 0,0 1 0,0-1 0,0 0 0,1 0 0,0 1 0,-1-1 0,1 1 0,1-1 0,-1 0 0,1 1 0,0-1 0,0 0 0,3 9 0,4 6 0,0-1 0,2 1 0,0-2 0,1 1 0,14 16 0,73 76 0,-64-73 0,-14-16-341,1-1 0,1-1-1,40 27 1,-46-35-6485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4:57.182"/>
    </inkml:context>
    <inkml:brush xml:id="br0">
      <inkml:brushProperty name="width" value="0.05" units="cm"/>
      <inkml:brushProperty name="height" value="0.05" units="cm"/>
      <inkml:brushProperty name="color" value="#E71224"/>
    </inkml:brush>
  </inkml:definitions>
  <inkml:trace contextRef="#ctx0" brushRef="#br0">370 1 24575,'-6'1'0,"-1"1"0,0 0 0,0 0 0,1 1 0,-1 0 0,1 0 0,0 0 0,0 1 0,0 0 0,-6 6 0,-1-1 0,-43 32 0,2 2 0,2 2 0,-49 56 0,99-99 0,0 0 0,1 0 0,-1 0 0,0 0 0,1 0 0,-1 0 0,1 0 0,0 0 0,0 1 0,-2 3 0,3-5 0,0 0 0,0 0 0,1 0 0,-1 0 0,0 0 0,1 0 0,-1 0 0,0-1 0,1 1 0,-1 0 0,1 0 0,-1 0 0,1-1 0,-1 1 0,1 0 0,0-1 0,-1 1 0,1 0 0,0-1 0,0 1 0,-1-1 0,1 1 0,0-1 0,0 0 0,0 1 0,0-1 0,-1 0 0,1 1 0,0-1 0,2 0 0,15 5 0,1-2 0,0 0 0,0 0 0,1-2 0,-1-1 0,27-2 0,0 1 0,20 1 0,-18 1 0,70-7 0,-114 6 0,0-1 0,-1 0 0,1 1 0,0-1 0,-1-1 0,1 1 0,-1 0 0,0-1 0,1 0 0,-1 0 0,0 0 0,0 0 0,0 0 0,4-5 0,-6 6 0,0-1 0,0 0 0,0 0 0,0 1 0,0-1 0,-1 0 0,1 0 0,-1 0 0,1 0 0,-1 0 0,0 0 0,1 0 0,-1 0 0,0 0 0,0 0 0,-1 0 0,1 0 0,0 0 0,-1 0 0,1 0 0,-1 0 0,0 1 0,1-1 0,-1 0 0,0 0 0,0 0 0,0 1 0,-3-4 0,-7-9-84,-1-1-1,0 2 1,-1-1-1,-21-15 1,19 16-859,-29-26-5883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46.794"/>
    </inkml:context>
    <inkml:brush xml:id="br0">
      <inkml:brushProperty name="width" value="0.05" units="cm"/>
      <inkml:brushProperty name="height" value="0.05" units="cm"/>
      <inkml:brushProperty name="color" value="#E71224"/>
    </inkml:brush>
  </inkml:definitions>
  <inkml:trace contextRef="#ctx0" brushRef="#br0">1 620 24575,'89'90'0,"39"40"0,-125-126 0,0-1 0,1 0 0,-1 0 0,1-1 0,-1 1 0,9 4 0,-11-7 0,0 0 0,0 1 0,0-1 0,0 0 0,0 0 0,0 0 0,1 1 0,-1-1 0,0 0 0,0 0 0,0-1 0,0 1 0,0 0 0,0 0 0,0-1 0,0 1 0,0 0 0,1-1 0,-1 1 0,0-1 0,-1 1 0,1-1 0,0 0 0,0 1 0,0-1 0,0 0 0,0 0 0,-1 1 0,1-1 0,0 0 0,0-2 0,10-14 0,0-1 0,-2-1 0,9-23 0,3-5 0,42-74 0,5 3 0,6 2 0,101-120 0,-156 212 124,-7 7-496,1 2 0,0-1-1,29-23 1,-32 31-6454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51.193"/>
    </inkml:context>
    <inkml:brush xml:id="br0">
      <inkml:brushProperty name="width" value="0.05" units="cm"/>
      <inkml:brushProperty name="height" value="0.05" units="cm"/>
      <inkml:brushProperty name="color" value="#E71224"/>
    </inkml:brush>
  </inkml:definitions>
  <inkml:trace contextRef="#ctx0" brushRef="#br0">1971 1 24575,'0'0'0,"1"0"0,-1 0 0,0 0 0,0 0 0,0 0 0,0 0 0,1 0 0,-1 0 0,0 0 0,0 0 0,0 0 0,1 0 0,-1 0 0,0 0 0,0 0 0,0 0 0,0 0 0,0 0 0,1 1 0,-1-1 0,0 0 0,0 0 0,0 0 0,0 0 0,0 0 0,1 1 0,-1-1 0,0 0 0,0 0 0,0 0 0,0 0 0,0 1 0,0-1 0,0 0 0,0 0 0,0 0 0,0 0 0,0 1 0,0-1 0,0 0 0,0 0 0,0 0 0,0 1 0,-4 10 0,-11 9 0,-1-6 0,0-1 0,0-1 0,-1-1 0,-1 0 0,0-1 0,0-1 0,-27 9 0,-3-1 0,-91 18 0,-1-12 0,-157 8 0,-142-22 0,322-11 0,-151 4 0,261-1 0,-1 0 0,1 0 0,-1 1 0,1 0 0,0 1 0,0-1 0,0 1 0,0 0 0,0 1 0,1 0 0,-1 0 0,1 0 0,0 1 0,0 0 0,1 0 0,-1 0 0,-6 9 0,-4 9 0,1 0 0,1 1 0,-17 38 0,2-5 0,16-31 0,1 0 0,2 1 0,0 0 0,2 1 0,1-1 0,-5 44 0,6-1 0,3 105 0,3-158 0,-2 1 0,-5 27 0,-1 9 0,7-42-455,-1 1 0,-6 23 0,3-22-6371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51.797"/>
    </inkml:context>
    <inkml:brush xml:id="br0">
      <inkml:brushProperty name="width" value="0.05" units="cm"/>
      <inkml:brushProperty name="height" value="0.05" units="cm"/>
      <inkml:brushProperty name="color" value="#E71224"/>
    </inkml:brush>
  </inkml:definitions>
  <inkml:trace contextRef="#ctx0" brushRef="#br0">1 0 24575,'18'22'0,"28"42"0,-25-32 0,72 118 0,-78-125 0,-13-21 0,0-1 0,0 1 0,0 0 0,1-1 0,-1 0 0,1 0 0,0 0 0,0 0 0,0 0 0,0 0 0,1-1 0,-1 0 0,1 1 0,-1-1 0,1 0 0,0-1 0,0 1 0,0-1 0,0 0 0,0 0 0,0 0 0,0 0 0,0-1 0,0 1 0,0-1 0,1 0 0,-1-1 0,0 1 0,0-1 0,0 0 0,0 0 0,0 0 0,0 0 0,5-2 0,11-6 0,0-1 0,-1 0 0,31-23 0,48-45 0,-61 45-1365,-7 5-5461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55.281"/>
    </inkml:context>
    <inkml:brush xml:id="br0">
      <inkml:brushProperty name="width" value="0.05" units="cm"/>
      <inkml:brushProperty name="height" value="0.05" units="cm"/>
      <inkml:brushProperty name="color" value="#E71224"/>
    </inkml:brush>
  </inkml:definitions>
  <inkml:trace contextRef="#ctx0" brushRef="#br0">2358 252 24575,'-22'-18'0,"-2"0"0,0 2 0,-1 1 0,-32-15 0,23 13 0,-7-5 0,-2 1 0,0 3 0,-1 1 0,-1 3 0,0 1 0,-91-12 0,-238 17 0,224 11 0,9-4 0,-189 5 0,307-1 0,0 0 0,-1 1 0,2 2 0,-1 0 0,1 2 0,0 0 0,0 1 0,1 1 0,1 1 0,-1 1 0,2 1 0,0 1 0,-24 22 0,-9 10 0,3 2 0,1 3 0,3 1 0,2 3 0,-59 98 0,84-119 0,1 1 0,2 1 0,1 0 0,2 1 0,2 0 0,-6 41 0,9-31 0,3 0 0,1 1 0,2-1 0,10 76 0,-5-96 0,1-1 0,1 0 0,1-1 0,2 0 0,0 0 0,2 0 0,20 34 0,-12-30 0,1 0 0,1-1 0,2-1 0,1-1 0,29 25 0,-2-10 0,2-2 0,2-2 0,1-3 0,1-2 0,107 41 0,-123-57 0,0-2 0,2-1 0,-1-3 0,2-1 0,-1-2 0,78 1 0,-91-8 0,392-10 0,-365 4 0,0-2 0,-1-3 0,0-2 0,-1-2 0,69-29 0,-96 32 0,0-2 0,0 0 0,-1-2 0,-1 0 0,-1-2 0,-1-1 0,0-1 0,-1-1 0,-1-1 0,21-28 0,12-17 0,-37 47 0,0-1 0,-2-1 0,18-30 0,-16 17 0,-2 0 0,-1-1 0,-2 0 0,-2-1 0,-1 0 0,-2-1 0,-1 0 0,-2 0 0,0-68 0,-9-148 0,2 236 43,0 0 1,-1 1-1,-1-1 0,-1 1 0,0 0 0,-14-31 0,-60-91-477,36 67-799,33 55-5593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56.823"/>
    </inkml:context>
    <inkml:brush xml:id="br0">
      <inkml:brushProperty name="width" value="0.05" units="cm"/>
      <inkml:brushProperty name="height" value="0.05" units="cm"/>
      <inkml:brushProperty name="color" value="#E71224"/>
    </inkml:brush>
  </inkml:definitions>
  <inkml:trace contextRef="#ctx0" brushRef="#br0">1 0 24575,'17'0'0,"28"0"0,17 0 0,25 0 0,24 0 0,-1 0 0,-1 0 0,-8 0 0,-18 0 0,-20 0 0,-20 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57.226"/>
    </inkml:context>
    <inkml:brush xml:id="br0">
      <inkml:brushProperty name="width" value="0.05" units="cm"/>
      <inkml:brushProperty name="height" value="0.05" units="cm"/>
      <inkml:brushProperty name="color" value="#E71224"/>
    </inkml:brush>
  </inkml:definitions>
  <inkml:trace contextRef="#ctx0" brushRef="#br0">0 0 24575,'4'0'0,"11"0"0,18 4 0,9 1 0,17 3 0,25 0 0,14 0 0,18-3 0,10-2 0,2-1 0,-14-1 0,-23-1 0,-23 0 0,-24 0-8191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58.448"/>
    </inkml:context>
    <inkml:brush xml:id="br0">
      <inkml:brushProperty name="width" value="0.05" units="cm"/>
      <inkml:brushProperty name="height" value="0.05" units="cm"/>
      <inkml:brushProperty name="color" value="#E71224"/>
    </inkml:brush>
  </inkml:definitions>
  <inkml:trace contextRef="#ctx0" brushRef="#br0">1 22 24575,'672'0'0,"-494"-11"331,-34 1-2027,-103 9-5130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4:06.913"/>
    </inkml:context>
    <inkml:brush xml:id="br0">
      <inkml:brushProperty name="width" value="0.05" units="cm"/>
      <inkml:brushProperty name="height" value="0.05" units="cm"/>
      <inkml:brushProperty name="color" value="#E71224"/>
    </inkml:brush>
  </inkml:definitions>
  <inkml:trace contextRef="#ctx0" brushRef="#br0">1 1 24575,'666'0'-1365,"-646"0"-5461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4:07.609"/>
    </inkml:context>
    <inkml:brush xml:id="br0">
      <inkml:brushProperty name="width" value="0.05" units="cm"/>
      <inkml:brushProperty name="height" value="0.05" units="cm"/>
      <inkml:brushProperty name="color" value="#E71224"/>
    </inkml:brush>
  </inkml:definitions>
  <inkml:trace contextRef="#ctx0" brushRef="#br0">23 0 24575,'1'3'0,"0"0"0,0-1 0,1 1 0,-1-1 0,1 0 0,-1 1 0,1-1 0,0 0 0,0 0 0,0 0 0,0 0 0,1-1 0,1 3 0,6 5 0,2 2 0,-1 2 0,0 0 0,-1 0 0,-1 1 0,0 0 0,10 20 0,-18-31 0,-1-1 0,1 0 0,-1 1 0,1-1 0,-1 1 0,0-1 0,1 0 0,-1 1 0,0-1 0,-1 1 0,1-1 0,0 1 0,-1-1 0,0 0 0,1 1 0,-1-1 0,0 0 0,0 0 0,0 1 0,0-1 0,-1 0 0,1 0 0,0 0 0,-1 0 0,-2 2 0,-4 3 0,0 1 0,-1-1 0,0-1 0,-14 8 0,1 0 0,-4 5-1365,5-1-5461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4:08.246"/>
    </inkml:context>
    <inkml:brush xml:id="br0">
      <inkml:brushProperty name="width" value="0.05" units="cm"/>
      <inkml:brushProperty name="height" value="0.05" units="cm"/>
      <inkml:brushProperty name="color" value="#E71224"/>
    </inkml:brush>
  </inkml:definitions>
  <inkml:trace contextRef="#ctx0" brushRef="#br0">0 1 24575,'482'0'-1365,"-464"0"-5461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4:09.116"/>
    </inkml:context>
    <inkml:brush xml:id="br0">
      <inkml:brushProperty name="width" value="0.05" units="cm"/>
      <inkml:brushProperty name="height" value="0.05" units="cm"/>
      <inkml:brushProperty name="color" value="#E71224"/>
    </inkml:brush>
  </inkml:definitions>
  <inkml:trace contextRef="#ctx0" brushRef="#br0">122 1 24575,'1'0'0,"0"1"0,1 0 0,-1-1 0,0 1 0,0 0 0,1 0 0,-1 0 0,0 0 0,0 0 0,0 0 0,0 0 0,0 1 0,0-1 0,0 0 0,-1 0 0,1 1 0,0 1 0,12 25 0,-11-22 0,0 0 0,-1 0 0,1 1 0,-2-1 0,1 1 0,-1-1 0,1 0 0,-2 1 0,1-1 0,-1 1 0,0-1 0,0 0 0,-1 1 0,0-1 0,0 0 0,0 0 0,-1 0 0,0 0 0,0-1 0,-1 1 0,1-1 0,-1 0 0,0 0 0,-1 0 0,1 0 0,-1-1 0,0 0 0,0 0 0,0 0 0,0 0 0,-1-1 0,0 0 0,0 0 0,-11 3 0,-22 8-1365,21-7-5461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4:15.187"/>
    </inkml:context>
    <inkml:brush xml:id="br0">
      <inkml:brushProperty name="width" value="0.05" units="cm"/>
      <inkml:brushProperty name="height" value="0.05" units="cm"/>
      <inkml:brushProperty name="color" value="#E71224"/>
    </inkml:brush>
  </inkml:definitions>
  <inkml:trace contextRef="#ctx0" brushRef="#br0">1396 150 24575,'-8'-1'0,"0"0"0,0 0 0,0-1 0,-15-6 0,0 1 0,-97-23 0,-131-17 0,124 21 0,65 12 0,26 8 0,0 2 0,0 2 0,-1 1 0,-56 6 0,82-3 0,0 0 0,0 0 0,0 1 0,1 1 0,-18 7 0,-49 31 0,21-12 0,11-8 0,13-7 0,0 2 0,-44 29 0,68-39 0,-1-1 0,1 1 0,1 0 0,-1 1 0,1 0 0,1 0 0,-1 1 0,1-1 0,1 1 0,0 1 0,0-1 0,-6 20 0,3 0 0,1 1 0,2 0 0,-2 46 0,7 93 0,1-74 0,0-77 0,1 0 0,0 0 0,1-1 0,1 0 0,1 1 0,0-2 0,1 1 0,14 26 0,-8-21 0,0-1 0,2-1 0,0 0 0,1 0 0,32 30 0,-30-36 0,0 0 0,0-1 0,2-1 0,-1-1 0,29 13 0,105 34 0,-91-37 0,231 67 0,-236-75 0,0-4 0,1-1 0,76-1 0,54-7-923,200-4-3807,-334 2 4155,1-2-1,65-14 1,-91 11 1074,51-19 0,-57 17 1251,-1-2 1,36-23-1,-32 16-1515,-1-1 1,-1-1-1,-1-1 1,-1-1-1,22-28 1,-14 10-330,-2-1-1,32-63 1,-41 68 94,-7 16 0,0 0 0,-1-1 0,-2-1 0,0 0 0,8-35 0,-10 17 0,3-82 0,-9 108 0,0 0 0,-1 0 0,-1 1 0,-1-1 0,1 0 0,-2 1 0,0-1 0,-1 1 0,-10-21 0,7 23 0,0-1 0,-1 2 0,0-1 0,0 1 0,-1 0 0,-1 1 0,1 0 0,-18-10 0,0 2 0,0 1 0,-43-16 0,-318-97 0,365 124 0,-1 0 0,-33-1 0,2 1 0,-231-38-1365,238 37-5461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4:46.990"/>
    </inkml:context>
    <inkml:brush xml:id="br0">
      <inkml:brushProperty name="width" value="0.05" units="cm"/>
      <inkml:brushProperty name="height" value="0.05" units="cm"/>
      <inkml:brushProperty name="color" value="#E71224"/>
    </inkml:brush>
  </inkml:definitions>
  <inkml:trace contextRef="#ctx0" brushRef="#br0">1 1 24575,'0'1'0,"1"0"0,-1 0 0,1 0 0,-1 0 0,1 0 0,-1 0 0,1 0 0,0-1 0,-1 1 0,1 0 0,0 0 0,0 0 0,0-1 0,-1 1 0,1 0 0,0-1 0,0 1 0,0-1 0,0 1 0,0-1 0,2 1 0,25 9 0,-6-5 0,1-1 0,0 0 0,29 0 0,73-5 0,-62 0 0,787 20 0,-316 4 0,-90 0 0,-1 28 0,-419-48 0,47 9 286,-42-6-836,0-1-1,32 0 1,-46-5-6276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5:09.459"/>
    </inkml:context>
    <inkml:brush xml:id="br0">
      <inkml:brushProperty name="width" value="0.05" units="cm"/>
      <inkml:brushProperty name="height" value="0.05" units="cm"/>
      <inkml:brushProperty name="color" value="#E71224"/>
    </inkml:brush>
  </inkml:definitions>
  <inkml:trace contextRef="#ctx0" brushRef="#br0">2423 171 24575,'-1643'0'0,"1599"0"0,0 2 0,0 2 0,0 2 0,1 2 0,0 2 0,0 1 0,1 3 0,1 1 0,0 2 0,1 2 0,-51 32 0,74-40 0,0 1 0,0 1 0,1 0 0,1 1 0,0 1 0,1 0 0,0 1 0,2 0 0,0 1 0,0 1 0,2 0 0,0 0 0,-11 32 0,16-34 0,1 0 0,1 1 0,1 0 0,0 0 0,1 0 0,0 0 0,2 0 0,0 0 0,1-1 0,1 1 0,6 23 0,-6-32 0,1 0 0,0-1 0,0 1 0,0-1 0,1 0 0,0 0 0,12 12 0,48 40 0,-54-50 0,25 22 0,1-3 0,1 0 0,2-3 0,0-1 0,2-2 0,1-2 0,59 20 0,285 68 0,-299-90 0,0-2 0,133 4 0,496-18 0,-356-5 0,-138 4 0,233-2 0,-404-2 0,0-1 0,0-3 0,-1-2 0,0-3 0,-1-1 0,0-3 0,-1-2 0,-1-2 0,51-30 0,-87 44 0,0-2 0,-1 0 0,-1 0 0,1-1 0,-1 0 0,0-1 0,-1 0 0,-1 0 0,1-1 0,-1 0 0,-1-1 0,0 0 0,-1 0 0,0 0 0,-1-1 0,7-25 0,26-109 0,-33 118 0,0 1 0,-2-1 0,-1-37 0,-3 54 0,-1 0 0,0 0 0,-1 0 0,0 0 0,-1 0 0,-1 0 0,0 1 0,0 0 0,-1 0 0,0 1 0,-1-1 0,0 1 0,-1 1 0,0-1 0,-14-12 0,-10-6 0,0 1 0,-2 2 0,-44-25 0,16 14 0,-114-47 0,-75-9 0,-62 3 342,237 73-911,0 3 0,-92-3 0,116 14-6257</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5:13.956"/>
    </inkml:context>
    <inkml:brush xml:id="br0">
      <inkml:brushProperty name="width" value="0.05" units="cm"/>
      <inkml:brushProperty name="height" value="0.05" units="cm"/>
      <inkml:brushProperty name="color" value="#E71224"/>
    </inkml:brush>
  </inkml:definitions>
  <inkml:trace contextRef="#ctx0" brushRef="#br0">0 63 24575,'611'-16'0,"103"-10"0,4 25 0,-324 3 0,-43-13 0,-56 1 0,533 22 0,-102-2 0,-458-11 0,4660 1-1365,-4910 0-5461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47.923"/>
    </inkml:context>
    <inkml:brush xml:id="br0">
      <inkml:brushProperty name="width" value="0.05" units="cm"/>
      <inkml:brushProperty name="height" value="0.05" units="cm"/>
      <inkml:brushProperty name="color" value="#E71224"/>
    </inkml:brush>
  </inkml:definitions>
  <inkml:trace contextRef="#ctx0" brushRef="#br0">984 23 24575,'-180'-11'0,"33"1"0,130 10 0,5-1 0,0 0 0,-1 1 0,1 1 0,0 0 0,-21 5 0,30-5 0,0 0 0,1 0 0,-1 0 0,1 1 0,-1-1 0,1 1 0,-1-1 0,1 1 0,0 0 0,0 0 0,0 0 0,0 0 0,0 0 0,0 0 0,0 1 0,1-1 0,-1 1 0,1-1 0,0 1 0,0-1 0,0 1 0,0 0 0,0 0 0,1-1 0,-1 1 0,1 0 0,-1 0 0,1 0 0,1 5 0,0 2 0,0-1 0,1 0 0,0 0 0,0 0 0,1 0 0,1 0 0,-1 0 0,1-1 0,1 0 0,0 1 0,7 8 0,6 14 0,-16-29 0,-1-1 0,0 1 0,0 0 0,0 0 0,-1 0 0,1 0 0,0 0 0,-1 0 0,1 1 0,-1-1 0,0 0 0,0 0 0,0 0 0,0 0 0,0 1 0,0-1 0,0 0 0,-2 3 0,1-3 0,0 0 0,0-1 0,0 1 0,0 0 0,-1-1 0,1 1 0,-1-1 0,1 0 0,-1 1 0,0-1 0,1 0 0,-1 0 0,0 0 0,0 0 0,0-1 0,0 1 0,0 0 0,0-1 0,0 1 0,-4 0 0,-36 4 0,-1-1 0,0-2 0,-54-5 0,25 0 0,-133 0-7018,178 3 5845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48.589"/>
    </inkml:context>
    <inkml:brush xml:id="br0">
      <inkml:brushProperty name="width" value="0.05" units="cm"/>
      <inkml:brushProperty name="height" value="0.05" units="cm"/>
      <inkml:brushProperty name="color" value="#E71224"/>
    </inkml:brush>
  </inkml:definitions>
  <inkml:trace contextRef="#ctx0" brushRef="#br0">597 1 24575,'-7'0'0,"0"1"0,0 0 0,0 0 0,0 1 0,0 0 0,-7 3 0,11-4 0,0 0 0,0 0 0,0 1 0,0-1 0,0 1 0,1 0 0,-1 0 0,0 0 0,1 0 0,-1 0 0,1 0 0,0 1 0,0 0 0,-4 4 0,5-2 0,-1-1 0,1 0 0,-1 1 0,1-1 0,1 1 0,-1-1 0,1 1 0,-1 0 0,1-1 0,0 1 0,1-1 0,-1 1 0,1-1 0,0 1 0,2 5 0,2 2 0,0 0 0,1 0 0,14 20 0,-12-19 0,0 0 0,8 20 0,-15-32 0,-1 0 0,1 0 0,-1 0 0,0 0 0,0 0 0,1 0 0,-1 0 0,0 0 0,0 0 0,0 0 0,0 0 0,0 0 0,0 1 0,0-1 0,-1 0 0,1 0 0,0 0 0,0 0 0,-1 0 0,1 0 0,-1 0 0,1 0 0,-1 0 0,1-1 0,-1 1 0,0 0 0,1 0 0,-1 0 0,0-1 0,0 1 0,0 0 0,1-1 0,-1 1 0,0 0 0,0-1 0,0 1 0,0-1 0,0 0 0,0 1 0,0-1 0,-2 1 0,-6 1 0,1 0 0,-1-1 0,0 0 0,-11 0 0,9-1 0,-65 3 0,-1-3 0,-149-20 0,219 19 20,-45-11 296,50 11-422,-1 0-1,1 0 1,-1 0 0,1 0-1,-1-1 1,1 1 0,-1-1-1,1 1 1,0-1 0,0 0 0,0 0-1,0 0 1,0 0 0,0 0-1,-2-4 1,2-7-6720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49.087"/>
    </inkml:context>
    <inkml:brush xml:id="br0">
      <inkml:brushProperty name="width" value="0.05" units="cm"/>
      <inkml:brushProperty name="height" value="0.05" units="cm"/>
      <inkml:brushProperty name="color" value="#E71224"/>
    </inkml:brush>
  </inkml:definitions>
  <inkml:trace contextRef="#ctx0" brushRef="#br0">12 0 24575,'2'122'0,"-4"129"0,-9-184 0,11-58 342,5-12-2049,2-7-5119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49.412"/>
    </inkml:context>
    <inkml:brush xml:id="br0">
      <inkml:brushProperty name="width" value="0.05" units="cm"/>
      <inkml:brushProperty name="height" value="0.05" units="cm"/>
      <inkml:brushProperty name="color" value="#E71224"/>
    </inkml:brush>
  </inkml:definitions>
  <inkml:trace contextRef="#ctx0" brushRef="#br0">0 1 24575,'4'0'0,"4"0"0,8 3 0,5 2 0,3 0 0,7-2 0,2 3 0,0 0 0,-4 0 0,-5-3-8191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3:49.767"/>
    </inkml:context>
    <inkml:brush xml:id="br0">
      <inkml:brushProperty name="width" value="0.05" units="cm"/>
      <inkml:brushProperty name="height" value="0.05" units="cm"/>
      <inkml:brushProperty name="color" value="#E71224"/>
    </inkml:brush>
  </inkml:definitions>
  <inkml:trace contextRef="#ctx0" brushRef="#br0">55 0 24575,'0'8'0,"0"5"0,0 11 0,0 9 0,0 6 0,0 10 0,0 4 0,0 4 0,-4-1 0,0-3 0,-1-7 0,-6 7 0,-1-3 0,2-6 0,2-10-8191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5:16.755"/>
    </inkml:context>
    <inkml:brush xml:id="br0">
      <inkml:brushProperty name="width" value="0.05" units="cm"/>
      <inkml:brushProperty name="height" value="0.05" units="cm"/>
      <inkml:brushProperty name="color" value="#E71224"/>
    </inkml:brush>
  </inkml:definitions>
  <inkml:trace contextRef="#ctx0" brushRef="#br0">1 455 24575,'9'-1'0,"0"0"0,1-1 0,-1 1 0,0-2 0,0 1 0,11-6 0,3 0 0,195-69 0,210-65 0,-263 97 158,367-110-1681,-505 145-5303</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5:17.221"/>
    </inkml:context>
    <inkml:brush xml:id="br0">
      <inkml:brushProperty name="width" value="0.05" units="cm"/>
      <inkml:brushProperty name="height" value="0.05" units="cm"/>
      <inkml:brushProperty name="color" value="#E71224"/>
    </inkml:brush>
  </inkml:definitions>
  <inkml:trace contextRef="#ctx0" brushRef="#br0">0 1 24575,'0'1'0,"1"-1"0,-1 1 0,0 0 0,1 0 0,-1 0 0,1-1 0,-1 1 0,1 0 0,0 0 0,-1-1 0,1 1 0,-1 0 0,1-1 0,0 1 0,0-1 0,-1 1 0,1-1 0,0 1 0,0-1 0,0 0 0,-1 1 0,1-1 0,1 0 0,5 3 0,241 117 0,-91-47 0,405 172 0,-557-243-227,1 0-1,-1 0 1,0 1-1,0-1 1,5 5-1,1 2-6598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5:17.563"/>
    </inkml:context>
    <inkml:brush xml:id="br0">
      <inkml:brushProperty name="width" value="0.05" units="cm"/>
      <inkml:brushProperty name="height" value="0.05" units="cm"/>
      <inkml:brushProperty name="color" value="#E71224"/>
    </inkml:brush>
  </inkml:definitions>
  <inkml:trace contextRef="#ctx0" brushRef="#br0">0 1 24575,'13'12'0,"111"117"0,43 50 0,8-7 0,376 283 0,-516-428-455,2-3 0,60 31 0,-64-41-6371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4:05:30.242"/>
    </inkml:context>
    <inkml:brush xml:id="br0">
      <inkml:brushProperty name="width" value="0.05" units="cm"/>
      <inkml:brushProperty name="height" value="0.05" units="cm"/>
      <inkml:brushProperty name="color" value="#E71224"/>
    </inkml:brush>
  </inkml:definitions>
  <inkml:trace contextRef="#ctx0" brushRef="#br0">3999 0 24575,'-26'2'0,"0"1"0,0 2 0,0 0 0,-36 13 0,26-7 0,-552 141 0,4 26 0,314-88 0,88-34 0,-363 129 0,499-162 0,1 1 0,1 2 0,-60 46 0,44-29 0,-108 83 0,-265 258 0,373-323 0,-82 111 0,-30 82 0,115-161 0,4 2 0,-41 105 0,62-112 0,3 1 0,4 1 0,4 1 0,4 1 0,-5 104 0,18 136 0,6-177 0,-3 67 0,6 285 0,-1-443 0,4 1 0,20 86 0,-19-117 0,1-1 0,1 0 0,2-1 0,2 0 0,1-1 0,24 36 0,345 397 0,-213-271 0,-145-161 0,26 32 0,4-3 0,86 74 0,-119-118-458,1-1 0,0 0-1,1-2 1,1-1-1,51 17 1,151 31-3276,-164-46 3434,310 68 193,-37-8 1345,828 138 4415,-409-167-5653,1-81 0,322 2 0,-974 31 0,-1-5 0,136-27 0,197-72 0,-357 82 0,-2-4 0,-1-3 0,-1-4 0,92-56 0,-60 22 0,160-131 0,-236 170 90,-2-1 0,48-63-1,44-80-760,-87 120-57,95-155-5024,-45 51 5801,81-207 0,-124 252 1647,30-122 0,-54 155-565,-4-1 0,8-119-1,-18 64-1130,-5-1 0,-7 0 0,-40-227 0,-81-179 0,93 435 0,-4 1 0,-99-191 0,82 200 0,-4 4 0,-99-119 0,111 156 0,-3 3 0,-2 2 0,-3 2 0,-94-65 0,95 81 0,-97-45 0,-66-12 0,113 49 0,-210-76 0,-93-40 0,347 131 0,-97-44 0,-182-54 0,-74 13 0,201 57 0,-328-59 0,75 41-1365,434 68-5461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97902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8459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02122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74959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08285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首先以运营商为例，放眼全球，大部分运营商都面临着收入下降、</a:t>
            </a:r>
            <a:r>
              <a:rPr lang="en-US" altLang="zh-CN"/>
              <a:t>OPEX</a:t>
            </a:r>
            <a:r>
              <a:rPr lang="zh-CN" altLang="en-US"/>
              <a:t>上升的问题。同时，随着</a:t>
            </a:r>
            <a:r>
              <a:rPr lang="en-US" altLang="zh-CN"/>
              <a:t>OTT</a:t>
            </a:r>
            <a:r>
              <a:rPr lang="zh-CN" altLang="en-US"/>
              <a:t>对其市场份额的不断蚕食，越来越多的运营商将</a:t>
            </a:r>
            <a:r>
              <a:rPr lang="en-US" altLang="zh-CN"/>
              <a:t>OTT</a:t>
            </a:r>
            <a:r>
              <a:rPr lang="zh-CN" altLang="en-US"/>
              <a:t>作为其竞争对手，这些都促使了运营商要做网络转型。此时，运营商必然面临的问题是如何做到多网融合、多厂商协同以及快速高效地管理好融合网络。</a:t>
            </a:r>
            <a:endParaRPr lang="en-US" altLang="zh-CN"/>
          </a:p>
          <a:p>
            <a:r>
              <a:rPr lang="zh-CN" altLang="en-US"/>
              <a:t>在</a:t>
            </a:r>
            <a:r>
              <a:rPr lang="en-US" altLang="zh-CN"/>
              <a:t>5G</a:t>
            </a:r>
            <a:r>
              <a:rPr lang="zh-CN" altLang="en-US"/>
              <a:t>时代，所有人都预测</a:t>
            </a:r>
            <a:r>
              <a:rPr lang="en-US" altLang="zh-CN"/>
              <a:t>5G</a:t>
            </a:r>
            <a:r>
              <a:rPr lang="zh-CN" altLang="en-US"/>
              <a:t>将催生新的服务、新的业务。但纵观历史新业务的上线方式都是由运营商提出诉求，再由设备厂商去实现，其周期短则大半年，长则需要几年。而</a:t>
            </a:r>
            <a:r>
              <a:rPr lang="en-US" altLang="zh-CN"/>
              <a:t>OTT</a:t>
            </a:r>
            <a:r>
              <a:rPr lang="zh-CN" altLang="en-US"/>
              <a:t>推出新业务只需要几个月，这使得运营商和</a:t>
            </a:r>
            <a:r>
              <a:rPr lang="en-US" altLang="zh-CN"/>
              <a:t>OTT</a:t>
            </a:r>
            <a:r>
              <a:rPr lang="zh-CN" altLang="en-US"/>
              <a:t>完全无法平等竞争。业务上线慢原因众多，其中之一便是运营商和厂商之间存在一个</a:t>
            </a:r>
            <a:r>
              <a:rPr lang="en-US" altLang="zh-CN"/>
              <a:t>GAP</a:t>
            </a:r>
            <a:r>
              <a:rPr lang="zh-CN" altLang="en-US"/>
              <a:t>，即运营商不懂设备，而厂商不懂运营商业务。如何消除这个</a:t>
            </a:r>
            <a:r>
              <a:rPr lang="en-US" altLang="zh-CN"/>
              <a:t>GAP</a:t>
            </a:r>
            <a:r>
              <a:rPr lang="zh-CN" altLang="en-US"/>
              <a:t>的影响，让运营商和厂商在各自熟悉的领域发挥最大的作用，快速开通新业务，这是急需解决的问题。</a:t>
            </a:r>
            <a:endParaRPr lang="en-US" altLang="zh-CN"/>
          </a:p>
          <a:p>
            <a:r>
              <a:rPr lang="zh-CN" altLang="en-US"/>
              <a:t>最后，厂商生产的产品具有普适性，即适用于大部分运营商。运营商希望系统能够和其业务需求以及企业文化相匹配，故而有定制的需求。例如某运营商将定制能力写入标书，或通过定制企业规范来实现。而从厂商的角度，客户的定制需求会产生大量的成本，因此，最好的方案就是提供可定制的能力，由客户自己完成定制的工作。</a:t>
            </a:r>
            <a:endParaRPr lang="en-US" altLang="zh-CN"/>
          </a:p>
          <a:p>
            <a:r>
              <a:rPr lang="zh-CN" altLang="en-US"/>
              <a:t>对于其他企业，云时代的到来同样面临相同的问题。云化是趋势，基础设施均有被云平台统一纳管的需求。同时云数据中心业务变更频繁对自动化有极高需求，这些需求都要求一个更开放的网络。</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95647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zh-CN" dirty="0"/>
              <a:t>在传统的网络中，所谓的网络自动化指的仅仅是依赖模板机制形成命令行脚本，再通过网络管理协议让设备运行接收到的命令行脚本。它并没有改变与网络设备交互的方式。在具体的</a:t>
            </a:r>
            <a:r>
              <a:rPr lang="zh-CN" altLang="en-US" dirty="0"/>
              <a:t>设备适配过程</a:t>
            </a:r>
            <a:r>
              <a:rPr lang="zh-CN" altLang="zh-CN" dirty="0"/>
              <a:t>中，网络管理工程师们使用</a:t>
            </a:r>
            <a:r>
              <a:rPr lang="en-US" altLang="zh-CN" dirty="0"/>
              <a:t>Python</a:t>
            </a:r>
            <a:r>
              <a:rPr lang="zh-CN" altLang="zh-CN" dirty="0"/>
              <a:t>或</a:t>
            </a:r>
            <a:r>
              <a:rPr lang="en-US" altLang="zh-CN" dirty="0"/>
              <a:t>Perl</a:t>
            </a:r>
            <a:r>
              <a:rPr lang="zh-CN" altLang="zh-CN" dirty="0"/>
              <a:t>等脚本语言编写一段具体的，适用范围较窄的函数来实现一系列操作的自动化，也可以借助</a:t>
            </a:r>
            <a:r>
              <a:rPr lang="en-US" altLang="zh-CN" dirty="0" err="1"/>
              <a:t>Ansible</a:t>
            </a:r>
            <a:r>
              <a:rPr lang="zh-CN" altLang="zh-CN" dirty="0"/>
              <a:t>和</a:t>
            </a:r>
            <a:r>
              <a:rPr lang="en-US" altLang="zh-CN" dirty="0"/>
              <a:t>Puppet</a:t>
            </a:r>
            <a:r>
              <a:rPr lang="zh-CN" altLang="zh-CN" dirty="0"/>
              <a:t>这样的自动化工具来实现更为复杂的自动化任务。无论是自己写也好，借用自动化工具也罢，网络管理工程师们都需要逐一适配待支持的网络设备。脚本规模越来越大，其可维护性也持续下降，增加新配套所耗费的时间也会随之增加。随着万物互联时代的到来，新业务的上市时间（</a:t>
            </a:r>
            <a:r>
              <a:rPr lang="en-US" altLang="zh-CN" dirty="0"/>
              <a:t>TTM</a:t>
            </a:r>
            <a:r>
              <a:rPr lang="zh-CN" altLang="zh-CN" dirty="0"/>
              <a:t>）越来越成为了</a:t>
            </a:r>
            <a:r>
              <a:rPr lang="zh-CN" altLang="en-US" dirty="0"/>
              <a:t>企业</a:t>
            </a:r>
            <a:r>
              <a:rPr lang="zh-CN" altLang="zh-CN" dirty="0"/>
              <a:t>赖以生存的核心指标。</a:t>
            </a:r>
            <a:endParaRPr lang="en-US" altLang="zh-CN" dirty="0"/>
          </a:p>
          <a:p>
            <a:pPr lvl="0"/>
            <a:r>
              <a:rPr lang="zh-CN" altLang="zh-CN" dirty="0"/>
              <a:t>随着云计算商业化取得的巨大成功，“软件定义网络”（</a:t>
            </a:r>
            <a:r>
              <a:rPr lang="en-US" altLang="zh-CN" dirty="0"/>
              <a:t>SDN</a:t>
            </a:r>
            <a:r>
              <a:rPr lang="zh-CN" altLang="zh-CN" dirty="0"/>
              <a:t>，有时也称为“软件驱动网络”）这个之前只在学术圈流行的概念开始大放异彩。在</a:t>
            </a:r>
            <a:r>
              <a:rPr lang="en-US" altLang="zh-CN" dirty="0"/>
              <a:t>SDN</a:t>
            </a:r>
            <a:r>
              <a:rPr lang="zh-CN" altLang="zh-CN" dirty="0"/>
              <a:t>网络中，备受推崇的理念就是控制面和转发面的分离（即“转控分离”）。在理想的</a:t>
            </a:r>
            <a:r>
              <a:rPr lang="en-US" altLang="zh-CN" dirty="0"/>
              <a:t>SDN</a:t>
            </a:r>
            <a:r>
              <a:rPr lang="zh-CN" altLang="zh-CN" dirty="0"/>
              <a:t>网络中，集中控制器成了一个必不可少的基点。作为整个网络的大脑，它会收集全网拓扑，然后根据业务需求，全局计算出一条最优路径并通知路径途经的设备。当接收到业务报文时，这些设备就会按照集中控制器确定的路径转发报文。</a:t>
            </a:r>
            <a:r>
              <a:rPr lang="zh-CN" altLang="en-US" dirty="0"/>
              <a:t>此时企业可</a:t>
            </a:r>
            <a:r>
              <a:rPr lang="zh-CN" altLang="zh-CN" dirty="0"/>
              <a:t>通过控制面暴露出来的应用编程接口（</a:t>
            </a:r>
            <a:r>
              <a:rPr lang="en-US" altLang="zh-CN" dirty="0"/>
              <a:t>API</a:t>
            </a:r>
            <a:r>
              <a:rPr lang="zh-CN" altLang="zh-CN" dirty="0"/>
              <a:t>）直接操控网络设备的转发面</a:t>
            </a:r>
            <a:r>
              <a:rPr lang="zh-CN" altLang="en-US" dirty="0"/>
              <a:t>，</a:t>
            </a:r>
            <a:r>
              <a:rPr lang="zh-CN" altLang="zh-CN" dirty="0"/>
              <a:t>这也为现代的网络自动化铺平了道路</a:t>
            </a:r>
            <a:r>
              <a:rPr lang="zh-CN" altLang="en-US" dirty="0"/>
              <a:t>。</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88139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54063"/>
            <a:ext cx="5580062" cy="4784070"/>
          </a:xfrm>
        </p:spPr>
        <p:txBody>
          <a:bodyPr/>
          <a:lstStyle/>
          <a:p>
            <a:r>
              <a:rPr lang="zh-CN" altLang="zh-CN" dirty="0"/>
              <a:t>在 “转控分离”的现代网络中，由于转发面和控制面的分离及控制面的集中使得网络自动化的对象由之前的“一对多”转为“一对一”。网络工程师们再也不用为设备适配操心了。得益于开源社区贡献的</a:t>
            </a:r>
            <a:r>
              <a:rPr lang="en-US" altLang="zh-CN" dirty="0"/>
              <a:t>PCEP</a:t>
            </a:r>
            <a:r>
              <a:rPr lang="zh-CN" altLang="zh-CN" dirty="0"/>
              <a:t>（</a:t>
            </a:r>
            <a:r>
              <a:rPr lang="en-US" altLang="zh-CN" dirty="0"/>
              <a:t>RFC 5440</a:t>
            </a:r>
            <a:r>
              <a:rPr lang="zh-CN" altLang="zh-CN" dirty="0"/>
              <a:t>）、</a:t>
            </a:r>
            <a:r>
              <a:rPr lang="en-US" altLang="zh-CN" dirty="0"/>
              <a:t>FORCES</a:t>
            </a:r>
            <a:r>
              <a:rPr lang="zh-CN" altLang="zh-CN" dirty="0"/>
              <a:t>（</a:t>
            </a:r>
            <a:r>
              <a:rPr lang="en-US" altLang="zh-CN" dirty="0"/>
              <a:t>RFC 5810</a:t>
            </a:r>
            <a:r>
              <a:rPr lang="zh-CN" altLang="zh-CN" dirty="0"/>
              <a:t>）、</a:t>
            </a:r>
            <a:r>
              <a:rPr lang="en-US" altLang="zh-CN" dirty="0"/>
              <a:t>BGP-LS</a:t>
            </a:r>
            <a:r>
              <a:rPr lang="zh-CN" altLang="zh-CN" dirty="0"/>
              <a:t>（</a:t>
            </a:r>
            <a:r>
              <a:rPr lang="en-US" altLang="zh-CN" dirty="0"/>
              <a:t>RFC 7752</a:t>
            </a:r>
            <a:r>
              <a:rPr lang="zh-CN" altLang="zh-CN" dirty="0"/>
              <a:t>）及</a:t>
            </a:r>
            <a:r>
              <a:rPr lang="en-US" altLang="zh-CN" dirty="0"/>
              <a:t>NETCONF/YANG</a:t>
            </a:r>
            <a:r>
              <a:rPr lang="zh-CN" altLang="zh-CN" dirty="0"/>
              <a:t>（</a:t>
            </a:r>
            <a:r>
              <a:rPr lang="en-US" altLang="zh-CN" dirty="0"/>
              <a:t>RFC 6241/RFC7950</a:t>
            </a:r>
            <a:r>
              <a:rPr lang="zh-CN" altLang="zh-CN" dirty="0"/>
              <a:t>），各软件厂商就可以构建一套符合行业标准的模型来描述被管理的对象，并以基于这些模型生成的</a:t>
            </a:r>
            <a:r>
              <a:rPr lang="en-US" altLang="zh-CN" dirty="0"/>
              <a:t>API</a:t>
            </a:r>
            <a:r>
              <a:rPr lang="zh-CN" altLang="zh-CN" dirty="0"/>
              <a:t>供自动化脚本或网络配置应用程序调用。</a:t>
            </a:r>
            <a:endParaRPr lang="en-US" altLang="zh-CN" dirty="0"/>
          </a:p>
          <a:p>
            <a:r>
              <a:rPr lang="zh-CN" altLang="zh-CN" dirty="0"/>
              <a:t>使用基于模型的</a:t>
            </a:r>
            <a:r>
              <a:rPr lang="en-US" altLang="zh-CN" dirty="0"/>
              <a:t>API</a:t>
            </a:r>
            <a:r>
              <a:rPr lang="zh-CN" altLang="zh-CN" dirty="0"/>
              <a:t>带来的好处显然易见：由于模型本身是与协议和编码规则解耦的，一套模型可以适配多种协议和编码规则。这为统一适配支持不同网络管理协议的网络设备提供了解决方案。有了统一的设备适配方案，以前想做却做不了的事情就有了新的努力方向：</a:t>
            </a:r>
          </a:p>
          <a:p>
            <a:pPr lvl="1"/>
            <a:r>
              <a:rPr lang="zh-CN" altLang="zh-CN" dirty="0"/>
              <a:t>使用基于模型的</a:t>
            </a:r>
            <a:r>
              <a:rPr lang="en-US" altLang="zh-CN" dirty="0"/>
              <a:t>API</a:t>
            </a:r>
            <a:r>
              <a:rPr lang="zh-CN" altLang="zh-CN" dirty="0"/>
              <a:t>，</a:t>
            </a:r>
            <a:r>
              <a:rPr lang="zh-CN" altLang="en-US" dirty="0"/>
              <a:t>企业</a:t>
            </a:r>
            <a:r>
              <a:rPr lang="zh-CN" altLang="zh-CN" dirty="0"/>
              <a:t>可以快速实现对全网设备的遥测，自动收集设备级和业务级网络运行数据，帮助网络运维工程师及时了解网络运行情况。</a:t>
            </a:r>
          </a:p>
          <a:p>
            <a:pPr lvl="1"/>
            <a:r>
              <a:rPr lang="zh-CN" altLang="zh-CN" dirty="0"/>
              <a:t>使用基于模型的</a:t>
            </a:r>
            <a:r>
              <a:rPr lang="en-US" altLang="zh-CN" dirty="0"/>
              <a:t>API</a:t>
            </a:r>
            <a:r>
              <a:rPr lang="zh-CN" altLang="zh-CN" dirty="0"/>
              <a:t>还可以帮助</a:t>
            </a:r>
            <a:r>
              <a:rPr lang="zh-CN" altLang="en-US" dirty="0"/>
              <a:t>企业</a:t>
            </a:r>
            <a:r>
              <a:rPr lang="zh-CN" altLang="zh-CN" dirty="0"/>
              <a:t>构建工具链，用以完成用户意图识别、自动业务发放、自动全网遥测和基于数据分析的自动网络调整及优化，从而实现意图驱动网络。</a:t>
            </a:r>
          </a:p>
          <a:p>
            <a:endParaRPr lang="zh-CN" altLang="en-US" dirty="0"/>
          </a:p>
        </p:txBody>
      </p:sp>
    </p:spTree>
    <p:extLst>
      <p:ext uri="{BB962C8B-B14F-4D97-AF65-F5344CB8AC3E}">
        <p14:creationId xmlns:p14="http://schemas.microsoft.com/office/powerpoint/2010/main" val="1684687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iMaster NCE</a:t>
            </a:r>
            <a:r>
              <a:rPr lang="zh-CN" altLang="en-US"/>
              <a:t>（简称</a:t>
            </a:r>
            <a:r>
              <a:rPr lang="en-US" altLang="zh-CN"/>
              <a:t>NCE</a:t>
            </a:r>
            <a:r>
              <a:rPr lang="zh-CN" altLang="en-US"/>
              <a:t>）</a:t>
            </a:r>
            <a:r>
              <a:rPr lang="zh-CN" altLang="zh-CN"/>
              <a:t>是华为公司创新的网络云化引擎，定位为未来云化网络的大脑，融合了网络管理、业务控制和网络分析等功能，是实现网络资源池化、网络连接自动化、运维自动化的核心使能系统。其目标是构筑智简网络，从网络自动化，迈向网络自适应，最终实现网络自治。</a:t>
            </a:r>
            <a:r>
              <a:rPr lang="en-US" altLang="zh-CN"/>
              <a:t> </a:t>
            </a:r>
            <a:endParaRPr lang="zh-CN" altLang="zh-CN"/>
          </a:p>
          <a:p>
            <a:r>
              <a:rPr lang="zh-CN" altLang="zh-CN"/>
              <a:t>在</a:t>
            </a:r>
            <a:r>
              <a:rPr lang="en-US" altLang="zh-CN"/>
              <a:t>NCE</a:t>
            </a:r>
            <a:r>
              <a:rPr lang="zh-CN" altLang="zh-CN"/>
              <a:t>的整体开放可编程能力中，包括了自动化、分析和意图三大块。其目标是打造全生命周期的开放可编程架构，匹配客户开放可编程诉求。其中</a:t>
            </a:r>
            <a:r>
              <a:rPr lang="en-US" altLang="zh-CN"/>
              <a:t>NCE</a:t>
            </a:r>
            <a:r>
              <a:rPr lang="zh-CN" altLang="en-US"/>
              <a:t>业务开放可编程</a:t>
            </a:r>
            <a:r>
              <a:rPr lang="zh-CN" altLang="zh-CN"/>
              <a:t>是属于自动化引擎的一部分</a:t>
            </a:r>
            <a:r>
              <a:rPr lang="zh-CN" altLang="en-US"/>
              <a:t>，</a:t>
            </a:r>
            <a:r>
              <a:rPr lang="zh-CN" altLang="zh-CN"/>
              <a:t>它在</a:t>
            </a:r>
            <a:r>
              <a:rPr lang="en-US" altLang="zh-CN"/>
              <a:t>NCE</a:t>
            </a:r>
            <a:r>
              <a:rPr lang="zh-CN" altLang="zh-CN"/>
              <a:t>的整个开放可编程体系中是形成闭环的关键一环，相当于人体的四肢，是执行器，需要能够像手一样灵活，才能支撑由智简网络大脑驱动的自动化闭环能力。</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90864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99962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纵观各产业开放架构，都是相似的。</a:t>
            </a:r>
            <a:r>
              <a:rPr lang="en-US" altLang="zh-CN" noProof="0"/>
              <a:t>NCE</a:t>
            </a:r>
            <a:r>
              <a:rPr lang="zh-CN" altLang="en-US" noProof="0"/>
              <a:t>业务开放可编程</a:t>
            </a:r>
            <a:r>
              <a:rPr lang="zh-CN" altLang="en-US"/>
              <a:t>对于网络的作用，和操作系统对于电脑的作用类似。</a:t>
            </a:r>
            <a:endParaRPr lang="en-US" altLang="zh-CN"/>
          </a:p>
          <a:p>
            <a:pPr lvl="0"/>
            <a:r>
              <a:rPr lang="zh-CN" altLang="en-US" noProof="0"/>
              <a:t>操作系统接入管理硬件，如鼠标、键盘等，首先要安装对应的驱动，驱动的作用是让操作系统能认识这个硬件。</a:t>
            </a:r>
            <a:r>
              <a:rPr lang="en-US" altLang="zh-CN" noProof="0"/>
              <a:t>NCE</a:t>
            </a:r>
            <a:r>
              <a:rPr lang="zh-CN" altLang="en-US" noProof="0"/>
              <a:t>业务开放可编程是一样的道理，不同之处在于数通产业管理的是交换机、路由器。首先我们要认识并管理这些交换机、路由器，即加载一个设备驱动，然后再添加并了解设备具体的能力。</a:t>
            </a:r>
            <a:endParaRPr lang="en-US" altLang="zh-CN" noProof="0"/>
          </a:p>
          <a:p>
            <a:pPr lvl="0"/>
            <a:r>
              <a:rPr lang="zh-CN" altLang="en-US" noProof="0"/>
              <a:t>再上一层，对于操作系统来说就是硬件管理，用于管理鼠标、键盘的状态。</a:t>
            </a:r>
            <a:r>
              <a:rPr lang="en-US" altLang="zh-CN" noProof="0"/>
              <a:t>NCE</a:t>
            </a:r>
            <a:r>
              <a:rPr lang="zh-CN" altLang="en-US" noProof="0"/>
              <a:t>业务开放可编程对应的就是设备管理，管理设备的状态、管理设备的配置等。</a:t>
            </a:r>
            <a:endParaRPr lang="en-US" altLang="zh-CN" noProof="0"/>
          </a:p>
          <a:p>
            <a:pPr lvl="0"/>
            <a:r>
              <a:rPr lang="zh-CN" altLang="en-US" noProof="0"/>
              <a:t>最上层，操作系统有程序管理，管理各种应用程序，如</a:t>
            </a:r>
            <a:r>
              <a:rPr lang="en-US" altLang="zh-CN" noProof="0"/>
              <a:t>word</a:t>
            </a:r>
            <a:r>
              <a:rPr lang="zh-CN" altLang="en-US" noProof="0"/>
              <a:t>、</a:t>
            </a:r>
            <a:r>
              <a:rPr lang="en-US" altLang="zh-CN" noProof="0"/>
              <a:t>excel</a:t>
            </a:r>
            <a:r>
              <a:rPr lang="zh-CN" altLang="en-US" noProof="0"/>
              <a:t>等，需要注意使用这些程序都要用到鼠标、键盘的能力。对于</a:t>
            </a:r>
            <a:r>
              <a:rPr lang="en-US" altLang="zh-CN" noProof="0"/>
              <a:t>NCE</a:t>
            </a:r>
            <a:r>
              <a:rPr lang="zh-CN" altLang="en-US" noProof="0"/>
              <a:t>业务开放可编程，最上层是业务管理，即根据应用场景构建网络业务能力。在此基础上</a:t>
            </a:r>
            <a:r>
              <a:rPr lang="en-US" altLang="zh-CN" noProof="0"/>
              <a:t>NCE</a:t>
            </a:r>
            <a:r>
              <a:rPr lang="zh-CN" altLang="en-US" noProof="0"/>
              <a:t>还提供了事务失败回滚、设备配置变更自动检测等能力来提升运维能力。</a:t>
            </a:r>
            <a:endParaRPr lang="en-US" altLang="zh-CN" noProof="0"/>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72391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NCE</a:t>
            </a:r>
            <a:r>
              <a:rPr lang="zh-CN" altLang="en-US" dirty="0"/>
              <a:t>业务开放可编程的实现依托两个关键的软件包，</a:t>
            </a:r>
            <a:r>
              <a:rPr lang="en-US" altLang="zh-CN" dirty="0"/>
              <a:t>SND</a:t>
            </a:r>
            <a:r>
              <a:rPr lang="zh-CN" altLang="en-US" dirty="0"/>
              <a:t>和</a:t>
            </a:r>
            <a:r>
              <a:rPr lang="en-US" altLang="zh-CN" dirty="0"/>
              <a:t>SSP</a:t>
            </a:r>
            <a:r>
              <a:rPr lang="zh-CN" altLang="en-US" dirty="0"/>
              <a:t>：</a:t>
            </a:r>
            <a:endParaRPr lang="en-US" altLang="zh-CN" dirty="0"/>
          </a:p>
          <a:p>
            <a:pPr lvl="1"/>
            <a:r>
              <a:rPr lang="en-US" altLang="zh-CN" dirty="0"/>
              <a:t>SND(Specific NE Driver</a:t>
            </a:r>
            <a:r>
              <a:rPr lang="zh-CN" altLang="en-US" dirty="0"/>
              <a:t>，网元驱动包</a:t>
            </a:r>
            <a:r>
              <a:rPr lang="en-US" altLang="zh-CN" dirty="0"/>
              <a:t>)</a:t>
            </a:r>
            <a:r>
              <a:rPr lang="zh-CN" altLang="en-US" dirty="0"/>
              <a:t>：为</a:t>
            </a:r>
            <a:r>
              <a:rPr lang="en-US" altLang="zh-CN" dirty="0"/>
              <a:t>NCE</a:t>
            </a:r>
            <a:r>
              <a:rPr lang="zh-CN" altLang="en-US" dirty="0"/>
              <a:t>业务开放可编程系统提供与网元交互的数据模型。</a:t>
            </a:r>
            <a:endParaRPr lang="en-US" altLang="zh-CN" dirty="0"/>
          </a:p>
          <a:p>
            <a:pPr lvl="1"/>
            <a:r>
              <a:rPr lang="en-US" altLang="zh-CN" dirty="0"/>
              <a:t>SSP(Specific Service Plugin</a:t>
            </a:r>
            <a:r>
              <a:rPr lang="zh-CN" altLang="en-US" dirty="0"/>
              <a:t>，业务包</a:t>
            </a:r>
            <a:r>
              <a:rPr lang="en-US" altLang="zh-CN" dirty="0"/>
              <a:t>)</a:t>
            </a:r>
            <a:r>
              <a:rPr lang="zh-CN" altLang="en-US" dirty="0"/>
              <a:t>：定义了完成一个网络业务配置对应的数据模型。</a:t>
            </a:r>
          </a:p>
          <a:p>
            <a:pPr lvl="0"/>
            <a:r>
              <a:rPr lang="zh-CN" altLang="en-US" dirty="0"/>
              <a:t>工程师首先编写</a:t>
            </a:r>
            <a:r>
              <a:rPr lang="en-US" altLang="zh-CN" dirty="0"/>
              <a:t>SND</a:t>
            </a:r>
            <a:r>
              <a:rPr lang="zh-CN" altLang="en-US" dirty="0"/>
              <a:t>，然后将其加载到</a:t>
            </a:r>
            <a:r>
              <a:rPr lang="en-US" altLang="zh-CN" dirty="0" err="1"/>
              <a:t>iMaster</a:t>
            </a:r>
            <a:r>
              <a:rPr lang="en-US" altLang="zh-CN" dirty="0"/>
              <a:t> NCE</a:t>
            </a:r>
            <a:r>
              <a:rPr lang="zh-CN" altLang="en-US" dirty="0"/>
              <a:t>，即可实现新设备的快速对接，再编写</a:t>
            </a:r>
            <a:r>
              <a:rPr lang="en-US" altLang="zh-CN" dirty="0"/>
              <a:t>SSP</a:t>
            </a:r>
            <a:r>
              <a:rPr lang="zh-CN" altLang="en-US" dirty="0"/>
              <a:t>将其加载到</a:t>
            </a:r>
            <a:r>
              <a:rPr lang="en-US" altLang="zh-CN" dirty="0" err="1"/>
              <a:t>iMaster</a:t>
            </a:r>
            <a:r>
              <a:rPr lang="en-US" altLang="zh-CN" dirty="0"/>
              <a:t> NCE</a:t>
            </a:r>
            <a:r>
              <a:rPr lang="zh-CN" altLang="en-US" dirty="0"/>
              <a:t>实现新业务的快速构建。</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02187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网元</a:t>
            </a:r>
            <a:r>
              <a:rPr lang="en-US" altLang="zh-CN"/>
              <a:t>YANG</a:t>
            </a:r>
            <a:r>
              <a:rPr lang="zh-CN" altLang="en-US"/>
              <a:t>模型：抽象设备层原子能力（如创建子接口）形成的</a:t>
            </a:r>
            <a:r>
              <a:rPr lang="en-US" altLang="zh-CN"/>
              <a:t>YANG</a:t>
            </a:r>
            <a:r>
              <a:rPr lang="zh-CN" altLang="en-US"/>
              <a:t>文件，由各设备厂商提供</a:t>
            </a:r>
            <a:r>
              <a:rPr lang="en-US" altLang="zh-CN"/>
              <a:t>YANG</a:t>
            </a:r>
            <a:r>
              <a:rPr lang="zh-CN" altLang="en-US"/>
              <a:t>文件。</a:t>
            </a:r>
            <a:endParaRPr lang="en-US" altLang="zh-CN"/>
          </a:p>
          <a:p>
            <a:pPr lvl="0"/>
            <a:r>
              <a:rPr lang="zh-CN" altLang="en-US"/>
              <a:t>业务</a:t>
            </a:r>
            <a:r>
              <a:rPr lang="en-US" altLang="zh-CN"/>
              <a:t>YANG</a:t>
            </a:r>
            <a:r>
              <a:rPr lang="zh-CN" altLang="en-US"/>
              <a:t>模型：抽象业务模型形成的</a:t>
            </a:r>
            <a:r>
              <a:rPr lang="en-US" altLang="zh-CN"/>
              <a:t>YANG</a:t>
            </a:r>
            <a:r>
              <a:rPr lang="zh-CN" altLang="en-US"/>
              <a:t>文件，可由此生成北向接口和配置页面。</a:t>
            </a:r>
            <a:endParaRPr lang="en-US" altLang="zh-CN"/>
          </a:p>
          <a:p>
            <a:r>
              <a:rPr lang="en-US" altLang="zh-CN"/>
              <a:t>Easymap</a:t>
            </a:r>
            <a:r>
              <a:rPr lang="zh-CN" altLang="en-US"/>
              <a:t>：映射逻辑算法，可以将网络层业务分解成网元层业务。</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097571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a:t>设计态主要用于建立业务</a:t>
            </a:r>
            <a:r>
              <a:rPr lang="en-US" altLang="zh-CN"/>
              <a:t>YANG</a:t>
            </a:r>
            <a:r>
              <a:rPr lang="zh-CN" altLang="zh-CN"/>
              <a:t>模型和</a:t>
            </a:r>
            <a:r>
              <a:rPr lang="zh-CN" altLang="en-US"/>
              <a:t>网元</a:t>
            </a:r>
            <a:r>
              <a:rPr lang="en-US" altLang="zh-CN"/>
              <a:t>YANG</a:t>
            </a:r>
            <a:r>
              <a:rPr lang="zh-CN" altLang="zh-CN"/>
              <a:t>模型之间的映射关系，</a:t>
            </a:r>
            <a:r>
              <a:rPr lang="zh-CN" altLang="en-US"/>
              <a:t>系统提供了映射逻辑算法，将网络层业务分解成网元层业务。</a:t>
            </a:r>
            <a:r>
              <a:rPr lang="en-US" altLang="zh-CN"/>
              <a:t>NCE</a:t>
            </a:r>
            <a:r>
              <a:rPr lang="zh-CN" altLang="en-US"/>
              <a:t>业务开放可编程框架目前支持两层映射逻辑：从业务模型映射到设备模型，由</a:t>
            </a:r>
            <a:r>
              <a:rPr lang="en-US" altLang="zh-CN"/>
              <a:t>SSP</a:t>
            </a:r>
            <a:r>
              <a:rPr lang="zh-CN" altLang="en-US"/>
              <a:t>包处理此映射逻辑；从设备模型映射到协议报文，由</a:t>
            </a:r>
            <a:r>
              <a:rPr lang="en-US" altLang="zh-CN"/>
              <a:t>SND</a:t>
            </a:r>
            <a:r>
              <a:rPr lang="zh-CN" altLang="en-US"/>
              <a:t>包处理此映射逻辑。</a:t>
            </a:r>
            <a:endParaRPr lang="en-US" altLang="zh-CN"/>
          </a:p>
          <a:p>
            <a:r>
              <a:rPr lang="zh-CN" altLang="zh-CN"/>
              <a:t>运行态则是利用在设计态建立的映射关系完成设备的管理和业务的发放。其中</a:t>
            </a:r>
            <a:r>
              <a:rPr lang="zh-CN" altLang="en-US"/>
              <a:t>：</a:t>
            </a:r>
            <a:endParaRPr lang="zh-CN" altLang="zh-CN"/>
          </a:p>
          <a:p>
            <a:pPr lvl="1"/>
            <a:r>
              <a:rPr lang="zh-CN" altLang="zh-CN"/>
              <a:t>业务管理是根据业务</a:t>
            </a:r>
            <a:r>
              <a:rPr lang="en-US" altLang="zh-CN"/>
              <a:t>YANG</a:t>
            </a:r>
            <a:r>
              <a:rPr lang="zh-CN" altLang="zh-CN"/>
              <a:t>模型自动生成业务</a:t>
            </a:r>
            <a:r>
              <a:rPr lang="zh-CN" altLang="en-US"/>
              <a:t>管理</a:t>
            </a:r>
            <a:r>
              <a:rPr lang="zh-CN" altLang="zh-CN"/>
              <a:t>界面，实现业务的增删改查操作。</a:t>
            </a:r>
          </a:p>
          <a:p>
            <a:pPr lvl="1"/>
            <a:r>
              <a:rPr lang="zh-CN" altLang="zh-CN"/>
              <a:t>设备管理是根据</a:t>
            </a:r>
            <a:r>
              <a:rPr lang="zh-CN" altLang="en-US"/>
              <a:t>网元</a:t>
            </a:r>
            <a:r>
              <a:rPr lang="en-US" altLang="zh-CN"/>
              <a:t>YANG</a:t>
            </a:r>
            <a:r>
              <a:rPr lang="zh-CN" altLang="zh-CN"/>
              <a:t>模型自动生成网元管理界面，实现差异对比、数据同步、配置对帐等网元资源的增删改查操作。</a:t>
            </a:r>
          </a:p>
          <a:p>
            <a:pPr lvl="1"/>
            <a:r>
              <a:rPr lang="en-US" altLang="zh-CN"/>
              <a:t>API Gateway</a:t>
            </a:r>
            <a:r>
              <a:rPr lang="zh-CN" altLang="zh-CN"/>
              <a:t>是根据业务</a:t>
            </a:r>
            <a:r>
              <a:rPr lang="en-US" altLang="zh-CN"/>
              <a:t>YANG</a:t>
            </a:r>
            <a:r>
              <a:rPr lang="zh-CN" altLang="zh-CN"/>
              <a:t>模型和设备</a:t>
            </a:r>
            <a:r>
              <a:rPr lang="en-US" altLang="zh-CN"/>
              <a:t>YANG</a:t>
            </a:r>
            <a:r>
              <a:rPr lang="zh-CN" altLang="zh-CN"/>
              <a:t>模型自动生成北向</a:t>
            </a:r>
            <a:r>
              <a:rPr lang="en-US" altLang="zh-CN"/>
              <a:t>RESTCONF</a:t>
            </a:r>
            <a:r>
              <a:rPr lang="zh-CN" altLang="zh-CN"/>
              <a:t>接口</a:t>
            </a:r>
            <a:r>
              <a:rPr lang="zh-CN" altLang="en-US"/>
              <a:t>，配合两个模型间的映射关系实现业务和网元资源的增删改查操作</a:t>
            </a:r>
            <a:r>
              <a:rPr lang="zh-CN" altLang="zh-CN"/>
              <a:t>。</a:t>
            </a:r>
          </a:p>
          <a:p>
            <a:pPr lvl="0"/>
            <a:r>
              <a:rPr lang="zh-CN" altLang="zh-CN"/>
              <a:t>运行态提供试运行（</a:t>
            </a:r>
            <a:r>
              <a:rPr lang="en-US" altLang="zh-CN"/>
              <a:t>Dry-Run</a:t>
            </a:r>
            <a:r>
              <a:rPr lang="zh-CN" altLang="zh-CN"/>
              <a:t>）能力，帮助用户</a:t>
            </a:r>
            <a:r>
              <a:rPr lang="zh-CN" altLang="en-US"/>
              <a:t>提前</a:t>
            </a:r>
            <a:r>
              <a:rPr lang="zh-CN" altLang="zh-CN"/>
              <a:t>预览当前操作的结果及其对相关设备配置的修改情况。</a:t>
            </a:r>
            <a:endParaRPr lang="en-US" altLang="zh-CN"/>
          </a:p>
          <a:p>
            <a:pPr lvl="0"/>
            <a:r>
              <a:rPr lang="en-US" altLang="zh-CN"/>
              <a:t>jinja2</a:t>
            </a:r>
            <a:r>
              <a:rPr lang="zh-CN" altLang="en-US"/>
              <a:t>是一款现代化的、设计友好的</a:t>
            </a:r>
            <a:r>
              <a:rPr lang="en-US" altLang="zh-CN"/>
              <a:t>Python</a:t>
            </a:r>
            <a:r>
              <a:rPr lang="zh-CN" altLang="en-US"/>
              <a:t>模板引擎。</a:t>
            </a:r>
            <a:r>
              <a:rPr lang="en-US" altLang="zh-CN"/>
              <a:t>NCE</a:t>
            </a:r>
            <a:r>
              <a:rPr lang="zh-CN" altLang="en-US"/>
              <a:t>业务开放可编程使用</a:t>
            </a:r>
            <a:r>
              <a:rPr lang="en-US" altLang="zh-CN"/>
              <a:t>Jinja2</a:t>
            </a:r>
            <a:r>
              <a:rPr lang="zh-CN" altLang="en-US"/>
              <a:t>快速完成</a:t>
            </a:r>
            <a:r>
              <a:rPr lang="en-US" altLang="zh-CN"/>
              <a:t>SSP</a:t>
            </a:r>
            <a:r>
              <a:rPr lang="zh-CN" altLang="en-US"/>
              <a:t>包的模板化处理。</a:t>
            </a:r>
            <a:endParaRPr lang="zh-CN" altLang="zh-CN"/>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79184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NCE</a:t>
            </a:r>
            <a:r>
              <a:rPr lang="zh-CN" altLang="en-US"/>
              <a:t>业务开放可编程的开发流程：</a:t>
            </a:r>
            <a:endParaRPr lang="en-US" altLang="zh-CN"/>
          </a:p>
          <a:p>
            <a:pPr lvl="1"/>
            <a:r>
              <a:rPr lang="zh-CN" altLang="en-US"/>
              <a:t>首先是基于业务场景进行需求分析，输出</a:t>
            </a:r>
            <a:r>
              <a:rPr lang="en-US" altLang="zh-CN"/>
              <a:t>HLD</a:t>
            </a:r>
            <a:r>
              <a:rPr lang="zh-CN" altLang="en-US"/>
              <a:t>设计，此阶段分析具体要下发的配置命令和涉及的设备类型，然后启动设备驱动包的开发。驱动包的开发是按需的，如果对应设备的驱动包已经有了，并且要下发的配置驱动包已支持，就不用重新开发。</a:t>
            </a:r>
            <a:endParaRPr lang="en-US" altLang="zh-CN"/>
          </a:p>
          <a:p>
            <a:pPr lvl="1"/>
            <a:r>
              <a:rPr lang="zh-CN" altLang="en-US"/>
              <a:t>其次进入业务包的开发：第一步开发南向</a:t>
            </a:r>
            <a:r>
              <a:rPr lang="en-US" altLang="zh-CN"/>
              <a:t>Jinja2</a:t>
            </a:r>
            <a:r>
              <a:rPr lang="zh-CN" altLang="en-US"/>
              <a:t>模板，南向</a:t>
            </a:r>
            <a:r>
              <a:rPr lang="en-US" altLang="zh-CN"/>
              <a:t>Jinja2</a:t>
            </a:r>
            <a:r>
              <a:rPr lang="zh-CN" altLang="en-US"/>
              <a:t>模板可以认为就是设备开放接口的裁剪。设备的开放能力很多，但是我们这个业务只需要使用其中的一部分，找到并挑出来；第二步定义业务</a:t>
            </a:r>
            <a:r>
              <a:rPr lang="en-US" altLang="zh-CN"/>
              <a:t>YANG</a:t>
            </a:r>
            <a:r>
              <a:rPr lang="zh-CN" altLang="en-US"/>
              <a:t>模型，确定北向输入参数。第三步开发业务逻辑，这一步是可选的，如果业务层可以直接映射和使用南向模板，跳过这一步。</a:t>
            </a:r>
            <a:endParaRPr lang="en-US" altLang="zh-CN"/>
          </a:p>
          <a:p>
            <a:pPr lvl="1"/>
            <a:r>
              <a:rPr lang="zh-CN" altLang="en-US"/>
              <a:t>最后进行调试验证。调试验证完成正式进入生产环境使用。后续有增量需求，进入增量设计流程，按上述步骤增量开发。</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45227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736182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71909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28782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Easymap</a:t>
            </a:r>
            <a:r>
              <a:rPr lang="zh-CN" altLang="en-US"/>
              <a:t>：映射逻辑算法，将网络层业务分解成网元层业务。</a:t>
            </a:r>
            <a:r>
              <a:rPr lang="en-US" altLang="zh-CN"/>
              <a:t>NCE</a:t>
            </a:r>
            <a:r>
              <a:rPr lang="zh-CN" altLang="en-US"/>
              <a:t>业务开放可编程框架目前支持两层映射逻辑：从业务模型映射到设备模型，</a:t>
            </a:r>
            <a:r>
              <a:rPr lang="en-US" altLang="zh-CN"/>
              <a:t>SSP</a:t>
            </a:r>
            <a:r>
              <a:rPr lang="zh-CN" altLang="en-US"/>
              <a:t>包处理逻辑；从设备模型映射到协议报文，</a:t>
            </a:r>
            <a:r>
              <a:rPr lang="en-US" altLang="zh-CN"/>
              <a:t>SND</a:t>
            </a:r>
            <a:r>
              <a:rPr lang="zh-CN" altLang="en-US"/>
              <a:t>包处理逻辑。</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854092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CLI</a:t>
            </a:r>
            <a:r>
              <a:rPr lang="zh-CN" altLang="en-US" dirty="0"/>
              <a:t>驱动的</a:t>
            </a:r>
            <a:r>
              <a:rPr lang="en-US" altLang="zh-CN" dirty="0"/>
              <a:t>SND</a:t>
            </a:r>
            <a:r>
              <a:rPr lang="zh-CN" altLang="en-US" dirty="0"/>
              <a:t>包也是</a:t>
            </a:r>
            <a:r>
              <a:rPr lang="en-US" altLang="zh-CN" dirty="0"/>
              <a:t>YANG</a:t>
            </a:r>
            <a:r>
              <a:rPr lang="zh-CN" altLang="en-US" dirty="0"/>
              <a:t>文件。</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8214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329380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614782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044442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845570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378399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273776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787980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NCE</a:t>
            </a:r>
            <a:r>
              <a:rPr lang="zh-CN" altLang="en-US"/>
              <a:t>业务开放可编程框架目前支持两层映射逻辑：从业务模型映射到设备模型，</a:t>
            </a:r>
            <a:r>
              <a:rPr lang="en-US" altLang="zh-CN"/>
              <a:t>SSP</a:t>
            </a:r>
            <a:r>
              <a:rPr lang="zh-CN" altLang="en-US"/>
              <a:t>包处理逻辑；从设备模型映射到协议报文，</a:t>
            </a:r>
            <a:r>
              <a:rPr lang="en-US" altLang="zh-CN"/>
              <a:t>SND</a:t>
            </a:r>
            <a:r>
              <a:rPr lang="zh-CN" altLang="en-US"/>
              <a:t>包处理逻辑。</a:t>
            </a:r>
            <a:endParaRPr lang="en-US" altLang="zh-CN"/>
          </a:p>
          <a:p>
            <a:pPr lvl="0"/>
            <a:r>
              <a:rPr lang="zh-CN" altLang="en-US"/>
              <a:t>对于</a:t>
            </a:r>
            <a:r>
              <a:rPr lang="en-US" altLang="zh-CN"/>
              <a:t>SND</a:t>
            </a:r>
            <a:r>
              <a:rPr lang="zh-CN" altLang="en-US"/>
              <a:t>包处理，如果是</a:t>
            </a:r>
            <a:r>
              <a:rPr lang="en-US" altLang="zh-CN"/>
              <a:t>NETCONF</a:t>
            </a:r>
            <a:r>
              <a:rPr lang="zh-CN" altLang="en-US"/>
              <a:t>设备，</a:t>
            </a:r>
            <a:r>
              <a:rPr lang="en-US" altLang="zh-CN"/>
              <a:t>NCE</a:t>
            </a:r>
            <a:r>
              <a:rPr lang="zh-CN" altLang="en-US"/>
              <a:t>业务开放可编程会自动把模型数据转换成</a:t>
            </a:r>
            <a:r>
              <a:rPr lang="en-US" altLang="zh-CN"/>
              <a:t>NETCONF</a:t>
            </a:r>
            <a:r>
              <a:rPr lang="zh-CN" altLang="en-US"/>
              <a:t>协议报文。 </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13360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937027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本示例中，自定义了业务</a:t>
            </a:r>
            <a:r>
              <a:rPr lang="en-US" altLang="zh-CN" dirty="0"/>
              <a:t>YANG</a:t>
            </a:r>
            <a:r>
              <a:rPr lang="zh-CN" altLang="en-US" dirty="0"/>
              <a:t>模块，名字为</a:t>
            </a:r>
            <a:r>
              <a:rPr lang="en-US" altLang="zh-CN" dirty="0" err="1"/>
              <a:t>hbng</a:t>
            </a:r>
            <a:r>
              <a:rPr lang="zh-CN" altLang="en-US" dirty="0"/>
              <a:t>。</a:t>
            </a:r>
            <a:endParaRPr lang="en-US" altLang="zh-CN" dirty="0"/>
          </a:p>
          <a:p>
            <a:r>
              <a:rPr lang="en-US" altLang="zh-CN" dirty="0"/>
              <a:t>description</a:t>
            </a:r>
            <a:r>
              <a:rPr lang="zh-CN" altLang="en-US" dirty="0"/>
              <a:t>中描述了</a:t>
            </a:r>
            <a:r>
              <a:rPr lang="en-US" altLang="zh-CN" dirty="0" err="1"/>
              <a:t>hbng</a:t>
            </a:r>
            <a:r>
              <a:rPr lang="zh-CN" altLang="en-US" dirty="0"/>
              <a:t>模块的作用。</a:t>
            </a:r>
            <a:endParaRPr lang="en-US" altLang="zh-CN" dirty="0"/>
          </a:p>
          <a:p>
            <a:r>
              <a:rPr lang="zh-CN" altLang="en-US" dirty="0"/>
              <a:t>版本修订记录</a:t>
            </a:r>
            <a:r>
              <a:rPr lang="en-US" altLang="zh-CN" dirty="0"/>
              <a:t>revision</a:t>
            </a:r>
            <a:r>
              <a:rPr lang="zh-CN" altLang="en-US" dirty="0"/>
              <a:t>为</a:t>
            </a:r>
            <a:r>
              <a:rPr lang="en-US" altLang="zh-CN" dirty="0"/>
              <a:t>2018-04-20</a:t>
            </a:r>
            <a:r>
              <a:rPr lang="zh-CN" altLang="en-US" dirty="0"/>
              <a:t>，</a:t>
            </a:r>
            <a:r>
              <a:rPr lang="en-US" altLang="zh-CN" dirty="0" err="1"/>
              <a:t>hbng</a:t>
            </a:r>
            <a:r>
              <a:rPr lang="zh-CN" altLang="en-US" dirty="0"/>
              <a:t>的初始版本。</a:t>
            </a:r>
            <a:endParaRPr lang="en-US" altLang="zh-CN" dirty="0"/>
          </a:p>
          <a:p>
            <a:r>
              <a:rPr lang="en-US" altLang="zh-CN" dirty="0"/>
              <a:t>import</a:t>
            </a:r>
            <a:r>
              <a:rPr lang="zh-CN" altLang="en-US" dirty="0"/>
              <a:t>、</a:t>
            </a:r>
            <a:r>
              <a:rPr lang="en-US" altLang="zh-CN" dirty="0"/>
              <a:t>include</a:t>
            </a:r>
            <a:r>
              <a:rPr lang="zh-CN" altLang="en-US" dirty="0"/>
              <a:t>分别引入了两个模块，用于后续定义节点时调用。</a:t>
            </a:r>
            <a:endParaRPr lang="en-US" altLang="zh-CN" dirty="0"/>
          </a:p>
          <a:p>
            <a:pPr lvl="0"/>
            <a:r>
              <a:rPr lang="en-US" altLang="zh-CN" dirty="0"/>
              <a:t>augment “/</a:t>
            </a:r>
            <a:r>
              <a:rPr lang="en-US" altLang="zh-CN" dirty="0" err="1"/>
              <a:t>app:applications</a:t>
            </a:r>
            <a:r>
              <a:rPr lang="en-US" altLang="zh-CN" dirty="0"/>
              <a:t>” { … } </a:t>
            </a:r>
            <a:r>
              <a:rPr lang="zh-CN" altLang="en-US" dirty="0"/>
              <a:t>指将当前模块</a:t>
            </a:r>
            <a:r>
              <a:rPr lang="en-US" altLang="zh-CN" dirty="0" err="1"/>
              <a:t>hbng</a:t>
            </a:r>
            <a:r>
              <a:rPr lang="zh-CN" altLang="en-US" dirty="0"/>
              <a:t>扩展到</a:t>
            </a:r>
            <a:r>
              <a:rPr lang="en-US" altLang="zh-CN" dirty="0"/>
              <a:t>app</a:t>
            </a:r>
            <a:r>
              <a:rPr lang="zh-CN" altLang="en-US" dirty="0"/>
              <a:t>模块的</a:t>
            </a:r>
            <a:r>
              <a:rPr lang="en-US" altLang="zh-CN" dirty="0"/>
              <a:t>/</a:t>
            </a:r>
            <a:r>
              <a:rPr lang="en-US" altLang="zh-CN" dirty="0" err="1"/>
              <a:t>app:applications</a:t>
            </a:r>
            <a:r>
              <a:rPr lang="zh-CN" altLang="en-US" dirty="0"/>
              <a:t>下。</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267129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示例中建立了一个名为</a:t>
            </a:r>
            <a:r>
              <a:rPr lang="en-US" altLang="zh-CN"/>
              <a:t>system</a:t>
            </a:r>
            <a:r>
              <a:rPr lang="zh-CN" altLang="en-US"/>
              <a:t>的容器节点，包含容器子节点</a:t>
            </a:r>
            <a:r>
              <a:rPr lang="en-US" altLang="zh-CN"/>
              <a:t>login</a:t>
            </a:r>
            <a:r>
              <a:rPr lang="zh-CN" altLang="en-US"/>
              <a:t>，用于记录登录信息。</a:t>
            </a:r>
            <a:endParaRPr lang="en-US" altLang="zh-CN"/>
          </a:p>
          <a:p>
            <a:r>
              <a:rPr lang="en-US" altLang="zh-CN"/>
              <a:t>Login</a:t>
            </a:r>
            <a:r>
              <a:rPr lang="zh-CN" altLang="en-US"/>
              <a:t>容器子节点包含：</a:t>
            </a:r>
            <a:endParaRPr lang="en-US" altLang="zh-CN"/>
          </a:p>
          <a:p>
            <a:pPr lvl="1"/>
            <a:r>
              <a:rPr lang="zh-CN" altLang="en-US"/>
              <a:t>一个</a:t>
            </a:r>
            <a:r>
              <a:rPr lang="en-US" altLang="zh-CN"/>
              <a:t>message</a:t>
            </a:r>
            <a:r>
              <a:rPr lang="zh-CN" altLang="en-US"/>
              <a:t>叶子节点，记录登录提示信息。</a:t>
            </a:r>
            <a:endParaRPr lang="en-US" altLang="zh-CN"/>
          </a:p>
          <a:p>
            <a:pPr lvl="1"/>
            <a:r>
              <a:rPr lang="zh-CN" altLang="en-US"/>
              <a:t>一个叶列表</a:t>
            </a:r>
            <a:r>
              <a:rPr lang="en-US" altLang="zh-CN"/>
              <a:t>prohibited-users</a:t>
            </a:r>
            <a:r>
              <a:rPr lang="zh-CN" altLang="en-US"/>
              <a:t>，记录不允许登录系统的黑名单用户列表。</a:t>
            </a:r>
            <a:endParaRPr lang="en-US" altLang="zh-CN"/>
          </a:p>
          <a:p>
            <a:pPr lvl="1"/>
            <a:r>
              <a:rPr lang="zh-CN" altLang="en-US"/>
              <a:t>一个列表</a:t>
            </a:r>
            <a:r>
              <a:rPr lang="en-US" altLang="zh-CN"/>
              <a:t>user</a:t>
            </a:r>
            <a:r>
              <a:rPr lang="zh-CN" altLang="en-US"/>
              <a:t>。列表中定义了唯一的</a:t>
            </a:r>
            <a:r>
              <a:rPr lang="en-US" altLang="zh-CN"/>
              <a:t>key</a:t>
            </a:r>
            <a:r>
              <a:rPr lang="zh-CN" altLang="en-US"/>
              <a:t>为</a:t>
            </a:r>
            <a:r>
              <a:rPr lang="en-US" altLang="zh-CN"/>
              <a:t>name</a:t>
            </a:r>
            <a:r>
              <a:rPr lang="zh-CN" altLang="en-US"/>
              <a:t>，</a:t>
            </a:r>
            <a:r>
              <a:rPr lang="en-US" altLang="zh-CN"/>
              <a:t>name</a:t>
            </a:r>
            <a:r>
              <a:rPr lang="zh-CN" altLang="en-US"/>
              <a:t>的类型为字符串；定义了</a:t>
            </a:r>
            <a:r>
              <a:rPr lang="en-US" altLang="zh-CN"/>
              <a:t>level</a:t>
            </a:r>
            <a:r>
              <a:rPr lang="zh-CN" altLang="en-US"/>
              <a:t>为用户等级，类型为数值。</a:t>
            </a:r>
            <a:endParaRPr lang="en-US" altLang="zh-CN"/>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529268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示例中定义了列表</a:t>
            </a:r>
            <a:r>
              <a:rPr lang="en-US" altLang="zh-CN"/>
              <a:t>interface</a:t>
            </a:r>
            <a:r>
              <a:rPr lang="zh-CN" altLang="en-US"/>
              <a:t>，</a:t>
            </a:r>
            <a:r>
              <a:rPr lang="en-US" altLang="zh-CN"/>
              <a:t>config true</a:t>
            </a:r>
            <a:r>
              <a:rPr lang="zh-CN" altLang="en-US"/>
              <a:t>表示该列表为配置数据，其中的叶子</a:t>
            </a:r>
            <a:r>
              <a:rPr lang="en-US" altLang="zh-CN"/>
              <a:t>observed-speed</a:t>
            </a:r>
            <a:r>
              <a:rPr lang="zh-CN" altLang="en-US"/>
              <a:t>中</a:t>
            </a:r>
            <a:r>
              <a:rPr lang="en-US" altLang="zh-CN"/>
              <a:t>config false</a:t>
            </a:r>
            <a:r>
              <a:rPr lang="zh-CN" altLang="en-US"/>
              <a:t>表示该叶子为状态数据。</a:t>
            </a:r>
            <a:endParaRPr lang="en-US" altLang="zh-CN"/>
          </a:p>
          <a:p>
            <a:r>
              <a:rPr lang="zh-CN" altLang="en-US"/>
              <a:t>叶子节点</a:t>
            </a:r>
            <a:r>
              <a:rPr lang="en-US" altLang="zh-CN"/>
              <a:t>name</a:t>
            </a:r>
            <a:r>
              <a:rPr lang="zh-CN" altLang="en-US"/>
              <a:t>为字符串类型；叶子节点</a:t>
            </a:r>
            <a:r>
              <a:rPr lang="en-US" altLang="zh-CN"/>
              <a:t>speed</a:t>
            </a:r>
            <a:r>
              <a:rPr lang="zh-CN" altLang="en-US"/>
              <a:t>提供</a:t>
            </a:r>
            <a:r>
              <a:rPr lang="en-US" altLang="zh-CN"/>
              <a:t>3</a:t>
            </a:r>
            <a:r>
              <a:rPr lang="zh-CN" altLang="en-US"/>
              <a:t>个选项，</a:t>
            </a:r>
            <a:r>
              <a:rPr lang="en-US" altLang="zh-CN"/>
              <a:t>type enumeration</a:t>
            </a:r>
            <a:r>
              <a:rPr lang="zh-CN" altLang="en-US"/>
              <a:t>表示枚举值为</a:t>
            </a:r>
            <a:r>
              <a:rPr lang="en-US" altLang="zh-CN"/>
              <a:t>10m</a:t>
            </a:r>
            <a:r>
              <a:rPr lang="zh-CN" altLang="en-US"/>
              <a:t>、</a:t>
            </a:r>
            <a:r>
              <a:rPr lang="en-US" altLang="zh-CN"/>
              <a:t>100m</a:t>
            </a:r>
            <a:r>
              <a:rPr lang="zh-CN" altLang="en-US"/>
              <a:t>和</a:t>
            </a:r>
            <a:r>
              <a:rPr lang="en-US" altLang="zh-CN"/>
              <a:t>auto</a:t>
            </a:r>
            <a:r>
              <a:rPr lang="zh-CN" altLang="en-US"/>
              <a:t>；叶子节点</a:t>
            </a:r>
            <a:r>
              <a:rPr lang="en-US" altLang="zh-CN"/>
              <a:t>observed-speed</a:t>
            </a:r>
            <a:r>
              <a:rPr lang="zh-CN" altLang="en-US"/>
              <a:t>为正整数</a:t>
            </a:r>
            <a:r>
              <a:rPr lang="en-US" altLang="zh-CN"/>
              <a:t>uint32</a:t>
            </a:r>
            <a:r>
              <a:rPr lang="zh-CN" altLang="en-US"/>
              <a:t>类型。</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1986892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示例中首先定义了一个</a:t>
            </a:r>
            <a:r>
              <a:rPr lang="en-US" altLang="zh-CN"/>
              <a:t>ip-port</a:t>
            </a:r>
            <a:r>
              <a:rPr lang="zh-CN" altLang="en-US"/>
              <a:t>的组节点，包含</a:t>
            </a:r>
            <a:r>
              <a:rPr lang="en-US" altLang="zh-CN"/>
              <a:t>ip</a:t>
            </a:r>
            <a:r>
              <a:rPr lang="zh-CN" altLang="en-US"/>
              <a:t>和</a:t>
            </a:r>
            <a:r>
              <a:rPr lang="en-US" altLang="zh-CN"/>
              <a:t>port</a:t>
            </a:r>
            <a:r>
              <a:rPr lang="zh-CN" altLang="en-US"/>
              <a:t>两个叶子节点。</a:t>
            </a:r>
            <a:endParaRPr lang="en-US" altLang="zh-CN"/>
          </a:p>
          <a:p>
            <a:r>
              <a:rPr lang="zh-CN" altLang="en-US"/>
              <a:t>容器</a:t>
            </a:r>
            <a:r>
              <a:rPr lang="en-US" altLang="zh-CN"/>
              <a:t>quadruple</a:t>
            </a:r>
            <a:r>
              <a:rPr lang="zh-CN" altLang="en-US"/>
              <a:t>中包含源和目的信息两个容器，都使用到</a:t>
            </a:r>
            <a:r>
              <a:rPr lang="en-US" altLang="zh-CN"/>
              <a:t>ip</a:t>
            </a:r>
            <a:r>
              <a:rPr lang="zh-CN" altLang="en-US"/>
              <a:t>和</a:t>
            </a:r>
            <a:r>
              <a:rPr lang="en-US" altLang="zh-CN"/>
              <a:t>port</a:t>
            </a:r>
            <a:r>
              <a:rPr lang="zh-CN" altLang="en-US"/>
              <a:t>信息，复用</a:t>
            </a:r>
            <a:r>
              <a:rPr lang="en-US" altLang="zh-CN"/>
              <a:t>ip-port</a:t>
            </a:r>
            <a:r>
              <a:rPr lang="zh-CN" altLang="en-US"/>
              <a:t>组节点。</a:t>
            </a:r>
            <a:endParaRPr lang="en-US" altLang="zh-CN"/>
          </a:p>
          <a:p>
            <a:r>
              <a:rPr lang="zh-CN" altLang="en-US"/>
              <a:t>容器</a:t>
            </a:r>
            <a:r>
              <a:rPr lang="en-US" altLang="zh-CN"/>
              <a:t>transfer-protocol</a:t>
            </a:r>
            <a:r>
              <a:rPr lang="zh-CN" altLang="en-US"/>
              <a:t>用于表示传输协议，提供了</a:t>
            </a:r>
            <a:r>
              <a:rPr lang="en-US" altLang="zh-CN"/>
              <a:t>UDP</a:t>
            </a:r>
            <a:r>
              <a:rPr lang="zh-CN" altLang="en-US"/>
              <a:t>和</a:t>
            </a:r>
            <a:r>
              <a:rPr lang="en-US" altLang="zh-CN"/>
              <a:t>TCP</a:t>
            </a:r>
            <a:r>
              <a:rPr lang="zh-CN" altLang="en-US"/>
              <a:t>两种协议，利用</a:t>
            </a:r>
            <a:r>
              <a:rPr lang="en-US" altLang="zh-CN"/>
              <a:t>choice</a:t>
            </a:r>
            <a:r>
              <a:rPr lang="zh-CN" altLang="en-US"/>
              <a:t>功能实现二选一。</a:t>
            </a:r>
            <a:r>
              <a:rPr lang="en-US" altLang="zh-CN"/>
              <a:t>case a</a:t>
            </a:r>
            <a:r>
              <a:rPr lang="zh-CN" altLang="en-US"/>
              <a:t>表示使用</a:t>
            </a:r>
            <a:r>
              <a:rPr lang="en-US" altLang="zh-CN"/>
              <a:t>UDP</a:t>
            </a:r>
            <a:r>
              <a:rPr lang="zh-CN" altLang="en-US"/>
              <a:t>协议，</a:t>
            </a:r>
            <a:r>
              <a:rPr lang="en-US" altLang="zh-CN"/>
              <a:t>case b</a:t>
            </a:r>
            <a:r>
              <a:rPr lang="zh-CN" altLang="en-US"/>
              <a:t>表示使用</a:t>
            </a:r>
            <a:r>
              <a:rPr lang="en-US" altLang="zh-CN"/>
              <a:t>TCP</a:t>
            </a:r>
            <a:r>
              <a:rPr lang="zh-CN" altLang="en-US"/>
              <a:t>协议。</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371407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示例中定义了一个</a:t>
            </a:r>
            <a:r>
              <a:rPr lang="en-US" altLang="zh-CN"/>
              <a:t>reset-specified-servers</a:t>
            </a:r>
            <a:r>
              <a:rPr lang="zh-CN" altLang="en-US"/>
              <a:t>重置服务的</a:t>
            </a:r>
            <a:r>
              <a:rPr lang="en-US" altLang="zh-CN"/>
              <a:t>rpc</a:t>
            </a:r>
            <a:r>
              <a:rPr lang="zh-CN" altLang="en-US"/>
              <a:t>接口，</a:t>
            </a:r>
            <a:r>
              <a:rPr lang="en-US" altLang="zh-CN"/>
              <a:t>input</a:t>
            </a:r>
            <a:r>
              <a:rPr lang="zh-CN" altLang="en-US"/>
              <a:t>表示输入参数为需要重启的服务器地址，没有定义</a:t>
            </a:r>
            <a:r>
              <a:rPr lang="en-US" altLang="zh-CN"/>
              <a:t>output</a:t>
            </a:r>
            <a:r>
              <a:rPr lang="zh-CN" altLang="en-US"/>
              <a:t>，则以</a:t>
            </a:r>
            <a:r>
              <a:rPr lang="en-US" altLang="zh-CN"/>
              <a:t>http</a:t>
            </a:r>
            <a:r>
              <a:rPr lang="zh-CN" altLang="en-US"/>
              <a:t>状态判断返回结果。</a:t>
            </a:r>
            <a:endParaRPr lang="en-US" altLang="zh-CN"/>
          </a:p>
          <a:p>
            <a:r>
              <a:rPr lang="zh-CN" altLang="en-US"/>
              <a:t>列表</a:t>
            </a:r>
            <a:r>
              <a:rPr lang="en-US" altLang="zh-CN"/>
              <a:t>servers</a:t>
            </a:r>
            <a:r>
              <a:rPr lang="zh-CN" altLang="en-US"/>
              <a:t>中定义了一个</a:t>
            </a:r>
            <a:r>
              <a:rPr lang="en-US" altLang="zh-CN"/>
              <a:t>action reset</a:t>
            </a:r>
            <a:r>
              <a:rPr lang="zh-CN" altLang="en-US"/>
              <a:t>，用于重启对应的服务。</a:t>
            </a:r>
            <a:r>
              <a:rPr lang="en-US" altLang="zh-CN"/>
              <a:t>Input</a:t>
            </a:r>
            <a:r>
              <a:rPr lang="zh-CN" altLang="en-US"/>
              <a:t>定义了叶子</a:t>
            </a:r>
            <a:r>
              <a:rPr lang="en-US" altLang="zh-CN"/>
              <a:t>reset-at</a:t>
            </a:r>
            <a:r>
              <a:rPr lang="zh-CN" altLang="en-US"/>
              <a:t>，表示输入参数为重启时间，</a:t>
            </a:r>
            <a:r>
              <a:rPr lang="en-US" altLang="zh-CN"/>
              <a:t>Output</a:t>
            </a:r>
            <a:r>
              <a:rPr lang="zh-CN" altLang="en-US"/>
              <a:t>定义了叶子</a:t>
            </a:r>
            <a:r>
              <a:rPr lang="en-US" altLang="zh-CN"/>
              <a:t>complete-at</a:t>
            </a:r>
            <a:r>
              <a:rPr lang="zh-CN" altLang="en-US"/>
              <a:t>，表示返回结果是重启完成时间。</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525339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Jinja</a:t>
            </a:r>
            <a:r>
              <a:rPr lang="zh-CN" altLang="en-US"/>
              <a:t>模板仅是文本文件，它可以基于任何文本格式（</a:t>
            </a:r>
            <a:r>
              <a:rPr lang="en-US" altLang="zh-CN"/>
              <a:t>HTML</a:t>
            </a:r>
            <a:r>
              <a:rPr lang="zh-CN" altLang="en-US"/>
              <a:t>、</a:t>
            </a:r>
            <a:r>
              <a:rPr lang="en-US" altLang="zh-CN"/>
              <a:t>XML</a:t>
            </a:r>
            <a:r>
              <a:rPr lang="zh-CN" altLang="en-US"/>
              <a:t>、</a:t>
            </a:r>
            <a:r>
              <a:rPr lang="en-US" altLang="zh-CN"/>
              <a:t>CSV</a:t>
            </a:r>
            <a:r>
              <a:rPr lang="zh-CN" altLang="en-US"/>
              <a:t>等），本例采用</a:t>
            </a:r>
            <a:r>
              <a:rPr lang="en-US" altLang="zh-CN"/>
              <a:t>XML</a:t>
            </a:r>
            <a:r>
              <a:rPr lang="zh-CN" altLang="en-US"/>
              <a:t>格式。</a:t>
            </a:r>
            <a:endParaRPr lang="en-US" altLang="zh-CN"/>
          </a:p>
          <a:p>
            <a:r>
              <a:rPr lang="zh-CN" altLang="en-US"/>
              <a:t>模板中包含变量和表达式，这两者在模板使用的过程中会被转换为对应的值。它有以下常用的语法：</a:t>
            </a:r>
            <a:endParaRPr lang="en-US" altLang="zh-CN"/>
          </a:p>
          <a:p>
            <a:pPr lvl="1"/>
            <a:r>
              <a:rPr lang="en-US" altLang="zh-CN"/>
              <a:t>{% ... %} </a:t>
            </a:r>
            <a:r>
              <a:rPr lang="zh-CN" altLang="en-US"/>
              <a:t>中包含控制结构（</a:t>
            </a:r>
            <a:r>
              <a:rPr lang="en-US" altLang="zh-CN"/>
              <a:t>Controll Structures</a:t>
            </a:r>
            <a:r>
              <a:rPr lang="zh-CN" altLang="en-US"/>
              <a:t>）：在本例中</a:t>
            </a:r>
            <a:r>
              <a:rPr lang="en-US" altLang="zh-CN"/>
              <a:t>{% for dev in nesInterfacesCfg.nes %}</a:t>
            </a:r>
            <a:r>
              <a:rPr lang="zh-CN" altLang="en-US"/>
              <a:t>表示进入</a:t>
            </a:r>
            <a:r>
              <a:rPr lang="en-US" altLang="zh-CN"/>
              <a:t>for</a:t>
            </a:r>
            <a:r>
              <a:rPr lang="zh-CN" altLang="en-US"/>
              <a:t>循环，</a:t>
            </a:r>
            <a:r>
              <a:rPr lang="en-US" altLang="zh-CN"/>
              <a:t>{% endfor %}</a:t>
            </a:r>
            <a:r>
              <a:rPr lang="zh-CN" altLang="en-US"/>
              <a:t>表示结束循环。</a:t>
            </a:r>
            <a:endParaRPr lang="en-US" altLang="zh-CN"/>
          </a:p>
          <a:p>
            <a:pPr lvl="1"/>
            <a:r>
              <a:rPr lang="en-US" altLang="zh-CN"/>
              <a:t>{{…}}</a:t>
            </a:r>
            <a:r>
              <a:rPr lang="zh-CN" altLang="en-US"/>
              <a:t>中包含表达式（</a:t>
            </a:r>
            <a:r>
              <a:rPr lang="en-US" altLang="zh-CN"/>
              <a:t>Expression</a:t>
            </a:r>
            <a:r>
              <a:rPr lang="zh-CN" altLang="en-US"/>
              <a:t>），表达式可以是常量、变量、数学公式和逻辑语句等。</a:t>
            </a:r>
            <a:endParaRPr lang="en-US" altLang="zh-CN"/>
          </a:p>
          <a:p>
            <a:pPr lvl="1"/>
            <a:r>
              <a:rPr lang="en-US" altLang="zh-CN"/>
              <a:t>{# ... #} </a:t>
            </a:r>
            <a:r>
              <a:rPr lang="zh-CN" altLang="en-US"/>
              <a:t>表示注释。</a:t>
            </a:r>
            <a:endParaRPr lang="en-US" altLang="zh-CN"/>
          </a:p>
          <a:p>
            <a:r>
              <a:rPr lang="en-US" altLang="zh-CN"/>
              <a:t>{{…}}</a:t>
            </a:r>
            <a:r>
              <a:rPr lang="zh-CN" altLang="en-US"/>
              <a:t>中的变量可以通过过滤器（</a:t>
            </a:r>
            <a:r>
              <a:rPr lang="en-US" altLang="zh-CN"/>
              <a:t>Filters</a:t>
            </a:r>
            <a:r>
              <a:rPr lang="zh-CN" altLang="en-US"/>
              <a:t>）修改。过滤器与变量用管道符号（ </a:t>
            </a:r>
            <a:r>
              <a:rPr lang="en-US" altLang="zh-CN"/>
              <a:t>| </a:t>
            </a:r>
            <a:r>
              <a:rPr lang="zh-CN" altLang="en-US"/>
              <a:t>）分割，例如</a:t>
            </a:r>
            <a:r>
              <a:rPr lang="en-US" altLang="zh-CN"/>
              <a:t>{{ ‘abc’ | captialize }}</a:t>
            </a:r>
            <a:r>
              <a:rPr lang="zh-CN" altLang="en-US"/>
              <a:t>表示将首字母大写，过滤结果为</a:t>
            </a:r>
            <a:r>
              <a:rPr lang="en-US" altLang="zh-CN"/>
              <a:t>’Abc</a:t>
            </a:r>
            <a:r>
              <a:rPr lang="zh-CN" altLang="en-US"/>
              <a:t>‘。本例中的</a:t>
            </a:r>
            <a:r>
              <a:rPr lang="en-US" altLang="zh-CN"/>
              <a:t>{{dev.neName | to_ne_id}}</a:t>
            </a:r>
            <a:r>
              <a:rPr lang="zh-CN" altLang="en-US"/>
              <a:t>：</a:t>
            </a:r>
            <a:r>
              <a:rPr lang="en-US" altLang="zh-CN"/>
              <a:t>to_ne_id</a:t>
            </a:r>
            <a:r>
              <a:rPr lang="zh-CN" altLang="en-US"/>
              <a:t>为自定义过滤器，表示将变量设备名称</a:t>
            </a:r>
            <a:r>
              <a:rPr lang="en-US" altLang="zh-CN"/>
              <a:t>dev.neName</a:t>
            </a:r>
            <a:r>
              <a:rPr lang="zh-CN" altLang="en-US"/>
              <a:t>转为为设备</a:t>
            </a:r>
            <a:r>
              <a:rPr lang="en-US" altLang="zh-CN"/>
              <a:t>ID</a:t>
            </a:r>
            <a:r>
              <a:rPr lang="zh-CN" altLang="en-US"/>
              <a:t>。</a:t>
            </a:r>
            <a:endParaRPr lang="en-US" altLang="zh-CN"/>
          </a:p>
          <a:p>
            <a:r>
              <a:rPr lang="zh-CN" altLang="en-US"/>
              <a:t>更多请参考</a:t>
            </a:r>
            <a:r>
              <a:rPr lang="en-US" altLang="zh-CN"/>
              <a:t>https://jinja.palletsprojects.com/en/2.11.x/</a:t>
            </a:r>
            <a:r>
              <a:rPr lang="zh-CN" altLang="en-US"/>
              <a:t>，</a:t>
            </a:r>
            <a:r>
              <a:rPr lang="en-US" altLang="zh-CN"/>
              <a:t>Template Desinger Document</a:t>
            </a:r>
            <a:r>
              <a:rPr lang="zh-CN" altLang="en-US"/>
              <a:t>。</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514670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924911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NCE</a:t>
            </a:r>
            <a:r>
              <a:rPr lang="zh-CN" altLang="en-US" dirty="0"/>
              <a:t>是依托于设备原子驱动包</a:t>
            </a:r>
            <a:r>
              <a:rPr lang="en-US" altLang="zh-CN" dirty="0"/>
              <a:t>SND</a:t>
            </a:r>
            <a:r>
              <a:rPr lang="zh-CN" altLang="en-US" dirty="0"/>
              <a:t>包来实现快速对接管理华为和三方设备，同时达到设备配置能力的开放。管理三方设备时，需要从设备厂商的网站获取设备的</a:t>
            </a:r>
            <a:r>
              <a:rPr lang="en-US" altLang="zh-CN" dirty="0"/>
              <a:t>yang</a:t>
            </a:r>
            <a:r>
              <a:rPr lang="zh-CN" altLang="en-US" dirty="0"/>
              <a:t>文件。如果三方设备只支持命令行，不支持</a:t>
            </a:r>
            <a:r>
              <a:rPr lang="en-US" altLang="zh-CN" dirty="0"/>
              <a:t>NETCONF</a:t>
            </a:r>
            <a:r>
              <a:rPr lang="zh-CN" altLang="en-US" dirty="0"/>
              <a:t>对接，华为具备定制对接能力。</a:t>
            </a:r>
            <a:endParaRPr lang="en-US" altLang="zh-CN" dirty="0"/>
          </a:p>
          <a:p>
            <a:r>
              <a:rPr lang="zh-CN" altLang="en-US" dirty="0"/>
              <a:t>关键能力：</a:t>
            </a:r>
          </a:p>
          <a:p>
            <a:pPr lvl="1"/>
            <a:r>
              <a:rPr lang="zh-CN" altLang="en-US" dirty="0"/>
              <a:t>快速管理华为和三方设备。      </a:t>
            </a:r>
            <a:endParaRPr lang="en-US" altLang="zh-CN" dirty="0"/>
          </a:p>
          <a:p>
            <a:pPr lvl="1"/>
            <a:r>
              <a:rPr lang="zh-CN" altLang="en-US" dirty="0"/>
              <a:t>设备配置能力开放。</a:t>
            </a:r>
          </a:p>
          <a:p>
            <a:pPr lvl="1"/>
            <a:r>
              <a:rPr lang="zh-CN" altLang="en-US" dirty="0"/>
              <a:t>自动生成新设备的配置页面和北向接口。</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150453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本例使用业务开放的能力，与设备原子能力开放一样，系统都是基于标准的</a:t>
            </a:r>
            <a:r>
              <a:rPr lang="en-US" altLang="zh-CN" dirty="0"/>
              <a:t>NETCONF</a:t>
            </a:r>
            <a:r>
              <a:rPr lang="zh-CN" altLang="en-US" dirty="0"/>
              <a:t>协议来开发的，内部数据模型依托</a:t>
            </a:r>
            <a:r>
              <a:rPr lang="en-US" altLang="zh-CN" dirty="0"/>
              <a:t>YANG</a:t>
            </a:r>
            <a:r>
              <a:rPr lang="zh-CN" altLang="en-US" dirty="0"/>
              <a:t>建模语言，根据业务的</a:t>
            </a:r>
            <a:r>
              <a:rPr lang="en-US" altLang="zh-CN" dirty="0"/>
              <a:t>YANG</a:t>
            </a:r>
            <a:r>
              <a:rPr lang="zh-CN" altLang="en-US" dirty="0"/>
              <a:t>模型自动生成配置页面、北向接口，同时提供的</a:t>
            </a:r>
            <a:r>
              <a:rPr lang="en-US" altLang="zh-CN" dirty="0" err="1"/>
              <a:t>Easymap</a:t>
            </a:r>
            <a:r>
              <a:rPr lang="zh-CN" altLang="en-US" dirty="0"/>
              <a:t>算法让客户只用写创建流程，更新和删除由算法比较计算得出，简化客户编程。</a:t>
            </a:r>
          </a:p>
          <a:p>
            <a:r>
              <a:rPr lang="zh-CN" altLang="en-US" dirty="0"/>
              <a:t>业务层屏蔽设备之间的差异，支持对接不同的设备类型，通过不同的协议进行配置下发。维护人员或上层系统只需要看到对应的业务即可，不需要知道下面具体的设备是哪个厂家的、什么协议。提高对接效率、减轻维护人员的压力。</a:t>
            </a:r>
            <a:endParaRPr lang="en-US" altLang="zh-CN" dirty="0"/>
          </a:p>
          <a:p>
            <a:r>
              <a:rPr lang="zh-CN" altLang="en-US" dirty="0"/>
              <a:t>关键能力：</a:t>
            </a:r>
          </a:p>
          <a:p>
            <a:pPr lvl="1"/>
            <a:r>
              <a:rPr lang="zh-CN" altLang="en-US" dirty="0"/>
              <a:t>业务能力开放。</a:t>
            </a:r>
          </a:p>
          <a:p>
            <a:pPr lvl="1"/>
            <a:r>
              <a:rPr lang="zh-CN" altLang="en-US" dirty="0"/>
              <a:t>业务层屏蔽底层设备差异。</a:t>
            </a:r>
          </a:p>
          <a:p>
            <a:pPr lvl="1"/>
            <a:r>
              <a:rPr lang="zh-CN" altLang="en-US" dirty="0"/>
              <a:t>基于</a:t>
            </a:r>
            <a:r>
              <a:rPr lang="en-US" altLang="zh-CN" dirty="0"/>
              <a:t>YANG</a:t>
            </a:r>
            <a:r>
              <a:rPr lang="zh-CN" altLang="en-US" dirty="0"/>
              <a:t>模型驱动，自动生成南北向接口。</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806435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对于配置相同的设备可以进行分组，预制模板到系统中，进行批量的配置下发。当前企业网</a:t>
            </a:r>
            <a:r>
              <a:rPr lang="en-US" altLang="zh-CN"/>
              <a:t>DCN</a:t>
            </a:r>
            <a:r>
              <a:rPr lang="zh-CN" altLang="en-US"/>
              <a:t>就预制了</a:t>
            </a:r>
            <a:r>
              <a:rPr lang="en-US" altLang="zh-CN"/>
              <a:t>60</a:t>
            </a:r>
            <a:r>
              <a:rPr lang="zh-CN" altLang="en-US"/>
              <a:t>多个模板在系统中供用户使用。</a:t>
            </a:r>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266896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在业务配置下发之前，</a:t>
            </a:r>
            <a:r>
              <a:rPr lang="en-US" altLang="zh-CN" dirty="0"/>
              <a:t>NCE</a:t>
            </a:r>
            <a:r>
              <a:rPr lang="zh-CN" altLang="en-US" dirty="0"/>
              <a:t>业务开放可编程系统提供</a:t>
            </a:r>
            <a:r>
              <a:rPr lang="en-US" altLang="zh-CN" dirty="0" err="1"/>
              <a:t>dryRun</a:t>
            </a:r>
            <a:r>
              <a:rPr lang="zh-CN" altLang="en-US" dirty="0"/>
              <a:t>功能，提前检查下发配置的准确性，如有错误，重新修改</a:t>
            </a:r>
            <a:r>
              <a:rPr lang="en-US" altLang="zh-CN" dirty="0" err="1"/>
              <a:t>dryRun</a:t>
            </a:r>
            <a:r>
              <a:rPr lang="zh-CN" altLang="en-US" dirty="0"/>
              <a:t>，正确之后再提交。系统提供了事务机制保证设备和控制器数据的一致性，失败支持自动回滚，保证不会有残留数据。下发成功的业务，可以查看关联的设备具体下发的配置信息，同时在历史记录中可以看到已下发的配置，可以基于回退点进行配置回退。</a:t>
            </a:r>
          </a:p>
          <a:p>
            <a:r>
              <a:rPr lang="zh-CN" altLang="en-US" dirty="0"/>
              <a:t>关键能力</a:t>
            </a:r>
            <a:endParaRPr lang="en-US" altLang="zh-CN" dirty="0"/>
          </a:p>
          <a:p>
            <a:pPr lvl="1"/>
            <a:r>
              <a:rPr lang="zh-CN" altLang="en-US" dirty="0"/>
              <a:t>使用</a:t>
            </a:r>
            <a:r>
              <a:rPr lang="en-US" altLang="zh-CN" dirty="0" err="1"/>
              <a:t>dryRun</a:t>
            </a:r>
            <a:r>
              <a:rPr lang="zh-CN" altLang="en-US" dirty="0"/>
              <a:t>提前检查下发配置的正确性。</a:t>
            </a:r>
          </a:p>
          <a:p>
            <a:pPr lvl="1"/>
            <a:r>
              <a:rPr lang="zh-CN" altLang="en-US" dirty="0"/>
              <a:t>提供事务机制保证设备和控制器数据的一致性，失败自动回滚。</a:t>
            </a:r>
          </a:p>
          <a:p>
            <a:pPr lvl="1"/>
            <a:r>
              <a:rPr lang="zh-CN" altLang="en-US" dirty="0"/>
              <a:t>业务关联数据、历史配置可视化显示。</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807979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267867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zh-CN" altLang="en-US" dirty="0"/>
              <a:t>网元驱动包和业务包。</a:t>
            </a:r>
            <a:endParaRPr lang="en-US" altLang="zh-CN" dirty="0"/>
          </a:p>
          <a:p>
            <a:pPr marL="228600" indent="-228600">
              <a:buFont typeface="+mj-lt"/>
              <a:buAutoNum type="arabicPeriod"/>
            </a:pPr>
            <a:r>
              <a:rPr lang="en-US" altLang="zh-CN" dirty="0"/>
              <a:t>ACD</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29951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844000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151500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011888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95552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3918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19170045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base"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0367870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此版式用于思考题具体格式</a:t>
            </a:r>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35571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2952931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173378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1051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4259767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85192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999981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1028299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72" Type="http://schemas.openxmlformats.org/officeDocument/2006/relationships/image" Target="../media/image43.png"/><Relationship Id="rId80" Type="http://schemas.openxmlformats.org/officeDocument/2006/relationships/image" Target="../media/image47.png"/><Relationship Id="rId3" Type="http://schemas.openxmlformats.org/officeDocument/2006/relationships/customXml" Target="../ink/ink1.xml"/><Relationship Id="rId68" Type="http://schemas.openxmlformats.org/officeDocument/2006/relationships/image" Target="../media/image41.png"/><Relationship Id="rId76" Type="http://schemas.openxmlformats.org/officeDocument/2006/relationships/image" Target="../media/image45.png"/><Relationship Id="rId71" Type="http://schemas.openxmlformats.org/officeDocument/2006/relationships/customXml" Target="../ink/ink3.xml"/><Relationship Id="rId2" Type="http://schemas.openxmlformats.org/officeDocument/2006/relationships/notesSlide" Target="../notesSlides/notesSlide11.xml"/><Relationship Id="rId70" Type="http://schemas.openxmlformats.org/officeDocument/2006/relationships/image" Target="../media/image42.png"/><Relationship Id="rId75" Type="http://schemas.openxmlformats.org/officeDocument/2006/relationships/customXml" Target="../ink/ink5.xml"/><Relationship Id="rId1" Type="http://schemas.openxmlformats.org/officeDocument/2006/relationships/slideLayout" Target="../slideLayouts/slideLayout13.xml"/><Relationship Id="rId74" Type="http://schemas.openxmlformats.org/officeDocument/2006/relationships/image" Target="../media/image44.png"/><Relationship Id="rId79" Type="http://schemas.openxmlformats.org/officeDocument/2006/relationships/customXml" Target="../ink/ink7.xml"/><Relationship Id="rId82" Type="http://schemas.openxmlformats.org/officeDocument/2006/relationships/image" Target="../media/image48.png"/><Relationship Id="rId73" Type="http://schemas.openxmlformats.org/officeDocument/2006/relationships/customXml" Target="../ink/ink4.xml"/><Relationship Id="rId78" Type="http://schemas.openxmlformats.org/officeDocument/2006/relationships/image" Target="../media/image46.png"/><Relationship Id="rId81" Type="http://schemas.openxmlformats.org/officeDocument/2006/relationships/customXml" Target="../ink/ink8.xml"/><Relationship Id="rId69" Type="http://schemas.openxmlformats.org/officeDocument/2006/relationships/customXml" Target="../ink/ink2.xml"/><Relationship Id="rId77" Type="http://schemas.openxmlformats.org/officeDocument/2006/relationships/customXml" Target="../ink/ink6.xml"/></Relationships>
</file>

<file path=ppt/slides/_rels/slide12.xml.rels><?xml version="1.0" encoding="UTF-8" standalone="yes"?>
<Relationships xmlns="http://schemas.openxmlformats.org/package/2006/relationships"><Relationship Id="rId26" Type="http://schemas.openxmlformats.org/officeDocument/2006/relationships/image" Target="../media/image60.png"/><Relationship Id="rId21" Type="http://schemas.openxmlformats.org/officeDocument/2006/relationships/customXml" Target="../ink/ink18.xml"/><Relationship Id="rId34" Type="http://schemas.openxmlformats.org/officeDocument/2006/relationships/image" Target="../media/image64.png"/><Relationship Id="rId42" Type="http://schemas.openxmlformats.org/officeDocument/2006/relationships/image" Target="../media/image68.png"/><Relationship Id="rId47" Type="http://schemas.openxmlformats.org/officeDocument/2006/relationships/customXml" Target="../ink/ink31.xml"/><Relationship Id="rId50" Type="http://schemas.openxmlformats.org/officeDocument/2006/relationships/image" Target="../media/image72.png"/><Relationship Id="rId55" Type="http://schemas.openxmlformats.org/officeDocument/2006/relationships/customXml" Target="../ink/ink35.xml"/><Relationship Id="rId63" Type="http://schemas.openxmlformats.org/officeDocument/2006/relationships/customXml" Target="../ink/ink39.xml"/><Relationship Id="rId7" Type="http://schemas.openxmlformats.org/officeDocument/2006/relationships/customXml" Target="../ink/ink11.xml"/><Relationship Id="rId2" Type="http://schemas.openxmlformats.org/officeDocument/2006/relationships/notesSlide" Target="../notesSlides/notesSlide12.xml"/><Relationship Id="rId16" Type="http://schemas.openxmlformats.org/officeDocument/2006/relationships/image" Target="../media/image55.png"/><Relationship Id="rId29" Type="http://schemas.openxmlformats.org/officeDocument/2006/relationships/customXml" Target="../ink/ink22.xml"/><Relationship Id="rId11" Type="http://schemas.openxmlformats.org/officeDocument/2006/relationships/customXml" Target="../ink/ink13.xml"/><Relationship Id="rId24" Type="http://schemas.openxmlformats.org/officeDocument/2006/relationships/image" Target="../media/image59.png"/><Relationship Id="rId32" Type="http://schemas.openxmlformats.org/officeDocument/2006/relationships/image" Target="../media/image63.png"/><Relationship Id="rId37" Type="http://schemas.openxmlformats.org/officeDocument/2006/relationships/customXml" Target="../ink/ink26.xml"/><Relationship Id="rId40" Type="http://schemas.openxmlformats.org/officeDocument/2006/relationships/image" Target="../media/image67.png"/><Relationship Id="rId45" Type="http://schemas.openxmlformats.org/officeDocument/2006/relationships/customXml" Target="../ink/ink30.xml"/><Relationship Id="rId53" Type="http://schemas.openxmlformats.org/officeDocument/2006/relationships/customXml" Target="../ink/ink34.xml"/><Relationship Id="rId58" Type="http://schemas.openxmlformats.org/officeDocument/2006/relationships/image" Target="../media/image76.png"/><Relationship Id="rId66" Type="http://schemas.openxmlformats.org/officeDocument/2006/relationships/image" Target="../media/image80.png"/><Relationship Id="rId5" Type="http://schemas.openxmlformats.org/officeDocument/2006/relationships/customXml" Target="../ink/ink10.xml"/><Relationship Id="rId61" Type="http://schemas.openxmlformats.org/officeDocument/2006/relationships/customXml" Target="../ink/ink38.xml"/><Relationship Id="rId19" Type="http://schemas.openxmlformats.org/officeDocument/2006/relationships/customXml" Target="../ink/ink17.xml"/><Relationship Id="rId14" Type="http://schemas.openxmlformats.org/officeDocument/2006/relationships/image" Target="../media/image54.png"/><Relationship Id="rId22" Type="http://schemas.openxmlformats.org/officeDocument/2006/relationships/image" Target="../media/image58.png"/><Relationship Id="rId27" Type="http://schemas.openxmlformats.org/officeDocument/2006/relationships/customXml" Target="../ink/ink21.xml"/><Relationship Id="rId30" Type="http://schemas.openxmlformats.org/officeDocument/2006/relationships/image" Target="../media/image62.png"/><Relationship Id="rId35" Type="http://schemas.openxmlformats.org/officeDocument/2006/relationships/customXml" Target="../ink/ink25.xml"/><Relationship Id="rId43" Type="http://schemas.openxmlformats.org/officeDocument/2006/relationships/customXml" Target="../ink/ink29.xml"/><Relationship Id="rId48" Type="http://schemas.openxmlformats.org/officeDocument/2006/relationships/image" Target="../media/image71.png"/><Relationship Id="rId56" Type="http://schemas.openxmlformats.org/officeDocument/2006/relationships/image" Target="../media/image75.png"/><Relationship Id="rId64" Type="http://schemas.openxmlformats.org/officeDocument/2006/relationships/image" Target="../media/image79.png"/><Relationship Id="rId8" Type="http://schemas.openxmlformats.org/officeDocument/2006/relationships/image" Target="../media/image51.png"/><Relationship Id="rId51" Type="http://schemas.openxmlformats.org/officeDocument/2006/relationships/customXml" Target="../ink/ink33.xml"/><Relationship Id="rId3" Type="http://schemas.openxmlformats.org/officeDocument/2006/relationships/customXml" Target="../ink/ink9.xml"/><Relationship Id="rId12" Type="http://schemas.openxmlformats.org/officeDocument/2006/relationships/image" Target="../media/image53.png"/><Relationship Id="rId17" Type="http://schemas.openxmlformats.org/officeDocument/2006/relationships/customXml" Target="../ink/ink16.xml"/><Relationship Id="rId25" Type="http://schemas.openxmlformats.org/officeDocument/2006/relationships/customXml" Target="../ink/ink20.xml"/><Relationship Id="rId33" Type="http://schemas.openxmlformats.org/officeDocument/2006/relationships/customXml" Target="../ink/ink24.xml"/><Relationship Id="rId38" Type="http://schemas.openxmlformats.org/officeDocument/2006/relationships/image" Target="../media/image66.png"/><Relationship Id="rId46" Type="http://schemas.openxmlformats.org/officeDocument/2006/relationships/image" Target="../media/image70.png"/><Relationship Id="rId59" Type="http://schemas.openxmlformats.org/officeDocument/2006/relationships/customXml" Target="../ink/ink37.xml"/><Relationship Id="rId20" Type="http://schemas.openxmlformats.org/officeDocument/2006/relationships/image" Target="../media/image57.png"/><Relationship Id="rId41" Type="http://schemas.openxmlformats.org/officeDocument/2006/relationships/customXml" Target="../ink/ink28.xml"/><Relationship Id="rId54" Type="http://schemas.openxmlformats.org/officeDocument/2006/relationships/image" Target="../media/image74.png"/><Relationship Id="rId62" Type="http://schemas.openxmlformats.org/officeDocument/2006/relationships/image" Target="../media/image78.png"/><Relationship Id="rId1" Type="http://schemas.openxmlformats.org/officeDocument/2006/relationships/slideLayout" Target="../slideLayouts/slideLayout13.xml"/><Relationship Id="rId6" Type="http://schemas.openxmlformats.org/officeDocument/2006/relationships/image" Target="../media/image50.png"/><Relationship Id="rId15" Type="http://schemas.openxmlformats.org/officeDocument/2006/relationships/customXml" Target="../ink/ink15.xml"/><Relationship Id="rId23" Type="http://schemas.openxmlformats.org/officeDocument/2006/relationships/customXml" Target="../ink/ink19.xml"/><Relationship Id="rId28" Type="http://schemas.openxmlformats.org/officeDocument/2006/relationships/image" Target="../media/image61.png"/><Relationship Id="rId36" Type="http://schemas.openxmlformats.org/officeDocument/2006/relationships/image" Target="../media/image65.png"/><Relationship Id="rId49" Type="http://schemas.openxmlformats.org/officeDocument/2006/relationships/customXml" Target="../ink/ink32.xml"/><Relationship Id="rId57" Type="http://schemas.openxmlformats.org/officeDocument/2006/relationships/customXml" Target="../ink/ink36.xml"/><Relationship Id="rId10" Type="http://schemas.openxmlformats.org/officeDocument/2006/relationships/image" Target="../media/image52.png"/><Relationship Id="rId31" Type="http://schemas.openxmlformats.org/officeDocument/2006/relationships/customXml" Target="../ink/ink23.xml"/><Relationship Id="rId44" Type="http://schemas.openxmlformats.org/officeDocument/2006/relationships/image" Target="../media/image69.png"/><Relationship Id="rId52" Type="http://schemas.openxmlformats.org/officeDocument/2006/relationships/image" Target="../media/image73.png"/><Relationship Id="rId60" Type="http://schemas.openxmlformats.org/officeDocument/2006/relationships/image" Target="../media/image77.png"/><Relationship Id="rId65" Type="http://schemas.openxmlformats.org/officeDocument/2006/relationships/customXml" Target="../ink/ink40.xml"/><Relationship Id="rId4" Type="http://schemas.openxmlformats.org/officeDocument/2006/relationships/image" Target="../media/image49.png"/><Relationship Id="rId9" Type="http://schemas.openxmlformats.org/officeDocument/2006/relationships/customXml" Target="../ink/ink12.xml"/><Relationship Id="rId13" Type="http://schemas.openxmlformats.org/officeDocument/2006/relationships/customXml" Target="../ink/ink14.xml"/><Relationship Id="rId18" Type="http://schemas.openxmlformats.org/officeDocument/2006/relationships/image" Target="../media/image56.png"/><Relationship Id="rId39" Type="http://schemas.openxmlformats.org/officeDocument/2006/relationships/customXml" Target="../ink/ink27.xml"/></Relationships>
</file>

<file path=ppt/slides/_rels/slide13.xml.rels><?xml version="1.0" encoding="UTF-8" standalone="yes"?>
<Relationships xmlns="http://schemas.openxmlformats.org/package/2006/relationships"><Relationship Id="rId13" Type="http://schemas.openxmlformats.org/officeDocument/2006/relationships/customXml" Target="../ink/ink46.xml"/><Relationship Id="rId18" Type="http://schemas.openxmlformats.org/officeDocument/2006/relationships/image" Target="../media/image88.png"/><Relationship Id="rId26" Type="http://schemas.openxmlformats.org/officeDocument/2006/relationships/image" Target="../media/image92.png"/><Relationship Id="rId39" Type="http://schemas.openxmlformats.org/officeDocument/2006/relationships/customXml" Target="../ink/ink59.xml"/><Relationship Id="rId21" Type="http://schemas.openxmlformats.org/officeDocument/2006/relationships/customXml" Target="../ink/ink50.xml"/><Relationship Id="rId34" Type="http://schemas.openxmlformats.org/officeDocument/2006/relationships/image" Target="../media/image96.png"/><Relationship Id="rId42" Type="http://schemas.openxmlformats.org/officeDocument/2006/relationships/image" Target="../media/image100.png"/><Relationship Id="rId47" Type="http://schemas.openxmlformats.org/officeDocument/2006/relationships/customXml" Target="../ink/ink63.xml"/><Relationship Id="rId50" Type="http://schemas.openxmlformats.org/officeDocument/2006/relationships/image" Target="../media/image104.png"/><Relationship Id="rId7" Type="http://schemas.openxmlformats.org/officeDocument/2006/relationships/customXml" Target="../ink/ink43.xml"/><Relationship Id="rId2" Type="http://schemas.openxmlformats.org/officeDocument/2006/relationships/notesSlide" Target="../notesSlides/notesSlide13.xml"/><Relationship Id="rId16" Type="http://schemas.openxmlformats.org/officeDocument/2006/relationships/image" Target="../media/image87.png"/><Relationship Id="rId29" Type="http://schemas.openxmlformats.org/officeDocument/2006/relationships/customXml" Target="../ink/ink54.xml"/><Relationship Id="rId11" Type="http://schemas.openxmlformats.org/officeDocument/2006/relationships/customXml" Target="../ink/ink45.xml"/><Relationship Id="rId24" Type="http://schemas.openxmlformats.org/officeDocument/2006/relationships/image" Target="../media/image91.png"/><Relationship Id="rId32" Type="http://schemas.openxmlformats.org/officeDocument/2006/relationships/image" Target="../media/image95.png"/><Relationship Id="rId37" Type="http://schemas.openxmlformats.org/officeDocument/2006/relationships/customXml" Target="../ink/ink58.xml"/><Relationship Id="rId40" Type="http://schemas.openxmlformats.org/officeDocument/2006/relationships/image" Target="../media/image99.png"/><Relationship Id="rId45" Type="http://schemas.openxmlformats.org/officeDocument/2006/relationships/customXml" Target="../ink/ink62.xml"/><Relationship Id="rId5" Type="http://schemas.openxmlformats.org/officeDocument/2006/relationships/customXml" Target="../ink/ink42.xml"/><Relationship Id="rId15" Type="http://schemas.openxmlformats.org/officeDocument/2006/relationships/customXml" Target="../ink/ink47.xml"/><Relationship Id="rId23" Type="http://schemas.openxmlformats.org/officeDocument/2006/relationships/customXml" Target="../ink/ink51.xml"/><Relationship Id="rId28" Type="http://schemas.openxmlformats.org/officeDocument/2006/relationships/image" Target="../media/image93.png"/><Relationship Id="rId36" Type="http://schemas.openxmlformats.org/officeDocument/2006/relationships/image" Target="../media/image97.png"/><Relationship Id="rId49" Type="http://schemas.openxmlformats.org/officeDocument/2006/relationships/customXml" Target="../ink/ink64.xml"/><Relationship Id="rId10" Type="http://schemas.openxmlformats.org/officeDocument/2006/relationships/image" Target="../media/image84.png"/><Relationship Id="rId19" Type="http://schemas.openxmlformats.org/officeDocument/2006/relationships/customXml" Target="../ink/ink49.xml"/><Relationship Id="rId31" Type="http://schemas.openxmlformats.org/officeDocument/2006/relationships/customXml" Target="../ink/ink55.xml"/><Relationship Id="rId44" Type="http://schemas.openxmlformats.org/officeDocument/2006/relationships/image" Target="../media/image101.png"/><Relationship Id="rId4" Type="http://schemas.openxmlformats.org/officeDocument/2006/relationships/image" Target="../media/image81.png"/><Relationship Id="rId9" Type="http://schemas.openxmlformats.org/officeDocument/2006/relationships/customXml" Target="../ink/ink44.xml"/><Relationship Id="rId14" Type="http://schemas.openxmlformats.org/officeDocument/2006/relationships/image" Target="../media/image86.png"/><Relationship Id="rId22" Type="http://schemas.openxmlformats.org/officeDocument/2006/relationships/image" Target="../media/image90.png"/><Relationship Id="rId27" Type="http://schemas.openxmlformats.org/officeDocument/2006/relationships/customXml" Target="../ink/ink53.xml"/><Relationship Id="rId30" Type="http://schemas.openxmlformats.org/officeDocument/2006/relationships/image" Target="../media/image94.png"/><Relationship Id="rId35" Type="http://schemas.openxmlformats.org/officeDocument/2006/relationships/customXml" Target="../ink/ink57.xml"/><Relationship Id="rId43" Type="http://schemas.openxmlformats.org/officeDocument/2006/relationships/customXml" Target="../ink/ink61.xml"/><Relationship Id="rId48" Type="http://schemas.openxmlformats.org/officeDocument/2006/relationships/image" Target="../media/image103.png"/><Relationship Id="rId8" Type="http://schemas.openxmlformats.org/officeDocument/2006/relationships/image" Target="../media/image83.png"/><Relationship Id="rId3" Type="http://schemas.openxmlformats.org/officeDocument/2006/relationships/customXml" Target="../ink/ink41.xml"/><Relationship Id="rId12" Type="http://schemas.openxmlformats.org/officeDocument/2006/relationships/image" Target="../media/image85.png"/><Relationship Id="rId17" Type="http://schemas.openxmlformats.org/officeDocument/2006/relationships/customXml" Target="../ink/ink48.xml"/><Relationship Id="rId25" Type="http://schemas.openxmlformats.org/officeDocument/2006/relationships/customXml" Target="../ink/ink52.xml"/><Relationship Id="rId33" Type="http://schemas.openxmlformats.org/officeDocument/2006/relationships/customXml" Target="../ink/ink56.xml"/><Relationship Id="rId38" Type="http://schemas.openxmlformats.org/officeDocument/2006/relationships/image" Target="../media/image98.png"/><Relationship Id="rId46" Type="http://schemas.openxmlformats.org/officeDocument/2006/relationships/image" Target="../media/image102.png"/><Relationship Id="rId20" Type="http://schemas.openxmlformats.org/officeDocument/2006/relationships/image" Target="../media/image89.png"/><Relationship Id="rId41" Type="http://schemas.openxmlformats.org/officeDocument/2006/relationships/customXml" Target="../ink/ink60.xml"/><Relationship Id="rId1" Type="http://schemas.openxmlformats.org/officeDocument/2006/relationships/slideLayout" Target="../slideLayouts/slideLayout15.xml"/><Relationship Id="rId6" Type="http://schemas.openxmlformats.org/officeDocument/2006/relationships/image" Target="../media/image8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xml"/><Relationship Id="rId5" Type="http://schemas.openxmlformats.org/officeDocument/2006/relationships/image" Target="../media/image9.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xml"/><Relationship Id="rId5" Type="http://schemas.openxmlformats.org/officeDocument/2006/relationships/image" Target="../media/image9.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3.xml"/><Relationship Id="rId5" Type="http://schemas.openxmlformats.org/officeDocument/2006/relationships/image" Target="../media/image9.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4.xml"/><Relationship Id="rId5" Type="http://schemas.openxmlformats.org/officeDocument/2006/relationships/image" Target="../media/image9.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5.xml"/><Relationship Id="rId5" Type="http://schemas.openxmlformats.org/officeDocument/2006/relationships/image" Target="../media/image9.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文本占位符 13"/>
          <p:cNvSpPr>
            <a:spLocks noGrp="1"/>
          </p:cNvSpPr>
          <p:nvPr>
            <p:ph type="body" sz="quarter" idx="17"/>
          </p:nvPr>
        </p:nvSpPr>
        <p:spPr/>
        <p:txBody>
          <a:bodyPr/>
          <a:lstStyle/>
          <a:p>
            <a:endParaRPr lang="zh-CN" altLang="en-US" dirty="0"/>
          </a:p>
        </p:txBody>
      </p:sp>
      <p:sp>
        <p:nvSpPr>
          <p:cNvPr id="25" name="文本占位符 24"/>
          <p:cNvSpPr>
            <a:spLocks noGrp="1"/>
          </p:cNvSpPr>
          <p:nvPr>
            <p:ph type="body" sz="quarter" idx="18"/>
          </p:nvPr>
        </p:nvSpPr>
        <p:spPr/>
        <p:txBody>
          <a:bodyPr/>
          <a:lstStyle/>
          <a:p>
            <a:r>
              <a:rPr lang="en-US" altLang="zh-CN" dirty="0">
                <a:sym typeface="Huawei Sans" panose="020C0503030203020204" pitchFamily="34" charset="0"/>
              </a:rPr>
              <a:t>Datacom</a:t>
            </a:r>
            <a:endParaRPr lang="zh-CN" altLang="en-US" dirty="0">
              <a:sym typeface="Huawei Sans" panose="020C0503030203020204" pitchFamily="34" charset="0"/>
            </a:endParaRPr>
          </a:p>
        </p:txBody>
      </p:sp>
      <p:sp>
        <p:nvSpPr>
          <p:cNvPr id="15" name="文本占位符 14"/>
          <p:cNvSpPr>
            <a:spLocks noGrp="1"/>
          </p:cNvSpPr>
          <p:nvPr>
            <p:ph type="body" sz="quarter" idx="19"/>
          </p:nvPr>
        </p:nvSpPr>
        <p:spPr/>
        <p:txBody>
          <a:bodyPr/>
          <a:lstStyle/>
          <a:p>
            <a:r>
              <a:rPr lang="zh-CN" altLang="en-US" dirty="0"/>
              <a:t>通用</a:t>
            </a:r>
          </a:p>
        </p:txBody>
      </p:sp>
      <p:sp>
        <p:nvSpPr>
          <p:cNvPr id="16" name="文本占位符 15"/>
          <p:cNvSpPr>
            <a:spLocks noGrp="1"/>
          </p:cNvSpPr>
          <p:nvPr>
            <p:ph type="body" sz="quarter" idx="20"/>
          </p:nvPr>
        </p:nvSpPr>
        <p:spPr/>
        <p:txBody>
          <a:bodyPr/>
          <a:lstStyle/>
          <a:p>
            <a:r>
              <a:rPr lang="en-US" altLang="zh-CN" dirty="0"/>
              <a:t>V1.0</a:t>
            </a:r>
            <a:endParaRPr lang="zh-CN" altLang="en-US" dirty="0"/>
          </a:p>
        </p:txBody>
      </p:sp>
      <p:sp>
        <p:nvSpPr>
          <p:cNvPr id="74" name="文本占位符 73"/>
          <p:cNvSpPr>
            <a:spLocks noGrp="1"/>
          </p:cNvSpPr>
          <p:nvPr>
            <p:ph type="body" sz="quarter" idx="13"/>
          </p:nvPr>
        </p:nvSpPr>
        <p:spPr/>
        <p:txBody>
          <a:bodyPr/>
          <a:lstStyle/>
          <a:p>
            <a:r>
              <a:rPr lang="zh-CN" altLang="en-US" dirty="0">
                <a:sym typeface="Huawei Sans" panose="020C0503030203020204" pitchFamily="34" charset="0"/>
              </a:rPr>
              <a:t>游燕燕</a:t>
            </a:r>
            <a:r>
              <a:rPr lang="en-US" altLang="zh-CN" dirty="0">
                <a:sym typeface="Huawei Sans" panose="020C0503030203020204" pitchFamily="34" charset="0"/>
              </a:rPr>
              <a:t>/00334121</a:t>
            </a:r>
            <a:endParaRPr lang="zh-CN" altLang="en-US" dirty="0">
              <a:sym typeface="Huawei Sans" panose="020C0503030203020204" pitchFamily="34" charset="0"/>
            </a:endParaRPr>
          </a:p>
        </p:txBody>
      </p:sp>
      <p:sp>
        <p:nvSpPr>
          <p:cNvPr id="75" name="文本占位符 74"/>
          <p:cNvSpPr>
            <a:spLocks noGrp="1"/>
          </p:cNvSpPr>
          <p:nvPr>
            <p:ph type="body" sz="quarter" idx="14"/>
          </p:nvPr>
        </p:nvSpPr>
        <p:spPr/>
        <p:txBody>
          <a:bodyPr/>
          <a:lstStyle/>
          <a:p>
            <a:r>
              <a:rPr lang="en-US" altLang="zh-CN">
                <a:sym typeface="Huawei Sans" panose="020C0503030203020204" pitchFamily="34" charset="0"/>
              </a:rPr>
              <a:t>2020.06.16</a:t>
            </a:r>
            <a:endParaRPr lang="en-US" altLang="zh-CN" dirty="0">
              <a:sym typeface="Huawei Sans" panose="020C0503030203020204" pitchFamily="34" charset="0"/>
            </a:endParaRPr>
          </a:p>
        </p:txBody>
      </p:sp>
      <p:sp>
        <p:nvSpPr>
          <p:cNvPr id="22" name="文本占位符 21"/>
          <p:cNvSpPr>
            <a:spLocks noGrp="1"/>
          </p:cNvSpPr>
          <p:nvPr>
            <p:ph type="body" sz="quarter" idx="15"/>
          </p:nvPr>
        </p:nvSpPr>
        <p:spPr/>
        <p:txBody>
          <a:bodyPr/>
          <a:lstStyle/>
          <a:p>
            <a:r>
              <a:rPr lang="zh-CN" altLang="en-US">
                <a:sym typeface="Huawei Sans" panose="020C0503030203020204" pitchFamily="34" charset="0"/>
              </a:rPr>
              <a:t>吉磊</a:t>
            </a:r>
            <a:r>
              <a:rPr lang="en-US" altLang="zh-CN">
                <a:sym typeface="Huawei Sans" panose="020C0503030203020204" pitchFamily="34" charset="0"/>
              </a:rPr>
              <a:t>/00348665</a:t>
            </a:r>
            <a:endParaRPr lang="en-US" altLang="zh-CN" dirty="0">
              <a:sym typeface="Huawei Sans" panose="020C0503030203020204" pitchFamily="34" charset="0"/>
            </a:endParaRPr>
          </a:p>
        </p:txBody>
      </p:sp>
      <p:sp>
        <p:nvSpPr>
          <p:cNvPr id="23" name="文本占位符 22"/>
          <p:cNvSpPr>
            <a:spLocks noGrp="1"/>
          </p:cNvSpPr>
          <p:nvPr>
            <p:ph type="body" sz="quarter" idx="16"/>
          </p:nvPr>
        </p:nvSpPr>
        <p:spPr/>
        <p:txBody>
          <a:bodyPr/>
          <a:lstStyle/>
          <a:p>
            <a:r>
              <a:rPr lang="zh-CN" altLang="en-US" dirty="0">
                <a:sym typeface="Huawei Sans" panose="020C0503030203020204" pitchFamily="34" charset="0"/>
              </a:rPr>
              <a:t>新开发</a:t>
            </a:r>
          </a:p>
        </p:txBody>
      </p:sp>
      <p:sp>
        <p:nvSpPr>
          <p:cNvPr id="28" name="文本占位符 27"/>
          <p:cNvSpPr>
            <a:spLocks noGrp="1"/>
          </p:cNvSpPr>
          <p:nvPr>
            <p:ph type="body" sz="quarter" idx="21"/>
          </p:nvPr>
        </p:nvSpPr>
        <p:spPr/>
        <p:txBody>
          <a:bodyPr/>
          <a:lstStyle/>
          <a:p>
            <a:r>
              <a:rPr lang="zh-CN" altLang="en-US" dirty="0">
                <a:sym typeface="Huawei Sans" panose="020C0503030203020204" pitchFamily="34" charset="0"/>
              </a:rPr>
              <a:t>万倡利</a:t>
            </a:r>
            <a:r>
              <a:rPr lang="en-US" altLang="zh-CN" dirty="0">
                <a:sym typeface="Huawei Sans" panose="020C0503030203020204" pitchFamily="34" charset="0"/>
              </a:rPr>
              <a:t>/WX408647</a:t>
            </a:r>
          </a:p>
        </p:txBody>
      </p:sp>
      <p:sp>
        <p:nvSpPr>
          <p:cNvPr id="29" name="文本占位符 28"/>
          <p:cNvSpPr>
            <a:spLocks noGrp="1"/>
          </p:cNvSpPr>
          <p:nvPr>
            <p:ph type="body" sz="quarter" idx="22"/>
          </p:nvPr>
        </p:nvSpPr>
        <p:spPr/>
        <p:txBody>
          <a:bodyPr/>
          <a:lstStyle/>
          <a:p>
            <a:r>
              <a:rPr lang="en-US" altLang="zh-CN">
                <a:sym typeface="Huawei Sans" panose="020C0503030203020204" pitchFamily="34" charset="0"/>
              </a:rPr>
              <a:t>2020.05.28</a:t>
            </a:r>
            <a:endParaRPr lang="zh-CN" altLang="en-US" dirty="0">
              <a:sym typeface="Huawei Sans" panose="020C0503030203020204" pitchFamily="34" charset="0"/>
            </a:endParaRPr>
          </a:p>
        </p:txBody>
      </p:sp>
      <p:sp>
        <p:nvSpPr>
          <p:cNvPr id="30" name="文本占位符 29"/>
          <p:cNvSpPr>
            <a:spLocks noGrp="1"/>
          </p:cNvSpPr>
          <p:nvPr>
            <p:ph type="body" sz="quarter" idx="23"/>
          </p:nvPr>
        </p:nvSpPr>
        <p:spPr/>
        <p:txBody>
          <a:bodyPr/>
          <a:lstStyle/>
          <a:p>
            <a:r>
              <a:rPr lang="zh-CN" altLang="en-US">
                <a:sym typeface="Huawei Sans" panose="020C0503030203020204" pitchFamily="34" charset="0"/>
              </a:rPr>
              <a:t>游燕燕</a:t>
            </a:r>
            <a:r>
              <a:rPr lang="en-US" altLang="zh-CN">
                <a:sym typeface="Huawei Sans" panose="020C0503030203020204" pitchFamily="34" charset="0"/>
              </a:rPr>
              <a:t>/00334121</a:t>
            </a:r>
            <a:endParaRPr lang="en-US" altLang="zh-CN" dirty="0">
              <a:sym typeface="Huawei Sans" panose="020C0503030203020204" pitchFamily="34" charset="0"/>
            </a:endParaRPr>
          </a:p>
        </p:txBody>
      </p:sp>
      <p:sp>
        <p:nvSpPr>
          <p:cNvPr id="31" name="文本占位符 30"/>
          <p:cNvSpPr>
            <a:spLocks noGrp="1"/>
          </p:cNvSpPr>
          <p:nvPr>
            <p:ph type="body" sz="quarter" idx="24"/>
          </p:nvPr>
        </p:nvSpPr>
        <p:spPr/>
        <p:txBody>
          <a:bodyPr/>
          <a:lstStyle/>
          <a:p>
            <a:r>
              <a:rPr lang="zh-CN" altLang="en-US" dirty="0">
                <a:sym typeface="Huawei Sans" panose="020C0503030203020204" pitchFamily="34" charset="0"/>
              </a:rPr>
              <a:t>优化</a:t>
            </a:r>
          </a:p>
        </p:txBody>
      </p:sp>
      <p:sp>
        <p:nvSpPr>
          <p:cNvPr id="32" name="文本占位符 31"/>
          <p:cNvSpPr>
            <a:spLocks noGrp="1"/>
          </p:cNvSpPr>
          <p:nvPr>
            <p:ph type="body" sz="quarter" idx="25"/>
          </p:nvPr>
        </p:nvSpPr>
        <p:spPr/>
        <p:txBody>
          <a:bodyPr/>
          <a:lstStyle/>
          <a:p>
            <a:r>
              <a:rPr lang="zh-CN" altLang="en-US" dirty="0">
                <a:sym typeface="Huawei Sans" panose="020C0503030203020204" pitchFamily="34" charset="0"/>
              </a:rPr>
              <a:t>何军建</a:t>
            </a:r>
            <a:r>
              <a:rPr lang="en-US" altLang="zh-CN" dirty="0">
                <a:sym typeface="Huawei Sans" panose="020C0503030203020204" pitchFamily="34" charset="0"/>
              </a:rPr>
              <a:t>/WX580230</a:t>
            </a:r>
          </a:p>
        </p:txBody>
      </p:sp>
      <p:sp>
        <p:nvSpPr>
          <p:cNvPr id="33" name="文本占位符 32"/>
          <p:cNvSpPr>
            <a:spLocks noGrp="1"/>
          </p:cNvSpPr>
          <p:nvPr>
            <p:ph type="body" sz="quarter" idx="26"/>
          </p:nvPr>
        </p:nvSpPr>
        <p:spPr/>
        <p:txBody>
          <a:bodyPr/>
          <a:lstStyle/>
          <a:p>
            <a:r>
              <a:rPr lang="en-US" altLang="zh-CN">
                <a:sym typeface="Huawei Sans" panose="020C0503030203020204" pitchFamily="34" charset="0"/>
              </a:rPr>
              <a:t>2021.08.19</a:t>
            </a:r>
            <a:endParaRPr lang="en-US" altLang="zh-CN" dirty="0">
              <a:sym typeface="Huawei Sans" panose="020C0503030203020204" pitchFamily="34" charset="0"/>
            </a:endParaRPr>
          </a:p>
        </p:txBody>
      </p:sp>
      <p:sp>
        <p:nvSpPr>
          <p:cNvPr id="17" name="文本占位符 16"/>
          <p:cNvSpPr>
            <a:spLocks noGrp="1"/>
          </p:cNvSpPr>
          <p:nvPr>
            <p:ph type="body" sz="quarter" idx="27"/>
          </p:nvPr>
        </p:nvSpPr>
        <p:spPr/>
        <p:txBody>
          <a:bodyPr/>
          <a:lstStyle/>
          <a:p>
            <a:r>
              <a:rPr lang="zh-CN" altLang="en-US" dirty="0"/>
              <a:t>李先之</a:t>
            </a:r>
            <a:r>
              <a:rPr lang="en-US" altLang="zh-CN" dirty="0"/>
              <a:t>/00354681</a:t>
            </a:r>
            <a:endParaRPr lang="zh-CN" altLang="en-US" dirty="0"/>
          </a:p>
        </p:txBody>
      </p:sp>
      <p:sp>
        <p:nvSpPr>
          <p:cNvPr id="35" name="文本占位符 34"/>
          <p:cNvSpPr>
            <a:spLocks noGrp="1"/>
          </p:cNvSpPr>
          <p:nvPr>
            <p:ph type="body" sz="quarter" idx="28"/>
          </p:nvPr>
        </p:nvSpPr>
        <p:spPr/>
        <p:txBody>
          <a:bodyPr/>
          <a:lstStyle/>
          <a:p>
            <a:r>
              <a:rPr lang="zh-CN" altLang="en-US" dirty="0">
                <a:sym typeface="Huawei Sans" panose="020C0503030203020204" pitchFamily="34" charset="0"/>
              </a:rPr>
              <a:t>优化</a:t>
            </a:r>
          </a:p>
        </p:txBody>
      </p:sp>
      <p:sp>
        <p:nvSpPr>
          <p:cNvPr id="18" name="文本占位符 17"/>
          <p:cNvSpPr>
            <a:spLocks noGrp="1"/>
          </p:cNvSpPr>
          <p:nvPr>
            <p:ph type="body" sz="quarter" idx="29"/>
          </p:nvPr>
        </p:nvSpPr>
        <p:spPr/>
        <p:txBody>
          <a:bodyPr/>
          <a:lstStyle/>
          <a:p>
            <a:endParaRPr lang="zh-CN" altLang="en-US"/>
          </a:p>
        </p:txBody>
      </p:sp>
      <p:sp>
        <p:nvSpPr>
          <p:cNvPr id="19" name="文本占位符 18"/>
          <p:cNvSpPr>
            <a:spLocks noGrp="1"/>
          </p:cNvSpPr>
          <p:nvPr>
            <p:ph type="body" sz="quarter" idx="30"/>
          </p:nvPr>
        </p:nvSpPr>
        <p:spPr/>
        <p:txBody>
          <a:bodyPr/>
          <a:lstStyle/>
          <a:p>
            <a:endParaRPr lang="zh-CN" altLang="en-US"/>
          </a:p>
        </p:txBody>
      </p:sp>
      <p:sp>
        <p:nvSpPr>
          <p:cNvPr id="20" name="文本占位符 19"/>
          <p:cNvSpPr>
            <a:spLocks noGrp="1"/>
          </p:cNvSpPr>
          <p:nvPr>
            <p:ph type="body" sz="quarter" idx="31"/>
          </p:nvPr>
        </p:nvSpPr>
        <p:spPr/>
        <p:txBody>
          <a:bodyPr/>
          <a:lstStyle/>
          <a:p>
            <a:endParaRPr lang="zh-CN" altLang="en-US"/>
          </a:p>
        </p:txBody>
      </p:sp>
      <p:sp>
        <p:nvSpPr>
          <p:cNvPr id="21" name="文本占位符 20"/>
          <p:cNvSpPr>
            <a:spLocks noGrp="1"/>
          </p:cNvSpPr>
          <p:nvPr>
            <p:ph type="body" sz="quarter" idx="32"/>
          </p:nvPr>
        </p:nvSpPr>
        <p:spPr/>
        <p:txBody>
          <a:bodyPr/>
          <a:lstStyle/>
          <a:p>
            <a:endParaRPr lang="zh-CN" altLang="en-US" dirty="0"/>
          </a:p>
        </p:txBody>
      </p:sp>
    </p:spTree>
    <p:extLst>
      <p:ext uri="{BB962C8B-B14F-4D97-AF65-F5344CB8AC3E}">
        <p14:creationId xmlns:p14="http://schemas.microsoft.com/office/powerpoint/2010/main" val="1129691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bwMode="gray"/>
        <p:txBody>
          <a:bodyPr/>
          <a:lstStyle/>
          <a:p>
            <a:r>
              <a:rPr lang="en-US" altLang="zh-CN" dirty="0" err="1">
                <a:sym typeface="Huawei Sans" panose="020C0503030203020204" pitchFamily="34" charset="0"/>
              </a:rPr>
              <a:t>iMaster</a:t>
            </a:r>
            <a:r>
              <a:rPr lang="en-US" altLang="zh-CN" dirty="0">
                <a:sym typeface="Huawei Sans" panose="020C0503030203020204" pitchFamily="34" charset="0"/>
              </a:rPr>
              <a:t> NCE</a:t>
            </a:r>
            <a:r>
              <a:rPr lang="zh-CN" altLang="en-US" dirty="0">
                <a:sym typeface="Huawei Sans" panose="020C0503030203020204" pitchFamily="34" charset="0"/>
              </a:rPr>
              <a:t>业务开放可编程</a:t>
            </a:r>
          </a:p>
        </p:txBody>
      </p:sp>
    </p:spTree>
    <p:extLst>
      <p:ext uri="{BB962C8B-B14F-4D97-AF65-F5344CB8AC3E}">
        <p14:creationId xmlns:p14="http://schemas.microsoft.com/office/powerpoint/2010/main" val="3171237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a:sym typeface="Huawei Sans" panose="020C0503030203020204" pitchFamily="34" charset="0"/>
              </a:rPr>
              <a:t>随着网络数字化转型的推进，新业务及新技术层出不穷，对网络的要求也更加复杂。传统的封闭网络已经无法满足业务快速创新，利用现有资产提高网络的开放能力，是大势所趋。更敏捷地规划新业务，按照定制化的客户意图进行网络业务编排是核心能力。</a:t>
            </a:r>
          </a:p>
          <a:p>
            <a:r>
              <a:rPr lang="en-US" altLang="zh-CN">
                <a:sym typeface="Huawei Sans" panose="020C0503030203020204" pitchFamily="34" charset="0"/>
              </a:rPr>
              <a:t>NCE</a:t>
            </a:r>
            <a:r>
              <a:rPr lang="zh-CN" altLang="en-US">
                <a:sym typeface="Huawei Sans" panose="020C0503030203020204" pitchFamily="34" charset="0"/>
              </a:rPr>
              <a:t>业务开放可编程基于</a:t>
            </a:r>
            <a:r>
              <a:rPr lang="en-US" altLang="zh-CN">
                <a:sym typeface="Huawei Sans" panose="020C0503030203020204" pitchFamily="34" charset="0"/>
              </a:rPr>
              <a:t>YANG</a:t>
            </a:r>
            <a:r>
              <a:rPr lang="zh-CN" altLang="en-US">
                <a:sym typeface="Huawei Sans" panose="020C0503030203020204" pitchFamily="34" charset="0"/>
              </a:rPr>
              <a:t>模型驱动的开放架构，以网元驱动包和业务包的的形式，使能网元层和网络层开放可编程，</a:t>
            </a:r>
            <a:r>
              <a:rPr lang="zh-CN" altLang="zh-CN"/>
              <a:t>实现新设备</a:t>
            </a:r>
            <a:r>
              <a:rPr lang="zh-CN" altLang="en-US"/>
              <a:t>的</a:t>
            </a:r>
            <a:r>
              <a:rPr lang="zh-CN" altLang="zh-CN"/>
              <a:t>快速对接和新网络业务的快速构建。</a:t>
            </a:r>
          </a:p>
          <a:p>
            <a:r>
              <a:rPr lang="zh-CN" altLang="en-US">
                <a:sym typeface="Huawei Sans" panose="020C0503030203020204" pitchFamily="34" charset="0"/>
              </a:rPr>
              <a:t>本课程将介绍业务开放可编程的背景和华为业务开放可编程实践。</a:t>
            </a:r>
            <a:endParaRPr lang="en-US" altLang="zh-CN" dirty="0">
              <a:sym typeface="Huawei Sans" panose="020C0503030203020204" pitchFamily="34" charset="0"/>
            </a:endParaRPr>
          </a:p>
        </p:txBody>
      </p:sp>
    </p:spTree>
    <p:extLst>
      <p:ext uri="{BB962C8B-B14F-4D97-AF65-F5344CB8AC3E}">
        <p14:creationId xmlns:p14="http://schemas.microsoft.com/office/powerpoint/2010/main" val="2465362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type="body" sz="quarter" idx="10"/>
          </p:nvPr>
        </p:nvSpPr>
        <p:spPr/>
        <p:txBody>
          <a:bodyPr/>
          <a:lstStyle/>
          <a:p>
            <a:r>
              <a:rPr lang="zh-CN" altLang="en-US" dirty="0">
                <a:sym typeface="Huawei Sans" panose="020C0503030203020204" pitchFamily="34" charset="0"/>
              </a:rPr>
              <a:t>学完本课程后，您将能够：</a:t>
            </a:r>
          </a:p>
          <a:p>
            <a:pPr lvl="1"/>
            <a:r>
              <a:rPr lang="zh-CN" altLang="en-US" dirty="0">
                <a:sym typeface="Huawei Sans" panose="020C0503030203020204" pitchFamily="34" charset="0"/>
              </a:rPr>
              <a:t>描述华为</a:t>
            </a:r>
            <a:r>
              <a:rPr lang="en-US" altLang="zh-CN" dirty="0">
                <a:sym typeface="Huawei Sans" panose="020C0503030203020204" pitchFamily="34" charset="0"/>
              </a:rPr>
              <a:t>NCE</a:t>
            </a:r>
            <a:r>
              <a:rPr lang="zh-CN" altLang="en-US" dirty="0">
                <a:sym typeface="Huawei Sans" panose="020C0503030203020204" pitchFamily="34" charset="0"/>
              </a:rPr>
              <a:t>业务开放可编程基本概念</a:t>
            </a:r>
            <a:endParaRPr lang="en-US" altLang="zh-CN" dirty="0">
              <a:sym typeface="Huawei Sans" panose="020C0503030203020204" pitchFamily="34" charset="0"/>
            </a:endParaRPr>
          </a:p>
          <a:p>
            <a:pPr lvl="1"/>
            <a:r>
              <a:rPr lang="zh-CN" altLang="en-US" dirty="0">
                <a:sym typeface="Huawei Sans" panose="020C0503030203020204" pitchFamily="34" charset="0"/>
              </a:rPr>
              <a:t>描述</a:t>
            </a:r>
            <a:r>
              <a:rPr lang="en-US" altLang="zh-CN" dirty="0">
                <a:sym typeface="Huawei Sans" panose="020C0503030203020204" pitchFamily="34" charset="0"/>
              </a:rPr>
              <a:t>NCE</a:t>
            </a:r>
            <a:r>
              <a:rPr lang="zh-CN" altLang="en-US" dirty="0">
                <a:sym typeface="Huawei Sans" panose="020C0503030203020204" pitchFamily="34" charset="0"/>
              </a:rPr>
              <a:t>业务开放可编程的架构和工作原理</a:t>
            </a:r>
          </a:p>
          <a:p>
            <a:pPr lvl="1"/>
            <a:r>
              <a:rPr lang="zh-CN" altLang="en-US" dirty="0">
                <a:sym typeface="Huawei Sans" panose="020C0503030203020204" pitchFamily="34" charset="0"/>
              </a:rPr>
              <a:t>描述</a:t>
            </a:r>
            <a:r>
              <a:rPr lang="en-US" altLang="zh-CN" dirty="0">
                <a:sym typeface="Huawei Sans" panose="020C0503030203020204" pitchFamily="34" charset="0"/>
              </a:rPr>
              <a:t>NCE</a:t>
            </a:r>
            <a:r>
              <a:rPr lang="zh-CN" altLang="en-US" dirty="0">
                <a:sym typeface="Huawei Sans" panose="020C0503030203020204" pitchFamily="34" charset="0"/>
              </a:rPr>
              <a:t>业务开放可编程的应用场景</a:t>
            </a:r>
          </a:p>
          <a:p>
            <a:pPr lvl="1"/>
            <a:r>
              <a:rPr lang="zh-CN" altLang="en-US" dirty="0">
                <a:sym typeface="Huawei Sans" panose="020C0503030203020204" pitchFamily="34" charset="0"/>
              </a:rPr>
              <a:t>使用</a:t>
            </a:r>
            <a:r>
              <a:rPr lang="en-US" altLang="zh-CN" dirty="0">
                <a:sym typeface="Huawei Sans" panose="020C0503030203020204" pitchFamily="34" charset="0"/>
              </a:rPr>
              <a:t>NCE</a:t>
            </a:r>
            <a:r>
              <a:rPr lang="zh-CN" altLang="en-US" dirty="0">
                <a:sym typeface="Huawei Sans" panose="020C0503030203020204" pitchFamily="34" charset="0"/>
              </a:rPr>
              <a:t>业务开放可编程系统完成新设备对接和新业务构建的实践</a:t>
            </a:r>
          </a:p>
        </p:txBody>
      </p:sp>
    </p:spTree>
    <p:extLst>
      <p:ext uri="{BB962C8B-B14F-4D97-AF65-F5344CB8AC3E}">
        <p14:creationId xmlns:p14="http://schemas.microsoft.com/office/powerpoint/2010/main" val="2257098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dirty="0">
                <a:sym typeface="Huawei Sans" panose="020C0503030203020204" pitchFamily="34" charset="0"/>
              </a:rPr>
              <a:t>背景</a:t>
            </a:r>
            <a:endParaRPr lang="en-US" altLang="zh-CN" b="1" dirty="0">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业务开放可编程简介</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业务开放可编程关键能力</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业务开放可编程相关概念</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实践用例</a:t>
            </a: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164444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A1640C-6425-4B93-AFAD-A8A70077B4D8}"/>
              </a:ext>
            </a:extLst>
          </p:cNvPr>
          <p:cNvSpPr>
            <a:spLocks noGrp="1"/>
          </p:cNvSpPr>
          <p:nvPr>
            <p:ph type="title"/>
          </p:nvPr>
        </p:nvSpPr>
        <p:spPr bwMode="gray"/>
        <p:txBody>
          <a:bodyPr/>
          <a:lstStyle/>
          <a:p>
            <a:r>
              <a:rPr lang="zh-CN" altLang="en-US"/>
              <a:t>背景：</a:t>
            </a:r>
            <a:r>
              <a:rPr lang="en-US" altLang="zh-CN"/>
              <a:t>5G/</a:t>
            </a:r>
            <a:r>
              <a:rPr lang="zh-CN" altLang="en-US"/>
              <a:t>云时代网络运维的调整</a:t>
            </a:r>
          </a:p>
        </p:txBody>
      </p:sp>
      <p:sp>
        <p:nvSpPr>
          <p:cNvPr id="6" name="文本框 5">
            <a:extLst>
              <a:ext uri="{FF2B5EF4-FFF2-40B4-BE49-F238E27FC236}">
                <a16:creationId xmlns:a16="http://schemas.microsoft.com/office/drawing/2014/main" id="{E4460B82-75A2-410F-ACE5-6F45EEEF7159}"/>
              </a:ext>
            </a:extLst>
          </p:cNvPr>
          <p:cNvSpPr txBox="1"/>
          <p:nvPr/>
        </p:nvSpPr>
        <p:spPr bwMode="gray">
          <a:xfrm>
            <a:off x="5382674" y="4647032"/>
            <a:ext cx="1579279" cy="369332"/>
          </a:xfrm>
          <a:prstGeom prst="rect">
            <a:avLst/>
          </a:prstGeom>
          <a:noFill/>
        </p:spPr>
        <p:txBody>
          <a:bodyPr wrap="none" rtlCol="0">
            <a:spAutoFit/>
          </a:bodyPr>
          <a:lstStyle/>
          <a:p>
            <a:pPr algn="ctr"/>
            <a:r>
              <a:rPr lang="zh-CN" altLang="en-US" b="1" dirty="0"/>
              <a:t>业务创新驱动</a:t>
            </a:r>
          </a:p>
        </p:txBody>
      </p:sp>
      <p:sp>
        <p:nvSpPr>
          <p:cNvPr id="7" name="文本框 6">
            <a:extLst>
              <a:ext uri="{FF2B5EF4-FFF2-40B4-BE49-F238E27FC236}">
                <a16:creationId xmlns:a16="http://schemas.microsoft.com/office/drawing/2014/main" id="{26137750-781B-40BC-A5F8-4FC0B731C7E3}"/>
              </a:ext>
            </a:extLst>
          </p:cNvPr>
          <p:cNvSpPr txBox="1"/>
          <p:nvPr/>
        </p:nvSpPr>
        <p:spPr bwMode="gray">
          <a:xfrm>
            <a:off x="1939384" y="4647032"/>
            <a:ext cx="1579279" cy="369332"/>
          </a:xfrm>
          <a:prstGeom prst="rect">
            <a:avLst/>
          </a:prstGeom>
          <a:noFill/>
        </p:spPr>
        <p:txBody>
          <a:bodyPr wrap="none" rtlCol="0">
            <a:spAutoFit/>
          </a:bodyPr>
          <a:lstStyle/>
          <a:p>
            <a:pPr algn="ctr"/>
            <a:r>
              <a:rPr lang="zh-CN" altLang="en-US" b="1" dirty="0"/>
              <a:t>网络转型驱动</a:t>
            </a:r>
          </a:p>
        </p:txBody>
      </p:sp>
      <p:sp>
        <p:nvSpPr>
          <p:cNvPr id="8" name="文本框 7">
            <a:extLst>
              <a:ext uri="{FF2B5EF4-FFF2-40B4-BE49-F238E27FC236}">
                <a16:creationId xmlns:a16="http://schemas.microsoft.com/office/drawing/2014/main" id="{EC6F956A-5257-4D7B-8CFF-128066327407}"/>
              </a:ext>
            </a:extLst>
          </p:cNvPr>
          <p:cNvSpPr txBox="1"/>
          <p:nvPr/>
        </p:nvSpPr>
        <p:spPr bwMode="gray">
          <a:xfrm>
            <a:off x="8743305" y="4647032"/>
            <a:ext cx="1579279" cy="369332"/>
          </a:xfrm>
          <a:prstGeom prst="rect">
            <a:avLst/>
          </a:prstGeom>
          <a:noFill/>
        </p:spPr>
        <p:txBody>
          <a:bodyPr wrap="none" rtlCol="0">
            <a:spAutoFit/>
          </a:bodyPr>
          <a:lstStyle/>
          <a:p>
            <a:pPr algn="ctr"/>
            <a:r>
              <a:rPr lang="zh-CN" altLang="en-US" b="1" dirty="0"/>
              <a:t>定制需求驱动</a:t>
            </a:r>
          </a:p>
        </p:txBody>
      </p:sp>
      <p:sp>
        <p:nvSpPr>
          <p:cNvPr id="21" name="椭圆 20">
            <a:extLst>
              <a:ext uri="{FF2B5EF4-FFF2-40B4-BE49-F238E27FC236}">
                <a16:creationId xmlns:a16="http://schemas.microsoft.com/office/drawing/2014/main" id="{AB26E50E-FC3B-4EAF-AAB0-FFD1FAA52C87}"/>
              </a:ext>
            </a:extLst>
          </p:cNvPr>
          <p:cNvSpPr/>
          <p:nvPr/>
        </p:nvSpPr>
        <p:spPr bwMode="gray">
          <a:xfrm>
            <a:off x="1808742" y="2284800"/>
            <a:ext cx="1751354" cy="1751354"/>
          </a:xfrm>
          <a:prstGeom prst="ellipse">
            <a:avLst/>
          </a:prstGeom>
          <a:solidFill>
            <a:srgbClr val="30B5C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799"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22" name="椭圆 21">
            <a:extLst>
              <a:ext uri="{FF2B5EF4-FFF2-40B4-BE49-F238E27FC236}">
                <a16:creationId xmlns:a16="http://schemas.microsoft.com/office/drawing/2014/main" id="{F503B68C-F4FD-4774-9619-7F69F4366DC1}"/>
              </a:ext>
            </a:extLst>
          </p:cNvPr>
          <p:cNvSpPr/>
          <p:nvPr/>
        </p:nvSpPr>
        <p:spPr bwMode="gray">
          <a:xfrm>
            <a:off x="5252032" y="2284800"/>
            <a:ext cx="1751354" cy="1751354"/>
          </a:xfrm>
          <a:prstGeom prst="ellipse">
            <a:avLst/>
          </a:prstGeom>
          <a:solidFill>
            <a:srgbClr val="30B5C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799"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23" name="椭圆 22">
            <a:extLst>
              <a:ext uri="{FF2B5EF4-FFF2-40B4-BE49-F238E27FC236}">
                <a16:creationId xmlns:a16="http://schemas.microsoft.com/office/drawing/2014/main" id="{9E01A6FA-6283-44CB-876E-CE6770EA0B28}"/>
              </a:ext>
            </a:extLst>
          </p:cNvPr>
          <p:cNvSpPr/>
          <p:nvPr/>
        </p:nvSpPr>
        <p:spPr bwMode="gray">
          <a:xfrm>
            <a:off x="8695322" y="2284800"/>
            <a:ext cx="1751354" cy="1751354"/>
          </a:xfrm>
          <a:prstGeom prst="ellipse">
            <a:avLst/>
          </a:prstGeom>
          <a:solidFill>
            <a:srgbClr val="30B5C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799" b="0" i="0" u="none" strike="noStrike" kern="0" cap="none" spc="0" normalizeH="0" baseline="0" noProof="0">
              <a:ln>
                <a:noFill/>
              </a:ln>
              <a:solidFill>
                <a:prstClr val="white"/>
              </a:solidFill>
              <a:effectLst/>
              <a:uLnTx/>
              <a:uFillTx/>
              <a:latin typeface="Huawei Sans"/>
              <a:ea typeface="方正兰亭黑简体"/>
              <a:cs typeface="+mn-cs"/>
            </a:endParaRPr>
          </a:p>
        </p:txBody>
      </p:sp>
      <p:pic>
        <p:nvPicPr>
          <p:cNvPr id="24" name="图片 23">
            <a:extLst>
              <a:ext uri="{FF2B5EF4-FFF2-40B4-BE49-F238E27FC236}">
                <a16:creationId xmlns:a16="http://schemas.microsoft.com/office/drawing/2014/main" id="{4E50F755-950C-465E-8DB9-6C79B31DDA2C}"/>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bwMode="gray">
          <a:xfrm>
            <a:off x="2236923" y="2684154"/>
            <a:ext cx="975394" cy="975394"/>
          </a:xfrm>
          <a:prstGeom prst="rect">
            <a:avLst/>
          </a:prstGeom>
        </p:spPr>
      </p:pic>
      <p:pic>
        <p:nvPicPr>
          <p:cNvPr id="25" name="图片 24">
            <a:extLst>
              <a:ext uri="{FF2B5EF4-FFF2-40B4-BE49-F238E27FC236}">
                <a16:creationId xmlns:a16="http://schemas.microsoft.com/office/drawing/2014/main" id="{121DA540-5C72-460C-8B93-239D395DF743}"/>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bwMode="gray">
          <a:xfrm>
            <a:off x="5670916" y="2717607"/>
            <a:ext cx="1012617" cy="830344"/>
          </a:xfrm>
          <a:prstGeom prst="rect">
            <a:avLst/>
          </a:prstGeom>
        </p:spPr>
      </p:pic>
      <p:pic>
        <p:nvPicPr>
          <p:cNvPr id="26" name="图片 25">
            <a:extLst>
              <a:ext uri="{FF2B5EF4-FFF2-40B4-BE49-F238E27FC236}">
                <a16:creationId xmlns:a16="http://schemas.microsoft.com/office/drawing/2014/main" id="{34DB507C-0E48-422F-AAAD-C6F08F2DF904}"/>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bwMode="gray">
          <a:xfrm>
            <a:off x="9117823" y="2717607"/>
            <a:ext cx="937538" cy="875035"/>
          </a:xfrm>
          <a:prstGeom prst="rect">
            <a:avLst/>
          </a:prstGeom>
        </p:spPr>
      </p:pic>
    </p:spTree>
    <p:extLst>
      <p:ext uri="{BB962C8B-B14F-4D97-AF65-F5344CB8AC3E}">
        <p14:creationId xmlns:p14="http://schemas.microsoft.com/office/powerpoint/2010/main" val="687868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D4637036-2672-4160-ACFA-57E3DA32F3D2}"/>
              </a:ext>
            </a:extLst>
          </p:cNvPr>
          <p:cNvSpPr>
            <a:spLocks noGrp="1"/>
          </p:cNvSpPr>
          <p:nvPr>
            <p:ph type="title"/>
          </p:nvPr>
        </p:nvSpPr>
        <p:spPr bwMode="gray"/>
        <p:txBody>
          <a:bodyPr/>
          <a:lstStyle/>
          <a:p>
            <a:r>
              <a:rPr lang="zh-CN" altLang="en-US"/>
              <a:t>从命令行迈向全自动化</a:t>
            </a:r>
            <a:endParaRPr lang="zh-CN" altLang="en-US" dirty="0"/>
          </a:p>
        </p:txBody>
      </p:sp>
      <p:sp>
        <p:nvSpPr>
          <p:cNvPr id="5" name="半闭框 4">
            <a:extLst>
              <a:ext uri="{FF2B5EF4-FFF2-40B4-BE49-F238E27FC236}">
                <a16:creationId xmlns:a16="http://schemas.microsoft.com/office/drawing/2014/main" id="{1708C5B2-6DA3-40A7-B871-73421B336BC7}"/>
              </a:ext>
            </a:extLst>
          </p:cNvPr>
          <p:cNvSpPr/>
          <p:nvPr/>
        </p:nvSpPr>
        <p:spPr bwMode="gray">
          <a:xfrm rot="10800000">
            <a:off x="594880" y="2956762"/>
            <a:ext cx="3902157" cy="677643"/>
          </a:xfrm>
          <a:prstGeom prst="halfFrame">
            <a:avLst>
              <a:gd name="adj1" fmla="val 9860"/>
              <a:gd name="adj2" fmla="val 929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sp>
        <p:nvSpPr>
          <p:cNvPr id="6" name="文本框 5">
            <a:extLst>
              <a:ext uri="{FF2B5EF4-FFF2-40B4-BE49-F238E27FC236}">
                <a16:creationId xmlns:a16="http://schemas.microsoft.com/office/drawing/2014/main" id="{FDEEFEFD-D768-4AFE-963D-94ECB2FEC828}"/>
              </a:ext>
            </a:extLst>
          </p:cNvPr>
          <p:cNvSpPr txBox="1"/>
          <p:nvPr/>
        </p:nvSpPr>
        <p:spPr bwMode="gray">
          <a:xfrm>
            <a:off x="786338" y="3138112"/>
            <a:ext cx="3314774" cy="323165"/>
          </a:xfrm>
          <a:prstGeom prst="rect">
            <a:avLst/>
          </a:prstGeom>
          <a:noFill/>
        </p:spPr>
        <p:txBody>
          <a:bodyPr wrap="square" rtlCol="0">
            <a:spAutoFit/>
          </a:bodyPr>
          <a:lstStyle/>
          <a:p>
            <a:pPr algn="ctr"/>
            <a:r>
              <a:rPr lang="zh-CN" altLang="en-US" sz="1500" dirty="0">
                <a:solidFill>
                  <a:prstClr val="black"/>
                </a:solidFill>
              </a:rPr>
              <a:t>传统的设备适配方式</a:t>
            </a:r>
          </a:p>
        </p:txBody>
      </p:sp>
      <p:sp>
        <p:nvSpPr>
          <p:cNvPr id="7" name="文本框 6">
            <a:extLst>
              <a:ext uri="{FF2B5EF4-FFF2-40B4-BE49-F238E27FC236}">
                <a16:creationId xmlns:a16="http://schemas.microsoft.com/office/drawing/2014/main" id="{6A7D3CCF-647C-4864-9883-E8173DBB61CF}"/>
              </a:ext>
            </a:extLst>
          </p:cNvPr>
          <p:cNvSpPr txBox="1"/>
          <p:nvPr/>
        </p:nvSpPr>
        <p:spPr bwMode="gray">
          <a:xfrm>
            <a:off x="4658640" y="3201213"/>
            <a:ext cx="3209155" cy="1823576"/>
          </a:xfrm>
          <a:prstGeom prst="rect">
            <a:avLst/>
          </a:prstGeom>
          <a:noFill/>
        </p:spPr>
        <p:txBody>
          <a:bodyPr wrap="square" rtlCol="0">
            <a:spAutoFit/>
          </a:bodyPr>
          <a:lstStyle/>
          <a:p>
            <a:pPr marL="342900" indent="-342900">
              <a:lnSpc>
                <a:spcPct val="150000"/>
              </a:lnSpc>
              <a:buFont typeface="微软雅黑" panose="020B0503020204020204" pitchFamily="34" charset="-122"/>
              <a:buChar char="#"/>
            </a:pPr>
            <a:r>
              <a:rPr lang="zh-CN" altLang="en-US" sz="1500" dirty="0">
                <a:solidFill>
                  <a:prstClr val="black"/>
                </a:solidFill>
              </a:rPr>
              <a:t>实现集中管理，网络自动化对象 从“一对多”变为“一对一”。</a:t>
            </a:r>
            <a:endParaRPr lang="en-US" altLang="zh-CN" sz="1500" dirty="0">
              <a:solidFill>
                <a:prstClr val="black"/>
              </a:solidFill>
            </a:endParaRPr>
          </a:p>
          <a:p>
            <a:pPr marL="342900" indent="-342900">
              <a:lnSpc>
                <a:spcPct val="150000"/>
              </a:lnSpc>
              <a:buFont typeface="微软雅黑" panose="020B0503020204020204" pitchFamily="34" charset="-122"/>
              <a:buChar char="#"/>
            </a:pPr>
            <a:r>
              <a:rPr lang="zh-CN" altLang="en-US" sz="1500" dirty="0">
                <a:solidFill>
                  <a:prstClr val="black"/>
                </a:solidFill>
              </a:rPr>
              <a:t>通过</a:t>
            </a:r>
            <a:r>
              <a:rPr lang="zh-CN" altLang="zh-CN" sz="1500" b="1" dirty="0"/>
              <a:t>控制面的应用编程接口（</a:t>
            </a:r>
            <a:r>
              <a:rPr lang="en-US" altLang="zh-CN" sz="1500" b="1" dirty="0"/>
              <a:t>API</a:t>
            </a:r>
            <a:r>
              <a:rPr lang="zh-CN" altLang="zh-CN" sz="1500" b="1" dirty="0"/>
              <a:t>）</a:t>
            </a:r>
            <a:r>
              <a:rPr lang="zh-CN" altLang="en-US" sz="1500" b="1" dirty="0"/>
              <a:t>间接</a:t>
            </a:r>
            <a:r>
              <a:rPr lang="zh-CN" altLang="zh-CN" sz="1500" b="1" dirty="0"/>
              <a:t>操控网络设备</a:t>
            </a:r>
            <a:r>
              <a:rPr lang="zh-CN" altLang="en-US" sz="1500" b="1" dirty="0"/>
              <a:t>，</a:t>
            </a:r>
            <a:r>
              <a:rPr lang="zh-CN" altLang="en-US" sz="1500" dirty="0">
                <a:solidFill>
                  <a:prstClr val="black"/>
                </a:solidFill>
              </a:rPr>
              <a:t>为网络自动化奠定基础。</a:t>
            </a:r>
          </a:p>
        </p:txBody>
      </p:sp>
      <p:sp>
        <p:nvSpPr>
          <p:cNvPr id="8" name="文本框 7">
            <a:extLst>
              <a:ext uri="{FF2B5EF4-FFF2-40B4-BE49-F238E27FC236}">
                <a16:creationId xmlns:a16="http://schemas.microsoft.com/office/drawing/2014/main" id="{0FB4D3EE-7FE8-4293-990E-97B933C529BE}"/>
              </a:ext>
            </a:extLst>
          </p:cNvPr>
          <p:cNvSpPr txBox="1"/>
          <p:nvPr/>
        </p:nvSpPr>
        <p:spPr bwMode="gray">
          <a:xfrm>
            <a:off x="8070823" y="2376152"/>
            <a:ext cx="3554994" cy="2862322"/>
          </a:xfrm>
          <a:prstGeom prst="rect">
            <a:avLst/>
          </a:prstGeom>
          <a:noFill/>
        </p:spPr>
        <p:txBody>
          <a:bodyPr wrap="square" rtlCol="0">
            <a:spAutoFit/>
          </a:bodyPr>
          <a:lstStyle/>
          <a:p>
            <a:pPr marL="342900" indent="-342900">
              <a:lnSpc>
                <a:spcPct val="150000"/>
              </a:lnSpc>
              <a:buFont typeface="微软雅黑" panose="020B0503020204020204" pitchFamily="34" charset="-122"/>
              <a:buChar char="#"/>
            </a:pPr>
            <a:r>
              <a:rPr lang="zh-CN" altLang="zh-CN" sz="1500" b="1" dirty="0"/>
              <a:t>构建一套符合行业标准的模型来描述被管理的</a:t>
            </a:r>
            <a:r>
              <a:rPr lang="zh-CN" altLang="en-US" sz="1500" b="1" dirty="0"/>
              <a:t>设备</a:t>
            </a:r>
            <a:r>
              <a:rPr lang="zh-CN" altLang="zh-CN" sz="1500" b="1" dirty="0"/>
              <a:t>，</a:t>
            </a:r>
            <a:r>
              <a:rPr lang="zh-CN" altLang="zh-CN" sz="1500" dirty="0">
                <a:solidFill>
                  <a:prstClr val="black"/>
                </a:solidFill>
              </a:rPr>
              <a:t>并以基于这些模型生成的</a:t>
            </a:r>
            <a:r>
              <a:rPr lang="en-US" altLang="zh-CN" sz="1500" dirty="0">
                <a:solidFill>
                  <a:prstClr val="black"/>
                </a:solidFill>
              </a:rPr>
              <a:t>API</a:t>
            </a:r>
            <a:r>
              <a:rPr lang="zh-CN" altLang="en-US" sz="1500" dirty="0">
                <a:solidFill>
                  <a:prstClr val="black"/>
                </a:solidFill>
              </a:rPr>
              <a:t>进行网络自动化配置</a:t>
            </a:r>
            <a:r>
              <a:rPr lang="zh-CN" altLang="zh-CN" sz="1500" dirty="0">
                <a:solidFill>
                  <a:prstClr val="black"/>
                </a:solidFill>
              </a:rPr>
              <a:t>。</a:t>
            </a:r>
            <a:endParaRPr lang="en-US" altLang="zh-CN" sz="1500" dirty="0">
              <a:solidFill>
                <a:prstClr val="black"/>
              </a:solidFill>
            </a:endParaRPr>
          </a:p>
          <a:p>
            <a:pPr marL="342900" indent="-342900">
              <a:lnSpc>
                <a:spcPct val="150000"/>
              </a:lnSpc>
              <a:buFont typeface="微软雅黑" panose="020B0503020204020204" pitchFamily="34" charset="-122"/>
              <a:buChar char="#"/>
            </a:pPr>
            <a:r>
              <a:rPr lang="zh-CN" altLang="en-US" sz="1500" dirty="0">
                <a:solidFill>
                  <a:prstClr val="black"/>
                </a:solidFill>
              </a:rPr>
              <a:t>使用基于模型的</a:t>
            </a:r>
            <a:r>
              <a:rPr lang="en-US" altLang="zh-CN" sz="1500" dirty="0">
                <a:solidFill>
                  <a:prstClr val="black"/>
                </a:solidFill>
              </a:rPr>
              <a:t>API</a:t>
            </a:r>
            <a:r>
              <a:rPr lang="zh-CN" altLang="en-US" sz="1500" dirty="0">
                <a:solidFill>
                  <a:prstClr val="black"/>
                </a:solidFill>
              </a:rPr>
              <a:t>，可以快速实现对全网设备的管理和检测，业务自动下发。</a:t>
            </a:r>
            <a:endParaRPr lang="en-US" altLang="zh-CN" sz="1500" dirty="0">
              <a:solidFill>
                <a:prstClr val="black"/>
              </a:solidFill>
            </a:endParaRPr>
          </a:p>
          <a:p>
            <a:pPr marL="342900" indent="-342900">
              <a:lnSpc>
                <a:spcPct val="150000"/>
              </a:lnSpc>
              <a:buFont typeface="微软雅黑" panose="020B0503020204020204" pitchFamily="34" charset="-122"/>
              <a:buChar char="#"/>
            </a:pPr>
            <a:r>
              <a:rPr lang="zh-CN" altLang="en-US" sz="1500" b="1" dirty="0"/>
              <a:t>使用基于模型的</a:t>
            </a:r>
            <a:r>
              <a:rPr lang="en-US" altLang="zh-CN" sz="1500" b="1" dirty="0"/>
              <a:t>API</a:t>
            </a:r>
            <a:r>
              <a:rPr lang="zh-CN" altLang="en-US" sz="1500" b="1" dirty="0"/>
              <a:t>，可以自编程，</a:t>
            </a:r>
            <a:r>
              <a:rPr lang="zh-CN" altLang="en-US" sz="1500" dirty="0">
                <a:solidFill>
                  <a:prstClr val="black"/>
                </a:solidFill>
              </a:rPr>
              <a:t>自构建工具链，实现意图驱动网络。</a:t>
            </a:r>
          </a:p>
        </p:txBody>
      </p:sp>
      <p:sp>
        <p:nvSpPr>
          <p:cNvPr id="9" name="文本框 8">
            <a:extLst>
              <a:ext uri="{FF2B5EF4-FFF2-40B4-BE49-F238E27FC236}">
                <a16:creationId xmlns:a16="http://schemas.microsoft.com/office/drawing/2014/main" id="{DEE34417-CDD8-44BE-BCBB-EBA0E9B86133}"/>
              </a:ext>
            </a:extLst>
          </p:cNvPr>
          <p:cNvSpPr txBox="1"/>
          <p:nvPr/>
        </p:nvSpPr>
        <p:spPr bwMode="gray">
          <a:xfrm>
            <a:off x="555937" y="3684767"/>
            <a:ext cx="3996855" cy="1823576"/>
          </a:xfrm>
          <a:prstGeom prst="rect">
            <a:avLst/>
          </a:prstGeom>
          <a:noFill/>
        </p:spPr>
        <p:txBody>
          <a:bodyPr wrap="square" rtlCol="0">
            <a:spAutoFit/>
          </a:bodyPr>
          <a:lstStyle/>
          <a:p>
            <a:pPr marL="342900" indent="-342900">
              <a:lnSpc>
                <a:spcPct val="150000"/>
              </a:lnSpc>
              <a:buFont typeface="微软雅黑" panose="020B0503020204020204" pitchFamily="34" charset="-122"/>
              <a:buChar char="#"/>
            </a:pPr>
            <a:r>
              <a:rPr lang="zh-CN" altLang="zh-CN" sz="1500" dirty="0">
                <a:solidFill>
                  <a:prstClr val="black"/>
                </a:solidFill>
              </a:rPr>
              <a:t>依赖模板机制形成</a:t>
            </a:r>
            <a:r>
              <a:rPr lang="zh-CN" altLang="zh-CN" sz="1500" b="1" dirty="0"/>
              <a:t>命令行脚本</a:t>
            </a:r>
            <a:r>
              <a:rPr lang="zh-CN" altLang="en-US" sz="1500" b="1" dirty="0"/>
              <a:t>（</a:t>
            </a:r>
            <a:r>
              <a:rPr lang="en-US" altLang="zh-CN" sz="1500" b="1" dirty="0"/>
              <a:t>CLI</a:t>
            </a:r>
            <a:r>
              <a:rPr lang="zh-CN" altLang="en-US" sz="1500" b="1" dirty="0"/>
              <a:t>）</a:t>
            </a:r>
            <a:r>
              <a:rPr lang="zh-CN" altLang="zh-CN" sz="1500" b="1" dirty="0"/>
              <a:t>，</a:t>
            </a:r>
            <a:r>
              <a:rPr lang="zh-CN" altLang="zh-CN" sz="1500" dirty="0">
                <a:solidFill>
                  <a:prstClr val="black"/>
                </a:solidFill>
              </a:rPr>
              <a:t>通过网络管理协议让设备运行命令行脚本</a:t>
            </a:r>
            <a:r>
              <a:rPr lang="en-US" altLang="zh-CN" sz="1500" dirty="0">
                <a:solidFill>
                  <a:prstClr val="black"/>
                </a:solidFill>
              </a:rPr>
              <a:t>,</a:t>
            </a:r>
            <a:r>
              <a:rPr lang="zh-CN" altLang="en-US" sz="1500" dirty="0">
                <a:solidFill>
                  <a:prstClr val="black"/>
                </a:solidFill>
              </a:rPr>
              <a:t>进行设备设配</a:t>
            </a:r>
            <a:r>
              <a:rPr lang="zh-CN" altLang="zh-CN" sz="1500" dirty="0">
                <a:solidFill>
                  <a:prstClr val="black"/>
                </a:solidFill>
              </a:rPr>
              <a:t>。</a:t>
            </a:r>
            <a:endParaRPr lang="en-US" altLang="zh-CN" sz="1500" dirty="0">
              <a:solidFill>
                <a:prstClr val="black"/>
              </a:solidFill>
            </a:endParaRPr>
          </a:p>
          <a:p>
            <a:pPr marL="342900" indent="-342900">
              <a:lnSpc>
                <a:spcPct val="150000"/>
              </a:lnSpc>
              <a:buFont typeface="微软雅黑" panose="020B0503020204020204" pitchFamily="34" charset="-122"/>
              <a:buChar char="#"/>
            </a:pPr>
            <a:r>
              <a:rPr lang="zh-CN" altLang="zh-CN" sz="1500" dirty="0">
                <a:solidFill>
                  <a:prstClr val="black"/>
                </a:solidFill>
              </a:rPr>
              <a:t>脚本规模越来越大，</a:t>
            </a:r>
            <a:r>
              <a:rPr lang="zh-CN" altLang="en-US" sz="1500" b="1" dirty="0"/>
              <a:t>可维</a:t>
            </a:r>
            <a:r>
              <a:rPr lang="zh-CN" altLang="zh-CN" sz="1500" b="1" dirty="0"/>
              <a:t>护性持续下降，</a:t>
            </a:r>
            <a:r>
              <a:rPr lang="zh-CN" altLang="zh-CN" sz="1500" dirty="0">
                <a:solidFill>
                  <a:prstClr val="black"/>
                </a:solidFill>
              </a:rPr>
              <a:t>新配套所耗费的时间也</a:t>
            </a:r>
            <a:r>
              <a:rPr lang="zh-CN" altLang="en-US" sz="1500" b="1" dirty="0"/>
              <a:t>越来越长。</a:t>
            </a:r>
          </a:p>
        </p:txBody>
      </p:sp>
      <p:sp>
        <p:nvSpPr>
          <p:cNvPr id="10" name="文本框 9">
            <a:extLst>
              <a:ext uri="{FF2B5EF4-FFF2-40B4-BE49-F238E27FC236}">
                <a16:creationId xmlns:a16="http://schemas.microsoft.com/office/drawing/2014/main" id="{D5C72BD3-3241-4BC8-B7A5-5D8A14AC9FDB}"/>
              </a:ext>
            </a:extLst>
          </p:cNvPr>
          <p:cNvSpPr txBox="1"/>
          <p:nvPr/>
        </p:nvSpPr>
        <p:spPr bwMode="gray">
          <a:xfrm>
            <a:off x="8202609" y="1742007"/>
            <a:ext cx="3490486" cy="323165"/>
          </a:xfrm>
          <a:prstGeom prst="rect">
            <a:avLst/>
          </a:prstGeom>
          <a:noFill/>
        </p:spPr>
        <p:txBody>
          <a:bodyPr wrap="square" rtlCol="0">
            <a:spAutoFit/>
          </a:bodyPr>
          <a:lstStyle/>
          <a:p>
            <a:r>
              <a:rPr lang="zh-CN" altLang="en-US" sz="1500" dirty="0">
                <a:solidFill>
                  <a:prstClr val="black"/>
                </a:solidFill>
              </a:rPr>
              <a:t>使用基于模型的</a:t>
            </a:r>
            <a:r>
              <a:rPr lang="en-US" altLang="zh-CN" sz="1500" dirty="0">
                <a:solidFill>
                  <a:prstClr val="black"/>
                </a:solidFill>
              </a:rPr>
              <a:t>API</a:t>
            </a:r>
            <a:r>
              <a:rPr lang="zh-CN" altLang="en-US" sz="1500" dirty="0">
                <a:solidFill>
                  <a:prstClr val="black"/>
                </a:solidFill>
              </a:rPr>
              <a:t>，设备适配更容易</a:t>
            </a:r>
          </a:p>
        </p:txBody>
      </p:sp>
      <p:sp>
        <p:nvSpPr>
          <p:cNvPr id="11" name="半闭框 10">
            <a:extLst>
              <a:ext uri="{FF2B5EF4-FFF2-40B4-BE49-F238E27FC236}">
                <a16:creationId xmlns:a16="http://schemas.microsoft.com/office/drawing/2014/main" id="{48039DD9-02EF-4670-BA76-4FAC29866E0A}"/>
              </a:ext>
            </a:extLst>
          </p:cNvPr>
          <p:cNvSpPr/>
          <p:nvPr/>
        </p:nvSpPr>
        <p:spPr bwMode="gray">
          <a:xfrm rot="10800000">
            <a:off x="4742000" y="2182689"/>
            <a:ext cx="3080303" cy="807359"/>
          </a:xfrm>
          <a:prstGeom prst="halfFrame">
            <a:avLst>
              <a:gd name="adj1" fmla="val 6572"/>
              <a:gd name="adj2" fmla="val 6902"/>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sp>
        <p:nvSpPr>
          <p:cNvPr id="12" name="半闭框 11">
            <a:extLst>
              <a:ext uri="{FF2B5EF4-FFF2-40B4-BE49-F238E27FC236}">
                <a16:creationId xmlns:a16="http://schemas.microsoft.com/office/drawing/2014/main" id="{BBB0A368-FAE9-4F9B-A92D-6E5F3C082A19}"/>
              </a:ext>
            </a:extLst>
          </p:cNvPr>
          <p:cNvSpPr/>
          <p:nvPr/>
        </p:nvSpPr>
        <p:spPr bwMode="gray">
          <a:xfrm rot="10800000">
            <a:off x="8000723" y="1380957"/>
            <a:ext cx="3524735" cy="824786"/>
          </a:xfrm>
          <a:prstGeom prst="halfFrame">
            <a:avLst>
              <a:gd name="adj1" fmla="val 7466"/>
              <a:gd name="adj2" fmla="val 6902"/>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cxnSp>
        <p:nvCxnSpPr>
          <p:cNvPr id="13" name="直接箭头连接符 12">
            <a:extLst>
              <a:ext uri="{FF2B5EF4-FFF2-40B4-BE49-F238E27FC236}">
                <a16:creationId xmlns:a16="http://schemas.microsoft.com/office/drawing/2014/main" id="{A1127CCA-184D-482C-BBE8-7AF86EE5808D}"/>
              </a:ext>
            </a:extLst>
          </p:cNvPr>
          <p:cNvCxnSpPr/>
          <p:nvPr/>
        </p:nvCxnSpPr>
        <p:spPr bwMode="gray">
          <a:xfrm>
            <a:off x="591016" y="5626566"/>
            <a:ext cx="11165579" cy="0"/>
          </a:xfrm>
          <a:prstGeom prst="straightConnector1">
            <a:avLst/>
          </a:prstGeom>
          <a:ln w="28575">
            <a:solidFill>
              <a:schemeClr val="tx2">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A36A2A90-6DEC-4F3E-A9AB-2E1261C490CD}"/>
              </a:ext>
            </a:extLst>
          </p:cNvPr>
          <p:cNvSpPr/>
          <p:nvPr/>
        </p:nvSpPr>
        <p:spPr bwMode="gray">
          <a:xfrm>
            <a:off x="2718671" y="5533688"/>
            <a:ext cx="163453" cy="163453"/>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椭圆 14">
            <a:extLst>
              <a:ext uri="{FF2B5EF4-FFF2-40B4-BE49-F238E27FC236}">
                <a16:creationId xmlns:a16="http://schemas.microsoft.com/office/drawing/2014/main" id="{38EE734A-6F25-495F-B1BC-0A5F56E1EF0F}"/>
              </a:ext>
            </a:extLst>
          </p:cNvPr>
          <p:cNvSpPr/>
          <p:nvPr/>
        </p:nvSpPr>
        <p:spPr bwMode="gray">
          <a:xfrm>
            <a:off x="6359749" y="5533688"/>
            <a:ext cx="163453" cy="163453"/>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椭圆 15">
            <a:extLst>
              <a:ext uri="{FF2B5EF4-FFF2-40B4-BE49-F238E27FC236}">
                <a16:creationId xmlns:a16="http://schemas.microsoft.com/office/drawing/2014/main" id="{9D39CC4A-9F16-43AE-96A6-6D31BCCE7783}"/>
              </a:ext>
            </a:extLst>
          </p:cNvPr>
          <p:cNvSpPr/>
          <p:nvPr/>
        </p:nvSpPr>
        <p:spPr bwMode="gray">
          <a:xfrm>
            <a:off x="10075796" y="5533686"/>
            <a:ext cx="163453" cy="163453"/>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矩形 16">
            <a:extLst>
              <a:ext uri="{FF2B5EF4-FFF2-40B4-BE49-F238E27FC236}">
                <a16:creationId xmlns:a16="http://schemas.microsoft.com/office/drawing/2014/main" id="{602EEA5D-01E1-474A-9C08-72F51BD42874}"/>
              </a:ext>
            </a:extLst>
          </p:cNvPr>
          <p:cNvSpPr/>
          <p:nvPr/>
        </p:nvSpPr>
        <p:spPr bwMode="gray">
          <a:xfrm>
            <a:off x="895960" y="5703746"/>
            <a:ext cx="3236784" cy="307777"/>
          </a:xfrm>
          <a:prstGeom prst="rect">
            <a:avLst/>
          </a:prstGeom>
        </p:spPr>
        <p:txBody>
          <a:bodyPr wrap="none">
            <a:spAutoFit/>
          </a:bodyPr>
          <a:lstStyle/>
          <a:p>
            <a:r>
              <a:rPr lang="zh-CN" altLang="en-US" sz="1400" b="1" dirty="0">
                <a:cs typeface="Times New Roman" panose="02020603050405020304" pitchFamily="18" charset="0"/>
              </a:rPr>
              <a:t>传统的网络自动化，</a:t>
            </a:r>
            <a:r>
              <a:rPr lang="zh-CN" altLang="zh-CN" sz="1400" b="1" dirty="0">
                <a:cs typeface="Times New Roman" panose="02020603050405020304" pitchFamily="18" charset="0"/>
              </a:rPr>
              <a:t>勉为其难的命令行</a:t>
            </a:r>
            <a:endParaRPr lang="zh-CN" altLang="en-US" sz="1400" dirty="0"/>
          </a:p>
        </p:txBody>
      </p:sp>
      <p:sp>
        <p:nvSpPr>
          <p:cNvPr id="39" name="矩形 38">
            <a:extLst>
              <a:ext uri="{FF2B5EF4-FFF2-40B4-BE49-F238E27FC236}">
                <a16:creationId xmlns:a16="http://schemas.microsoft.com/office/drawing/2014/main" id="{EC96BFD1-9FBC-460A-8592-DDF30BC5CBAE}"/>
              </a:ext>
            </a:extLst>
          </p:cNvPr>
          <p:cNvSpPr/>
          <p:nvPr/>
        </p:nvSpPr>
        <p:spPr bwMode="gray">
          <a:xfrm>
            <a:off x="5101114" y="5703746"/>
            <a:ext cx="2698175" cy="307777"/>
          </a:xfrm>
          <a:prstGeom prst="rect">
            <a:avLst/>
          </a:prstGeom>
        </p:spPr>
        <p:txBody>
          <a:bodyPr wrap="none">
            <a:spAutoFit/>
          </a:bodyPr>
          <a:lstStyle/>
          <a:p>
            <a:r>
              <a:rPr lang="zh-CN" altLang="zh-CN" sz="1400" b="1" dirty="0">
                <a:cs typeface="Times New Roman" panose="02020603050405020304" pitchFamily="18" charset="0"/>
              </a:rPr>
              <a:t>转控分离</a:t>
            </a:r>
            <a:r>
              <a:rPr lang="zh-CN" altLang="en-US" sz="1400" b="1" dirty="0">
                <a:cs typeface="Times New Roman" panose="02020603050405020304" pitchFamily="18" charset="0"/>
              </a:rPr>
              <a:t>，</a:t>
            </a:r>
            <a:r>
              <a:rPr lang="zh-CN" altLang="zh-CN" sz="1400" b="1" dirty="0">
                <a:cs typeface="Times New Roman" panose="02020603050405020304" pitchFamily="18" charset="0"/>
              </a:rPr>
              <a:t>网络</a:t>
            </a:r>
            <a:r>
              <a:rPr lang="zh-CN" altLang="en-US" sz="1400" b="1" dirty="0">
                <a:cs typeface="Times New Roman" panose="02020603050405020304" pitchFamily="18" charset="0"/>
              </a:rPr>
              <a:t>自动化</a:t>
            </a:r>
            <a:r>
              <a:rPr lang="zh-CN" altLang="zh-CN" sz="1400" b="1" dirty="0">
                <a:cs typeface="Times New Roman" panose="02020603050405020304" pitchFamily="18" charset="0"/>
              </a:rPr>
              <a:t>的新曙光</a:t>
            </a:r>
            <a:endParaRPr lang="zh-CN" altLang="en-US" sz="1400" b="1" dirty="0">
              <a:cs typeface="Times New Roman" panose="02020603050405020304" pitchFamily="18" charset="0"/>
            </a:endParaRPr>
          </a:p>
        </p:txBody>
      </p:sp>
      <p:sp>
        <p:nvSpPr>
          <p:cNvPr id="40" name="文本框 39">
            <a:extLst>
              <a:ext uri="{FF2B5EF4-FFF2-40B4-BE49-F238E27FC236}">
                <a16:creationId xmlns:a16="http://schemas.microsoft.com/office/drawing/2014/main" id="{58C45FEB-F431-49CD-B0A6-6131986196C5}"/>
              </a:ext>
            </a:extLst>
          </p:cNvPr>
          <p:cNvSpPr txBox="1"/>
          <p:nvPr/>
        </p:nvSpPr>
        <p:spPr bwMode="gray">
          <a:xfrm>
            <a:off x="4508266" y="2554441"/>
            <a:ext cx="3314774" cy="323165"/>
          </a:xfrm>
          <a:prstGeom prst="rect">
            <a:avLst/>
          </a:prstGeom>
          <a:noFill/>
        </p:spPr>
        <p:txBody>
          <a:bodyPr wrap="square" rtlCol="0">
            <a:spAutoFit/>
          </a:bodyPr>
          <a:lstStyle/>
          <a:p>
            <a:pPr algn="ctr"/>
            <a:r>
              <a:rPr lang="en-US" altLang="zh-CN" sz="1500">
                <a:solidFill>
                  <a:prstClr val="black"/>
                </a:solidFill>
              </a:rPr>
              <a:t>SDN</a:t>
            </a:r>
            <a:r>
              <a:rPr lang="zh-CN" altLang="en-US" sz="1500">
                <a:solidFill>
                  <a:prstClr val="black"/>
                </a:solidFill>
              </a:rPr>
              <a:t>网络架构</a:t>
            </a:r>
            <a:endParaRPr lang="zh-CN" altLang="en-US" sz="1500" dirty="0">
              <a:solidFill>
                <a:prstClr val="black"/>
              </a:solidFill>
            </a:endParaRPr>
          </a:p>
        </p:txBody>
      </p:sp>
      <p:sp>
        <p:nvSpPr>
          <p:cNvPr id="42" name="文本框 41">
            <a:extLst>
              <a:ext uri="{FF2B5EF4-FFF2-40B4-BE49-F238E27FC236}">
                <a16:creationId xmlns:a16="http://schemas.microsoft.com/office/drawing/2014/main" id="{81DDD621-B353-41F3-B11F-D4D570765D8B}"/>
              </a:ext>
            </a:extLst>
          </p:cNvPr>
          <p:cNvSpPr txBox="1"/>
          <p:nvPr/>
        </p:nvSpPr>
        <p:spPr bwMode="gray">
          <a:xfrm>
            <a:off x="8931231" y="5703746"/>
            <a:ext cx="2698175" cy="307777"/>
          </a:xfrm>
          <a:prstGeom prst="rect">
            <a:avLst/>
          </a:prstGeom>
          <a:noFill/>
        </p:spPr>
        <p:txBody>
          <a:bodyPr wrap="square" rtlCol="0">
            <a:spAutoFit/>
          </a:bodyPr>
          <a:lstStyle/>
          <a:p>
            <a:r>
              <a:rPr lang="zh-CN" altLang="en-US" sz="1400" b="1" dirty="0"/>
              <a:t>网络可编程，实现全自动化</a:t>
            </a:r>
          </a:p>
        </p:txBody>
      </p:sp>
      <p:grpSp>
        <p:nvGrpSpPr>
          <p:cNvPr id="43" name="组合 107">
            <a:extLst>
              <a:ext uri="{FF2B5EF4-FFF2-40B4-BE49-F238E27FC236}">
                <a16:creationId xmlns:a16="http://schemas.microsoft.com/office/drawing/2014/main" id="{CB1068F6-197C-4BF8-A869-9BDAB3A80AF0}"/>
              </a:ext>
            </a:extLst>
          </p:cNvPr>
          <p:cNvGrpSpPr/>
          <p:nvPr/>
        </p:nvGrpSpPr>
        <p:grpSpPr bwMode="gray">
          <a:xfrm>
            <a:off x="9907448" y="1243991"/>
            <a:ext cx="467233" cy="432503"/>
            <a:chOff x="13493750" y="2724150"/>
            <a:chExt cx="254000" cy="254000"/>
          </a:xfrm>
          <a:solidFill>
            <a:schemeClr val="accent5">
              <a:lumMod val="50000"/>
            </a:schemeClr>
          </a:solidFill>
        </p:grpSpPr>
        <p:sp>
          <p:nvSpPr>
            <p:cNvPr id="44" name="Freeform 122">
              <a:extLst>
                <a:ext uri="{FF2B5EF4-FFF2-40B4-BE49-F238E27FC236}">
                  <a16:creationId xmlns:a16="http://schemas.microsoft.com/office/drawing/2014/main" id="{AA8155CF-BCA6-43FF-83FC-3B5B71385AC0}"/>
                </a:ext>
              </a:extLst>
            </p:cNvPr>
            <p:cNvSpPr>
              <a:spLocks/>
            </p:cNvSpPr>
            <p:nvPr/>
          </p:nvSpPr>
          <p:spPr bwMode="gray">
            <a:xfrm>
              <a:off x="13636625" y="2863850"/>
              <a:ext cx="107950" cy="114300"/>
            </a:xfrm>
            <a:custGeom>
              <a:avLst/>
              <a:gdLst/>
              <a:ahLst/>
              <a:cxnLst>
                <a:cxn ang="0">
                  <a:pos x="68" y="8"/>
                </a:cxn>
                <a:cxn ang="0">
                  <a:pos x="68" y="8"/>
                </a:cxn>
                <a:cxn ang="0">
                  <a:pos x="64" y="14"/>
                </a:cxn>
                <a:cxn ang="0">
                  <a:pos x="60" y="16"/>
                </a:cxn>
                <a:cxn ang="0">
                  <a:pos x="54" y="18"/>
                </a:cxn>
                <a:cxn ang="0">
                  <a:pos x="54" y="18"/>
                </a:cxn>
                <a:cxn ang="0">
                  <a:pos x="18" y="18"/>
                </a:cxn>
                <a:cxn ang="0">
                  <a:pos x="18" y="0"/>
                </a:cxn>
                <a:cxn ang="0">
                  <a:pos x="0" y="36"/>
                </a:cxn>
                <a:cxn ang="0">
                  <a:pos x="18" y="72"/>
                </a:cxn>
                <a:cxn ang="0">
                  <a:pos x="18" y="52"/>
                </a:cxn>
                <a:cxn ang="0">
                  <a:pos x="36" y="52"/>
                </a:cxn>
                <a:cxn ang="0">
                  <a:pos x="36" y="52"/>
                </a:cxn>
                <a:cxn ang="0">
                  <a:pos x="40" y="52"/>
                </a:cxn>
                <a:cxn ang="0">
                  <a:pos x="42" y="52"/>
                </a:cxn>
                <a:cxn ang="0">
                  <a:pos x="46" y="48"/>
                </a:cxn>
                <a:cxn ang="0">
                  <a:pos x="52" y="44"/>
                </a:cxn>
                <a:cxn ang="0">
                  <a:pos x="56" y="36"/>
                </a:cxn>
                <a:cxn ang="0">
                  <a:pos x="62" y="24"/>
                </a:cxn>
                <a:cxn ang="0">
                  <a:pos x="68" y="8"/>
                </a:cxn>
                <a:cxn ang="0">
                  <a:pos x="68" y="8"/>
                </a:cxn>
              </a:cxnLst>
              <a:rect l="0" t="0" r="r" b="b"/>
              <a:pathLst>
                <a:path w="68" h="72">
                  <a:moveTo>
                    <a:pt x="68" y="8"/>
                  </a:moveTo>
                  <a:lnTo>
                    <a:pt x="68" y="8"/>
                  </a:lnTo>
                  <a:lnTo>
                    <a:pt x="64" y="14"/>
                  </a:lnTo>
                  <a:lnTo>
                    <a:pt x="60" y="16"/>
                  </a:lnTo>
                  <a:lnTo>
                    <a:pt x="54" y="18"/>
                  </a:lnTo>
                  <a:lnTo>
                    <a:pt x="54" y="18"/>
                  </a:lnTo>
                  <a:lnTo>
                    <a:pt x="18" y="18"/>
                  </a:lnTo>
                  <a:lnTo>
                    <a:pt x="18" y="0"/>
                  </a:lnTo>
                  <a:lnTo>
                    <a:pt x="0" y="36"/>
                  </a:lnTo>
                  <a:lnTo>
                    <a:pt x="18" y="72"/>
                  </a:lnTo>
                  <a:lnTo>
                    <a:pt x="18" y="52"/>
                  </a:lnTo>
                  <a:lnTo>
                    <a:pt x="36" y="52"/>
                  </a:lnTo>
                  <a:lnTo>
                    <a:pt x="36" y="52"/>
                  </a:lnTo>
                  <a:lnTo>
                    <a:pt x="40" y="52"/>
                  </a:lnTo>
                  <a:lnTo>
                    <a:pt x="42" y="52"/>
                  </a:lnTo>
                  <a:lnTo>
                    <a:pt x="46" y="48"/>
                  </a:lnTo>
                  <a:lnTo>
                    <a:pt x="52" y="44"/>
                  </a:lnTo>
                  <a:lnTo>
                    <a:pt x="56" y="36"/>
                  </a:lnTo>
                  <a:lnTo>
                    <a:pt x="62" y="24"/>
                  </a:lnTo>
                  <a:lnTo>
                    <a:pt x="68" y="8"/>
                  </a:lnTo>
                  <a:lnTo>
                    <a:pt x="68" y="8"/>
                  </a:lnTo>
                  <a:close/>
                </a:path>
              </a:pathLst>
            </a:custGeom>
            <a:solidFill>
              <a:srgbClr val="0099C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5" name="Freeform 123">
              <a:extLst>
                <a:ext uri="{FF2B5EF4-FFF2-40B4-BE49-F238E27FC236}">
                  <a16:creationId xmlns:a16="http://schemas.microsoft.com/office/drawing/2014/main" id="{159BC5BC-6DF1-4357-88DE-0EE913592AEF}"/>
                </a:ext>
              </a:extLst>
            </p:cNvPr>
            <p:cNvSpPr>
              <a:spLocks/>
            </p:cNvSpPr>
            <p:nvPr/>
          </p:nvSpPr>
          <p:spPr bwMode="gray">
            <a:xfrm>
              <a:off x="13668375" y="2790825"/>
              <a:ext cx="79375" cy="92075"/>
            </a:xfrm>
            <a:custGeom>
              <a:avLst/>
              <a:gdLst/>
              <a:ahLst/>
              <a:cxnLst>
                <a:cxn ang="0">
                  <a:pos x="0" y="18"/>
                </a:cxn>
                <a:cxn ang="0">
                  <a:pos x="30" y="0"/>
                </a:cxn>
                <a:cxn ang="0">
                  <a:pos x="48" y="32"/>
                </a:cxn>
                <a:cxn ang="0">
                  <a:pos x="48" y="32"/>
                </a:cxn>
                <a:cxn ang="0">
                  <a:pos x="48" y="34"/>
                </a:cxn>
                <a:cxn ang="0">
                  <a:pos x="50" y="40"/>
                </a:cxn>
                <a:cxn ang="0">
                  <a:pos x="48" y="46"/>
                </a:cxn>
                <a:cxn ang="0">
                  <a:pos x="46" y="50"/>
                </a:cxn>
                <a:cxn ang="0">
                  <a:pos x="42" y="54"/>
                </a:cxn>
                <a:cxn ang="0">
                  <a:pos x="42" y="54"/>
                </a:cxn>
                <a:cxn ang="0">
                  <a:pos x="38" y="56"/>
                </a:cxn>
                <a:cxn ang="0">
                  <a:pos x="32" y="58"/>
                </a:cxn>
                <a:cxn ang="0">
                  <a:pos x="26" y="54"/>
                </a:cxn>
                <a:cxn ang="0">
                  <a:pos x="20" y="52"/>
                </a:cxn>
                <a:cxn ang="0">
                  <a:pos x="18" y="50"/>
                </a:cxn>
                <a:cxn ang="0">
                  <a:pos x="0" y="18"/>
                </a:cxn>
              </a:cxnLst>
              <a:rect l="0" t="0" r="r" b="b"/>
              <a:pathLst>
                <a:path w="50" h="58">
                  <a:moveTo>
                    <a:pt x="0" y="18"/>
                  </a:moveTo>
                  <a:lnTo>
                    <a:pt x="30" y="0"/>
                  </a:lnTo>
                  <a:lnTo>
                    <a:pt x="48" y="32"/>
                  </a:lnTo>
                  <a:lnTo>
                    <a:pt x="48" y="32"/>
                  </a:lnTo>
                  <a:lnTo>
                    <a:pt x="48" y="34"/>
                  </a:lnTo>
                  <a:lnTo>
                    <a:pt x="50" y="40"/>
                  </a:lnTo>
                  <a:lnTo>
                    <a:pt x="48" y="46"/>
                  </a:lnTo>
                  <a:lnTo>
                    <a:pt x="46" y="50"/>
                  </a:lnTo>
                  <a:lnTo>
                    <a:pt x="42" y="54"/>
                  </a:lnTo>
                  <a:lnTo>
                    <a:pt x="42" y="54"/>
                  </a:lnTo>
                  <a:lnTo>
                    <a:pt x="38" y="56"/>
                  </a:lnTo>
                  <a:lnTo>
                    <a:pt x="32" y="58"/>
                  </a:lnTo>
                  <a:lnTo>
                    <a:pt x="26" y="54"/>
                  </a:lnTo>
                  <a:lnTo>
                    <a:pt x="20" y="52"/>
                  </a:lnTo>
                  <a:lnTo>
                    <a:pt x="18" y="50"/>
                  </a:lnTo>
                  <a:lnTo>
                    <a:pt x="0" y="18"/>
                  </a:lnTo>
                  <a:close/>
                </a:path>
              </a:pathLst>
            </a:custGeom>
            <a:solidFill>
              <a:srgbClr val="0099C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6" name="Freeform 124">
              <a:extLst>
                <a:ext uri="{FF2B5EF4-FFF2-40B4-BE49-F238E27FC236}">
                  <a16:creationId xmlns:a16="http://schemas.microsoft.com/office/drawing/2014/main" id="{30E8636E-CC9F-4AA5-A3D3-9FFCCFF40B5E}"/>
                </a:ext>
              </a:extLst>
            </p:cNvPr>
            <p:cNvSpPr>
              <a:spLocks/>
            </p:cNvSpPr>
            <p:nvPr/>
          </p:nvSpPr>
          <p:spPr bwMode="gray">
            <a:xfrm>
              <a:off x="13493750" y="2816225"/>
              <a:ext cx="98425" cy="120650"/>
            </a:xfrm>
            <a:custGeom>
              <a:avLst/>
              <a:gdLst/>
              <a:ahLst/>
              <a:cxnLst>
                <a:cxn ang="0">
                  <a:pos x="28" y="76"/>
                </a:cxn>
                <a:cxn ang="0">
                  <a:pos x="28" y="76"/>
                </a:cxn>
                <a:cxn ang="0">
                  <a:pos x="26" y="68"/>
                </a:cxn>
                <a:cxn ang="0">
                  <a:pos x="26" y="64"/>
                </a:cxn>
                <a:cxn ang="0">
                  <a:pos x="28" y="58"/>
                </a:cxn>
                <a:cxn ang="0">
                  <a:pos x="28" y="58"/>
                </a:cxn>
                <a:cxn ang="0">
                  <a:pos x="46" y="26"/>
                </a:cxn>
                <a:cxn ang="0">
                  <a:pos x="62" y="36"/>
                </a:cxn>
                <a:cxn ang="0">
                  <a:pos x="40" y="2"/>
                </a:cxn>
                <a:cxn ang="0">
                  <a:pos x="0" y="0"/>
                </a:cxn>
                <a:cxn ang="0">
                  <a:pos x="16" y="10"/>
                </a:cxn>
                <a:cxn ang="0">
                  <a:pos x="6" y="26"/>
                </a:cxn>
                <a:cxn ang="0">
                  <a:pos x="6" y="26"/>
                </a:cxn>
                <a:cxn ang="0">
                  <a:pos x="4" y="28"/>
                </a:cxn>
                <a:cxn ang="0">
                  <a:pos x="4" y="32"/>
                </a:cxn>
                <a:cxn ang="0">
                  <a:pos x="4" y="36"/>
                </a:cxn>
                <a:cxn ang="0">
                  <a:pos x="6" y="42"/>
                </a:cxn>
                <a:cxn ang="0">
                  <a:pos x="10" y="52"/>
                </a:cxn>
                <a:cxn ang="0">
                  <a:pos x="18" y="62"/>
                </a:cxn>
                <a:cxn ang="0">
                  <a:pos x="28" y="76"/>
                </a:cxn>
                <a:cxn ang="0">
                  <a:pos x="28" y="76"/>
                </a:cxn>
              </a:cxnLst>
              <a:rect l="0" t="0" r="r" b="b"/>
              <a:pathLst>
                <a:path w="62" h="76">
                  <a:moveTo>
                    <a:pt x="28" y="76"/>
                  </a:moveTo>
                  <a:lnTo>
                    <a:pt x="28" y="76"/>
                  </a:lnTo>
                  <a:lnTo>
                    <a:pt x="26" y="68"/>
                  </a:lnTo>
                  <a:lnTo>
                    <a:pt x="26" y="64"/>
                  </a:lnTo>
                  <a:lnTo>
                    <a:pt x="28" y="58"/>
                  </a:lnTo>
                  <a:lnTo>
                    <a:pt x="28" y="58"/>
                  </a:lnTo>
                  <a:lnTo>
                    <a:pt x="46" y="26"/>
                  </a:lnTo>
                  <a:lnTo>
                    <a:pt x="62" y="36"/>
                  </a:lnTo>
                  <a:lnTo>
                    <a:pt x="40" y="2"/>
                  </a:lnTo>
                  <a:lnTo>
                    <a:pt x="0" y="0"/>
                  </a:lnTo>
                  <a:lnTo>
                    <a:pt x="16" y="10"/>
                  </a:lnTo>
                  <a:lnTo>
                    <a:pt x="6" y="26"/>
                  </a:lnTo>
                  <a:lnTo>
                    <a:pt x="6" y="26"/>
                  </a:lnTo>
                  <a:lnTo>
                    <a:pt x="4" y="28"/>
                  </a:lnTo>
                  <a:lnTo>
                    <a:pt x="4" y="32"/>
                  </a:lnTo>
                  <a:lnTo>
                    <a:pt x="4" y="36"/>
                  </a:lnTo>
                  <a:lnTo>
                    <a:pt x="6" y="42"/>
                  </a:lnTo>
                  <a:lnTo>
                    <a:pt x="10" y="52"/>
                  </a:lnTo>
                  <a:lnTo>
                    <a:pt x="18" y="62"/>
                  </a:lnTo>
                  <a:lnTo>
                    <a:pt x="28" y="76"/>
                  </a:lnTo>
                  <a:lnTo>
                    <a:pt x="28" y="76"/>
                  </a:lnTo>
                  <a:close/>
                </a:path>
              </a:pathLst>
            </a:custGeom>
            <a:solidFill>
              <a:srgbClr val="0099C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7" name="Freeform 125">
              <a:extLst>
                <a:ext uri="{FF2B5EF4-FFF2-40B4-BE49-F238E27FC236}">
                  <a16:creationId xmlns:a16="http://schemas.microsoft.com/office/drawing/2014/main" id="{B04845A1-045F-4C2D-B7C0-32486A2968C5}"/>
                </a:ext>
              </a:extLst>
            </p:cNvPr>
            <p:cNvSpPr>
              <a:spLocks/>
            </p:cNvSpPr>
            <p:nvPr/>
          </p:nvSpPr>
          <p:spPr bwMode="gray">
            <a:xfrm>
              <a:off x="13547725" y="2898775"/>
              <a:ext cx="85725" cy="53975"/>
            </a:xfrm>
            <a:custGeom>
              <a:avLst/>
              <a:gdLst/>
              <a:ahLst/>
              <a:cxnLst>
                <a:cxn ang="0">
                  <a:pos x="54" y="0"/>
                </a:cxn>
                <a:cxn ang="0">
                  <a:pos x="54" y="34"/>
                </a:cxn>
                <a:cxn ang="0">
                  <a:pos x="18" y="34"/>
                </a:cxn>
                <a:cxn ang="0">
                  <a:pos x="18" y="34"/>
                </a:cxn>
                <a:cxn ang="0">
                  <a:pos x="14" y="34"/>
                </a:cxn>
                <a:cxn ang="0">
                  <a:pos x="10" y="32"/>
                </a:cxn>
                <a:cxn ang="0">
                  <a:pos x="4" y="26"/>
                </a:cxn>
                <a:cxn ang="0">
                  <a:pos x="2" y="22"/>
                </a:cxn>
                <a:cxn ang="0">
                  <a:pos x="0" y="18"/>
                </a:cxn>
                <a:cxn ang="0">
                  <a:pos x="0" y="18"/>
                </a:cxn>
                <a:cxn ang="0">
                  <a:pos x="0" y="12"/>
                </a:cxn>
                <a:cxn ang="0">
                  <a:pos x="2" y="8"/>
                </a:cxn>
                <a:cxn ang="0">
                  <a:pos x="8" y="4"/>
                </a:cxn>
                <a:cxn ang="0">
                  <a:pos x="14" y="0"/>
                </a:cxn>
                <a:cxn ang="0">
                  <a:pos x="16" y="0"/>
                </a:cxn>
                <a:cxn ang="0">
                  <a:pos x="54" y="0"/>
                </a:cxn>
              </a:cxnLst>
              <a:rect l="0" t="0" r="r" b="b"/>
              <a:pathLst>
                <a:path w="54" h="34">
                  <a:moveTo>
                    <a:pt x="54" y="0"/>
                  </a:moveTo>
                  <a:lnTo>
                    <a:pt x="54" y="34"/>
                  </a:lnTo>
                  <a:lnTo>
                    <a:pt x="18" y="34"/>
                  </a:lnTo>
                  <a:lnTo>
                    <a:pt x="18" y="34"/>
                  </a:lnTo>
                  <a:lnTo>
                    <a:pt x="14" y="34"/>
                  </a:lnTo>
                  <a:lnTo>
                    <a:pt x="10" y="32"/>
                  </a:lnTo>
                  <a:lnTo>
                    <a:pt x="4" y="26"/>
                  </a:lnTo>
                  <a:lnTo>
                    <a:pt x="2" y="22"/>
                  </a:lnTo>
                  <a:lnTo>
                    <a:pt x="0" y="18"/>
                  </a:lnTo>
                  <a:lnTo>
                    <a:pt x="0" y="18"/>
                  </a:lnTo>
                  <a:lnTo>
                    <a:pt x="0" y="12"/>
                  </a:lnTo>
                  <a:lnTo>
                    <a:pt x="2" y="8"/>
                  </a:lnTo>
                  <a:lnTo>
                    <a:pt x="8" y="4"/>
                  </a:lnTo>
                  <a:lnTo>
                    <a:pt x="14" y="0"/>
                  </a:lnTo>
                  <a:lnTo>
                    <a:pt x="16" y="0"/>
                  </a:lnTo>
                  <a:lnTo>
                    <a:pt x="54" y="0"/>
                  </a:lnTo>
                  <a:close/>
                </a:path>
              </a:pathLst>
            </a:custGeom>
            <a:solidFill>
              <a:srgbClr val="0099C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8" name="Freeform 126">
              <a:extLst>
                <a:ext uri="{FF2B5EF4-FFF2-40B4-BE49-F238E27FC236}">
                  <a16:creationId xmlns:a16="http://schemas.microsoft.com/office/drawing/2014/main" id="{F58FF409-5D86-4BCD-9C86-32BA044FDDAD}"/>
                </a:ext>
              </a:extLst>
            </p:cNvPr>
            <p:cNvSpPr>
              <a:spLocks/>
            </p:cNvSpPr>
            <p:nvPr/>
          </p:nvSpPr>
          <p:spPr bwMode="gray">
            <a:xfrm>
              <a:off x="13592175" y="2724150"/>
              <a:ext cx="127000" cy="79375"/>
            </a:xfrm>
            <a:custGeom>
              <a:avLst/>
              <a:gdLst/>
              <a:ahLst/>
              <a:cxnLst>
                <a:cxn ang="0">
                  <a:pos x="0" y="2"/>
                </a:cxn>
                <a:cxn ang="0">
                  <a:pos x="0" y="2"/>
                </a:cxn>
                <a:cxn ang="0">
                  <a:pos x="6" y="4"/>
                </a:cxn>
                <a:cxn ang="0">
                  <a:pos x="12" y="6"/>
                </a:cxn>
                <a:cxn ang="0">
                  <a:pos x="16" y="10"/>
                </a:cxn>
                <a:cxn ang="0">
                  <a:pos x="16" y="10"/>
                </a:cxn>
                <a:cxn ang="0">
                  <a:pos x="34" y="42"/>
                </a:cxn>
                <a:cxn ang="0">
                  <a:pos x="18" y="50"/>
                </a:cxn>
                <a:cxn ang="0">
                  <a:pos x="58" y="48"/>
                </a:cxn>
                <a:cxn ang="0">
                  <a:pos x="80" y="16"/>
                </a:cxn>
                <a:cxn ang="0">
                  <a:pos x="64" y="24"/>
                </a:cxn>
                <a:cxn ang="0">
                  <a:pos x="54" y="8"/>
                </a:cxn>
                <a:cxn ang="0">
                  <a:pos x="54" y="8"/>
                </a:cxn>
                <a:cxn ang="0">
                  <a:pos x="54" y="6"/>
                </a:cxn>
                <a:cxn ang="0">
                  <a:pos x="46" y="2"/>
                </a:cxn>
                <a:cxn ang="0">
                  <a:pos x="40" y="2"/>
                </a:cxn>
                <a:cxn ang="0">
                  <a:pos x="30" y="0"/>
                </a:cxn>
                <a:cxn ang="0">
                  <a:pos x="18" y="0"/>
                </a:cxn>
                <a:cxn ang="0">
                  <a:pos x="0" y="2"/>
                </a:cxn>
                <a:cxn ang="0">
                  <a:pos x="0" y="2"/>
                </a:cxn>
              </a:cxnLst>
              <a:rect l="0" t="0" r="r" b="b"/>
              <a:pathLst>
                <a:path w="80" h="50">
                  <a:moveTo>
                    <a:pt x="0" y="2"/>
                  </a:moveTo>
                  <a:lnTo>
                    <a:pt x="0" y="2"/>
                  </a:lnTo>
                  <a:lnTo>
                    <a:pt x="6" y="4"/>
                  </a:lnTo>
                  <a:lnTo>
                    <a:pt x="12" y="6"/>
                  </a:lnTo>
                  <a:lnTo>
                    <a:pt x="16" y="10"/>
                  </a:lnTo>
                  <a:lnTo>
                    <a:pt x="16" y="10"/>
                  </a:lnTo>
                  <a:lnTo>
                    <a:pt x="34" y="42"/>
                  </a:lnTo>
                  <a:lnTo>
                    <a:pt x="18" y="50"/>
                  </a:lnTo>
                  <a:lnTo>
                    <a:pt x="58" y="48"/>
                  </a:lnTo>
                  <a:lnTo>
                    <a:pt x="80" y="16"/>
                  </a:lnTo>
                  <a:lnTo>
                    <a:pt x="64" y="24"/>
                  </a:lnTo>
                  <a:lnTo>
                    <a:pt x="54" y="8"/>
                  </a:lnTo>
                  <a:lnTo>
                    <a:pt x="54" y="8"/>
                  </a:lnTo>
                  <a:lnTo>
                    <a:pt x="54" y="6"/>
                  </a:lnTo>
                  <a:lnTo>
                    <a:pt x="46" y="2"/>
                  </a:lnTo>
                  <a:lnTo>
                    <a:pt x="40" y="2"/>
                  </a:lnTo>
                  <a:lnTo>
                    <a:pt x="30" y="0"/>
                  </a:lnTo>
                  <a:lnTo>
                    <a:pt x="18" y="0"/>
                  </a:lnTo>
                  <a:lnTo>
                    <a:pt x="0" y="2"/>
                  </a:lnTo>
                  <a:lnTo>
                    <a:pt x="0" y="2"/>
                  </a:lnTo>
                  <a:close/>
                </a:path>
              </a:pathLst>
            </a:custGeom>
            <a:solidFill>
              <a:srgbClr val="0099C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9" name="Freeform 127">
              <a:extLst>
                <a:ext uri="{FF2B5EF4-FFF2-40B4-BE49-F238E27FC236}">
                  <a16:creationId xmlns:a16="http://schemas.microsoft.com/office/drawing/2014/main" id="{AB05B857-D1D2-4B82-AD97-2E196410BAEA}"/>
                </a:ext>
              </a:extLst>
            </p:cNvPr>
            <p:cNvSpPr>
              <a:spLocks/>
            </p:cNvSpPr>
            <p:nvPr/>
          </p:nvSpPr>
          <p:spPr bwMode="gray">
            <a:xfrm>
              <a:off x="13531850" y="2733675"/>
              <a:ext cx="79375" cy="88900"/>
            </a:xfrm>
            <a:custGeom>
              <a:avLst/>
              <a:gdLst/>
              <a:ahLst/>
              <a:cxnLst>
                <a:cxn ang="0">
                  <a:pos x="30" y="56"/>
                </a:cxn>
                <a:cxn ang="0">
                  <a:pos x="0" y="40"/>
                </a:cxn>
                <a:cxn ang="0">
                  <a:pos x="18" y="8"/>
                </a:cxn>
                <a:cxn ang="0">
                  <a:pos x="18" y="8"/>
                </a:cxn>
                <a:cxn ang="0">
                  <a:pos x="20" y="6"/>
                </a:cxn>
                <a:cxn ang="0">
                  <a:pos x="24" y="2"/>
                </a:cxn>
                <a:cxn ang="0">
                  <a:pos x="32" y="0"/>
                </a:cxn>
                <a:cxn ang="0">
                  <a:pos x="36" y="0"/>
                </a:cxn>
                <a:cxn ang="0">
                  <a:pos x="42" y="2"/>
                </a:cxn>
                <a:cxn ang="0">
                  <a:pos x="42" y="2"/>
                </a:cxn>
                <a:cxn ang="0">
                  <a:pos x="46" y="4"/>
                </a:cxn>
                <a:cxn ang="0">
                  <a:pos x="48" y="8"/>
                </a:cxn>
                <a:cxn ang="0">
                  <a:pos x="50" y="16"/>
                </a:cxn>
                <a:cxn ang="0">
                  <a:pos x="50" y="22"/>
                </a:cxn>
                <a:cxn ang="0">
                  <a:pos x="48" y="24"/>
                </a:cxn>
                <a:cxn ang="0">
                  <a:pos x="30" y="56"/>
                </a:cxn>
              </a:cxnLst>
              <a:rect l="0" t="0" r="r" b="b"/>
              <a:pathLst>
                <a:path w="50" h="56">
                  <a:moveTo>
                    <a:pt x="30" y="56"/>
                  </a:moveTo>
                  <a:lnTo>
                    <a:pt x="0" y="40"/>
                  </a:lnTo>
                  <a:lnTo>
                    <a:pt x="18" y="8"/>
                  </a:lnTo>
                  <a:lnTo>
                    <a:pt x="18" y="8"/>
                  </a:lnTo>
                  <a:lnTo>
                    <a:pt x="20" y="6"/>
                  </a:lnTo>
                  <a:lnTo>
                    <a:pt x="24" y="2"/>
                  </a:lnTo>
                  <a:lnTo>
                    <a:pt x="32" y="0"/>
                  </a:lnTo>
                  <a:lnTo>
                    <a:pt x="36" y="0"/>
                  </a:lnTo>
                  <a:lnTo>
                    <a:pt x="42" y="2"/>
                  </a:lnTo>
                  <a:lnTo>
                    <a:pt x="42" y="2"/>
                  </a:lnTo>
                  <a:lnTo>
                    <a:pt x="46" y="4"/>
                  </a:lnTo>
                  <a:lnTo>
                    <a:pt x="48" y="8"/>
                  </a:lnTo>
                  <a:lnTo>
                    <a:pt x="50" y="16"/>
                  </a:lnTo>
                  <a:lnTo>
                    <a:pt x="50" y="22"/>
                  </a:lnTo>
                  <a:lnTo>
                    <a:pt x="48" y="24"/>
                  </a:lnTo>
                  <a:lnTo>
                    <a:pt x="30" y="56"/>
                  </a:lnTo>
                  <a:close/>
                </a:path>
              </a:pathLst>
            </a:custGeom>
            <a:solidFill>
              <a:srgbClr val="0099C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grpSp>
      <p:sp>
        <p:nvSpPr>
          <p:cNvPr id="50" name="Freeform 13">
            <a:extLst>
              <a:ext uri="{FF2B5EF4-FFF2-40B4-BE49-F238E27FC236}">
                <a16:creationId xmlns:a16="http://schemas.microsoft.com/office/drawing/2014/main" id="{F82F5D7D-AECF-4F99-A529-012F08D74D2C}"/>
              </a:ext>
            </a:extLst>
          </p:cNvPr>
          <p:cNvSpPr>
            <a:spLocks noEditPoints="1"/>
          </p:cNvSpPr>
          <p:nvPr/>
        </p:nvSpPr>
        <p:spPr bwMode="gray">
          <a:xfrm>
            <a:off x="8375497" y="1323086"/>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solidFill>
            <a:srgbClr val="0099C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1" name="Freeform 150">
            <a:extLst>
              <a:ext uri="{FF2B5EF4-FFF2-40B4-BE49-F238E27FC236}">
                <a16:creationId xmlns:a16="http://schemas.microsoft.com/office/drawing/2014/main" id="{77E9249C-ACC1-428B-A8F7-01E5448AF48A}"/>
              </a:ext>
            </a:extLst>
          </p:cNvPr>
          <p:cNvSpPr>
            <a:spLocks noEditPoints="1"/>
          </p:cNvSpPr>
          <p:nvPr/>
        </p:nvSpPr>
        <p:spPr bwMode="gray">
          <a:xfrm>
            <a:off x="10713546" y="1180004"/>
            <a:ext cx="414372" cy="511820"/>
          </a:xfrm>
          <a:custGeom>
            <a:avLst/>
            <a:gdLst/>
            <a:ahLst/>
            <a:cxnLst>
              <a:cxn ang="0">
                <a:pos x="3872" y="13772"/>
              </a:cxn>
              <a:cxn ang="0">
                <a:pos x="3080" y="12012"/>
              </a:cxn>
              <a:cxn ang="0">
                <a:pos x="1496" y="10560"/>
              </a:cxn>
              <a:cxn ang="0">
                <a:pos x="484" y="8888"/>
              </a:cxn>
              <a:cxn ang="0">
                <a:pos x="44" y="7128"/>
              </a:cxn>
              <a:cxn ang="0">
                <a:pos x="88" y="5324"/>
              </a:cxn>
              <a:cxn ang="0">
                <a:pos x="660" y="3608"/>
              </a:cxn>
              <a:cxn ang="0">
                <a:pos x="1628" y="2156"/>
              </a:cxn>
              <a:cxn ang="0">
                <a:pos x="2948" y="1012"/>
              </a:cxn>
              <a:cxn ang="0">
                <a:pos x="4664" y="308"/>
              </a:cxn>
              <a:cxn ang="0">
                <a:pos x="6688" y="0"/>
              </a:cxn>
              <a:cxn ang="0">
                <a:pos x="8800" y="308"/>
              </a:cxn>
              <a:cxn ang="0">
                <a:pos x="10824" y="1188"/>
              </a:cxn>
              <a:cxn ang="0">
                <a:pos x="12672" y="2816"/>
              </a:cxn>
              <a:cxn ang="0">
                <a:pos x="13156" y="4048"/>
              </a:cxn>
              <a:cxn ang="0">
                <a:pos x="12980" y="5852"/>
              </a:cxn>
              <a:cxn ang="0">
                <a:pos x="12936" y="7172"/>
              </a:cxn>
              <a:cxn ang="0">
                <a:pos x="12980" y="10912"/>
              </a:cxn>
              <a:cxn ang="0">
                <a:pos x="12936" y="12848"/>
              </a:cxn>
              <a:cxn ang="0">
                <a:pos x="12144" y="13288"/>
              </a:cxn>
              <a:cxn ang="0">
                <a:pos x="5588" y="9416"/>
              </a:cxn>
              <a:cxn ang="0">
                <a:pos x="3520" y="8051"/>
              </a:cxn>
              <a:cxn ang="0">
                <a:pos x="3432" y="8492"/>
              </a:cxn>
              <a:cxn ang="0">
                <a:pos x="5500" y="9988"/>
              </a:cxn>
              <a:cxn ang="0">
                <a:pos x="5720" y="9636"/>
              </a:cxn>
              <a:cxn ang="0">
                <a:pos x="10692" y="5456"/>
              </a:cxn>
              <a:cxn ang="0">
                <a:pos x="5544" y="2552"/>
              </a:cxn>
              <a:cxn ang="0">
                <a:pos x="5544" y="2552"/>
              </a:cxn>
              <a:cxn ang="0">
                <a:pos x="6512" y="2288"/>
              </a:cxn>
              <a:cxn ang="0">
                <a:pos x="10076" y="2992"/>
              </a:cxn>
              <a:cxn ang="0">
                <a:pos x="8976" y="1892"/>
              </a:cxn>
              <a:cxn ang="0">
                <a:pos x="6028" y="8668"/>
              </a:cxn>
              <a:cxn ang="0">
                <a:pos x="3960" y="7304"/>
              </a:cxn>
              <a:cxn ang="0">
                <a:pos x="3872" y="7744"/>
              </a:cxn>
              <a:cxn ang="0">
                <a:pos x="5940" y="9240"/>
              </a:cxn>
              <a:cxn ang="0">
                <a:pos x="6160" y="8844"/>
              </a:cxn>
              <a:cxn ang="0">
                <a:pos x="7392" y="3256"/>
              </a:cxn>
              <a:cxn ang="0">
                <a:pos x="5764" y="3300"/>
              </a:cxn>
              <a:cxn ang="0">
                <a:pos x="4796" y="4268"/>
              </a:cxn>
              <a:cxn ang="0">
                <a:pos x="4708" y="5588"/>
              </a:cxn>
              <a:cxn ang="0">
                <a:pos x="4576" y="7128"/>
              </a:cxn>
              <a:cxn ang="0">
                <a:pos x="7084" y="7304"/>
              </a:cxn>
              <a:cxn ang="0">
                <a:pos x="8448" y="6556"/>
              </a:cxn>
              <a:cxn ang="0">
                <a:pos x="8932" y="5500"/>
              </a:cxn>
              <a:cxn ang="0">
                <a:pos x="8448" y="4004"/>
              </a:cxn>
              <a:cxn ang="0">
                <a:pos x="3652" y="9108"/>
              </a:cxn>
              <a:cxn ang="0">
                <a:pos x="3872" y="9856"/>
              </a:cxn>
              <a:cxn ang="0">
                <a:pos x="4664" y="9944"/>
              </a:cxn>
            </a:cxnLst>
            <a:rect l="0" t="0" r="r" b="b"/>
            <a:pathLst>
              <a:path w="13596" h="16280">
                <a:moveTo>
                  <a:pt x="3784" y="16280"/>
                </a:moveTo>
                <a:lnTo>
                  <a:pt x="3872" y="15268"/>
                </a:lnTo>
                <a:lnTo>
                  <a:pt x="3872" y="14256"/>
                </a:lnTo>
                <a:lnTo>
                  <a:pt x="3872" y="13772"/>
                </a:lnTo>
                <a:lnTo>
                  <a:pt x="3784" y="13244"/>
                </a:lnTo>
                <a:lnTo>
                  <a:pt x="3696" y="12760"/>
                </a:lnTo>
                <a:lnTo>
                  <a:pt x="3608" y="12320"/>
                </a:lnTo>
                <a:lnTo>
                  <a:pt x="3080" y="12012"/>
                </a:lnTo>
                <a:lnTo>
                  <a:pt x="2640" y="11660"/>
                </a:lnTo>
                <a:lnTo>
                  <a:pt x="2200" y="11307"/>
                </a:lnTo>
                <a:lnTo>
                  <a:pt x="1848" y="10956"/>
                </a:lnTo>
                <a:lnTo>
                  <a:pt x="1496" y="10560"/>
                </a:lnTo>
                <a:lnTo>
                  <a:pt x="1188" y="10164"/>
                </a:lnTo>
                <a:lnTo>
                  <a:pt x="924" y="9768"/>
                </a:lnTo>
                <a:lnTo>
                  <a:pt x="704" y="9328"/>
                </a:lnTo>
                <a:lnTo>
                  <a:pt x="484" y="8888"/>
                </a:lnTo>
                <a:lnTo>
                  <a:pt x="308" y="8448"/>
                </a:lnTo>
                <a:lnTo>
                  <a:pt x="176" y="8008"/>
                </a:lnTo>
                <a:lnTo>
                  <a:pt x="88" y="7568"/>
                </a:lnTo>
                <a:lnTo>
                  <a:pt x="44" y="7128"/>
                </a:lnTo>
                <a:lnTo>
                  <a:pt x="0" y="6644"/>
                </a:lnTo>
                <a:lnTo>
                  <a:pt x="0" y="6204"/>
                </a:lnTo>
                <a:lnTo>
                  <a:pt x="44" y="5764"/>
                </a:lnTo>
                <a:lnTo>
                  <a:pt x="88" y="5324"/>
                </a:lnTo>
                <a:lnTo>
                  <a:pt x="220" y="4884"/>
                </a:lnTo>
                <a:lnTo>
                  <a:pt x="308" y="4444"/>
                </a:lnTo>
                <a:lnTo>
                  <a:pt x="484" y="4048"/>
                </a:lnTo>
                <a:lnTo>
                  <a:pt x="660" y="3608"/>
                </a:lnTo>
                <a:lnTo>
                  <a:pt x="836" y="3212"/>
                </a:lnTo>
                <a:lnTo>
                  <a:pt x="1056" y="2860"/>
                </a:lnTo>
                <a:lnTo>
                  <a:pt x="1320" y="2508"/>
                </a:lnTo>
                <a:lnTo>
                  <a:pt x="1628" y="2156"/>
                </a:lnTo>
                <a:lnTo>
                  <a:pt x="1892" y="1848"/>
                </a:lnTo>
                <a:lnTo>
                  <a:pt x="2244" y="1540"/>
                </a:lnTo>
                <a:lnTo>
                  <a:pt x="2596" y="1276"/>
                </a:lnTo>
                <a:lnTo>
                  <a:pt x="2948" y="1012"/>
                </a:lnTo>
                <a:lnTo>
                  <a:pt x="3344" y="792"/>
                </a:lnTo>
                <a:lnTo>
                  <a:pt x="3740" y="616"/>
                </a:lnTo>
                <a:lnTo>
                  <a:pt x="4180" y="484"/>
                </a:lnTo>
                <a:lnTo>
                  <a:pt x="4664" y="308"/>
                </a:lnTo>
                <a:lnTo>
                  <a:pt x="5148" y="176"/>
                </a:lnTo>
                <a:lnTo>
                  <a:pt x="5632" y="88"/>
                </a:lnTo>
                <a:lnTo>
                  <a:pt x="6160" y="44"/>
                </a:lnTo>
                <a:lnTo>
                  <a:pt x="6688" y="0"/>
                </a:lnTo>
                <a:lnTo>
                  <a:pt x="7216" y="44"/>
                </a:lnTo>
                <a:lnTo>
                  <a:pt x="7744" y="88"/>
                </a:lnTo>
                <a:lnTo>
                  <a:pt x="8272" y="176"/>
                </a:lnTo>
                <a:lnTo>
                  <a:pt x="8800" y="308"/>
                </a:lnTo>
                <a:lnTo>
                  <a:pt x="9328" y="484"/>
                </a:lnTo>
                <a:lnTo>
                  <a:pt x="9856" y="660"/>
                </a:lnTo>
                <a:lnTo>
                  <a:pt x="10340" y="924"/>
                </a:lnTo>
                <a:lnTo>
                  <a:pt x="10824" y="1188"/>
                </a:lnTo>
                <a:lnTo>
                  <a:pt x="11308" y="1496"/>
                </a:lnTo>
                <a:lnTo>
                  <a:pt x="11748" y="1848"/>
                </a:lnTo>
                <a:lnTo>
                  <a:pt x="12188" y="2244"/>
                </a:lnTo>
                <a:lnTo>
                  <a:pt x="12672" y="2816"/>
                </a:lnTo>
                <a:lnTo>
                  <a:pt x="12980" y="3256"/>
                </a:lnTo>
                <a:lnTo>
                  <a:pt x="13112" y="3608"/>
                </a:lnTo>
                <a:lnTo>
                  <a:pt x="13200" y="3872"/>
                </a:lnTo>
                <a:lnTo>
                  <a:pt x="13156" y="4048"/>
                </a:lnTo>
                <a:lnTo>
                  <a:pt x="13112" y="4180"/>
                </a:lnTo>
                <a:lnTo>
                  <a:pt x="12980" y="4268"/>
                </a:lnTo>
                <a:lnTo>
                  <a:pt x="12672" y="4444"/>
                </a:lnTo>
                <a:lnTo>
                  <a:pt x="12980" y="5852"/>
                </a:lnTo>
                <a:lnTo>
                  <a:pt x="13112" y="6468"/>
                </a:lnTo>
                <a:lnTo>
                  <a:pt x="13156" y="6776"/>
                </a:lnTo>
                <a:lnTo>
                  <a:pt x="13068" y="6996"/>
                </a:lnTo>
                <a:lnTo>
                  <a:pt x="12936" y="7172"/>
                </a:lnTo>
                <a:lnTo>
                  <a:pt x="12804" y="7304"/>
                </a:lnTo>
                <a:lnTo>
                  <a:pt x="13596" y="9988"/>
                </a:lnTo>
                <a:lnTo>
                  <a:pt x="12892" y="10252"/>
                </a:lnTo>
                <a:lnTo>
                  <a:pt x="12980" y="10912"/>
                </a:lnTo>
                <a:lnTo>
                  <a:pt x="13068" y="11484"/>
                </a:lnTo>
                <a:lnTo>
                  <a:pt x="13068" y="12056"/>
                </a:lnTo>
                <a:lnTo>
                  <a:pt x="13024" y="12672"/>
                </a:lnTo>
                <a:lnTo>
                  <a:pt x="12936" y="12848"/>
                </a:lnTo>
                <a:lnTo>
                  <a:pt x="12760" y="13024"/>
                </a:lnTo>
                <a:lnTo>
                  <a:pt x="12452" y="13200"/>
                </a:lnTo>
                <a:lnTo>
                  <a:pt x="12320" y="13244"/>
                </a:lnTo>
                <a:lnTo>
                  <a:pt x="12144" y="13288"/>
                </a:lnTo>
                <a:lnTo>
                  <a:pt x="9768" y="13420"/>
                </a:lnTo>
                <a:lnTo>
                  <a:pt x="9944" y="16280"/>
                </a:lnTo>
                <a:lnTo>
                  <a:pt x="3784" y="16280"/>
                </a:lnTo>
                <a:close/>
                <a:moveTo>
                  <a:pt x="5588" y="9416"/>
                </a:moveTo>
                <a:lnTo>
                  <a:pt x="3828" y="8096"/>
                </a:lnTo>
                <a:lnTo>
                  <a:pt x="3696" y="8008"/>
                </a:lnTo>
                <a:lnTo>
                  <a:pt x="3608" y="8008"/>
                </a:lnTo>
                <a:lnTo>
                  <a:pt x="3520" y="8051"/>
                </a:lnTo>
                <a:lnTo>
                  <a:pt x="3432" y="8140"/>
                </a:lnTo>
                <a:lnTo>
                  <a:pt x="3388" y="8272"/>
                </a:lnTo>
                <a:lnTo>
                  <a:pt x="3388" y="8404"/>
                </a:lnTo>
                <a:lnTo>
                  <a:pt x="3432" y="8492"/>
                </a:lnTo>
                <a:lnTo>
                  <a:pt x="3520" y="8624"/>
                </a:lnTo>
                <a:lnTo>
                  <a:pt x="5280" y="9944"/>
                </a:lnTo>
                <a:lnTo>
                  <a:pt x="5368" y="9988"/>
                </a:lnTo>
                <a:lnTo>
                  <a:pt x="5500" y="9988"/>
                </a:lnTo>
                <a:lnTo>
                  <a:pt x="5588" y="9944"/>
                </a:lnTo>
                <a:lnTo>
                  <a:pt x="5676" y="9856"/>
                </a:lnTo>
                <a:lnTo>
                  <a:pt x="5720" y="9768"/>
                </a:lnTo>
                <a:lnTo>
                  <a:pt x="5720" y="9636"/>
                </a:lnTo>
                <a:lnTo>
                  <a:pt x="5676" y="9504"/>
                </a:lnTo>
                <a:lnTo>
                  <a:pt x="5588" y="9416"/>
                </a:lnTo>
                <a:close/>
                <a:moveTo>
                  <a:pt x="9592" y="5456"/>
                </a:moveTo>
                <a:lnTo>
                  <a:pt x="10692" y="5456"/>
                </a:lnTo>
                <a:lnTo>
                  <a:pt x="10692" y="4972"/>
                </a:lnTo>
                <a:lnTo>
                  <a:pt x="9592" y="4972"/>
                </a:lnTo>
                <a:lnTo>
                  <a:pt x="9592" y="5456"/>
                </a:lnTo>
                <a:close/>
                <a:moveTo>
                  <a:pt x="5544" y="2552"/>
                </a:moveTo>
                <a:lnTo>
                  <a:pt x="4972" y="1584"/>
                </a:lnTo>
                <a:lnTo>
                  <a:pt x="4532" y="1848"/>
                </a:lnTo>
                <a:lnTo>
                  <a:pt x="5104" y="2816"/>
                </a:lnTo>
                <a:lnTo>
                  <a:pt x="5544" y="2552"/>
                </a:lnTo>
                <a:close/>
                <a:moveTo>
                  <a:pt x="6996" y="2288"/>
                </a:moveTo>
                <a:lnTo>
                  <a:pt x="6996" y="1188"/>
                </a:lnTo>
                <a:lnTo>
                  <a:pt x="6512" y="1188"/>
                </a:lnTo>
                <a:lnTo>
                  <a:pt x="6512" y="2288"/>
                </a:lnTo>
                <a:lnTo>
                  <a:pt x="6996" y="2288"/>
                </a:lnTo>
                <a:close/>
                <a:moveTo>
                  <a:pt x="9372" y="4004"/>
                </a:moveTo>
                <a:lnTo>
                  <a:pt x="10296" y="3432"/>
                </a:lnTo>
                <a:lnTo>
                  <a:pt x="10076" y="2992"/>
                </a:lnTo>
                <a:lnTo>
                  <a:pt x="9108" y="3564"/>
                </a:lnTo>
                <a:lnTo>
                  <a:pt x="9372" y="4004"/>
                </a:lnTo>
                <a:close/>
                <a:moveTo>
                  <a:pt x="8404" y="2816"/>
                </a:moveTo>
                <a:lnTo>
                  <a:pt x="8976" y="1892"/>
                </a:lnTo>
                <a:lnTo>
                  <a:pt x="8536" y="1628"/>
                </a:lnTo>
                <a:lnTo>
                  <a:pt x="7964" y="2596"/>
                </a:lnTo>
                <a:lnTo>
                  <a:pt x="8404" y="2816"/>
                </a:lnTo>
                <a:close/>
                <a:moveTo>
                  <a:pt x="6028" y="8668"/>
                </a:moveTo>
                <a:lnTo>
                  <a:pt x="4268" y="7304"/>
                </a:lnTo>
                <a:lnTo>
                  <a:pt x="4136" y="7260"/>
                </a:lnTo>
                <a:lnTo>
                  <a:pt x="4048" y="7260"/>
                </a:lnTo>
                <a:lnTo>
                  <a:pt x="3960" y="7304"/>
                </a:lnTo>
                <a:lnTo>
                  <a:pt x="3872" y="7392"/>
                </a:lnTo>
                <a:lnTo>
                  <a:pt x="3828" y="7524"/>
                </a:lnTo>
                <a:lnTo>
                  <a:pt x="3828" y="7656"/>
                </a:lnTo>
                <a:lnTo>
                  <a:pt x="3872" y="7744"/>
                </a:lnTo>
                <a:lnTo>
                  <a:pt x="3960" y="7832"/>
                </a:lnTo>
                <a:lnTo>
                  <a:pt x="5720" y="9196"/>
                </a:lnTo>
                <a:lnTo>
                  <a:pt x="5808" y="9240"/>
                </a:lnTo>
                <a:lnTo>
                  <a:pt x="5940" y="9240"/>
                </a:lnTo>
                <a:lnTo>
                  <a:pt x="6028" y="9196"/>
                </a:lnTo>
                <a:lnTo>
                  <a:pt x="6116" y="9108"/>
                </a:lnTo>
                <a:lnTo>
                  <a:pt x="6160" y="8976"/>
                </a:lnTo>
                <a:lnTo>
                  <a:pt x="6160" y="8844"/>
                </a:lnTo>
                <a:lnTo>
                  <a:pt x="6116" y="8756"/>
                </a:lnTo>
                <a:lnTo>
                  <a:pt x="6028" y="8668"/>
                </a:lnTo>
                <a:close/>
                <a:moveTo>
                  <a:pt x="7788" y="3432"/>
                </a:moveTo>
                <a:lnTo>
                  <a:pt x="7392" y="3256"/>
                </a:lnTo>
                <a:lnTo>
                  <a:pt x="6952" y="3124"/>
                </a:lnTo>
                <a:lnTo>
                  <a:pt x="6556" y="3124"/>
                </a:lnTo>
                <a:lnTo>
                  <a:pt x="6160" y="3168"/>
                </a:lnTo>
                <a:lnTo>
                  <a:pt x="5764" y="3300"/>
                </a:lnTo>
                <a:lnTo>
                  <a:pt x="5456" y="3476"/>
                </a:lnTo>
                <a:lnTo>
                  <a:pt x="5148" y="3740"/>
                </a:lnTo>
                <a:lnTo>
                  <a:pt x="4928" y="4048"/>
                </a:lnTo>
                <a:lnTo>
                  <a:pt x="4796" y="4268"/>
                </a:lnTo>
                <a:lnTo>
                  <a:pt x="4752" y="4444"/>
                </a:lnTo>
                <a:lnTo>
                  <a:pt x="4708" y="4795"/>
                </a:lnTo>
                <a:lnTo>
                  <a:pt x="4664" y="5192"/>
                </a:lnTo>
                <a:lnTo>
                  <a:pt x="4708" y="5588"/>
                </a:lnTo>
                <a:lnTo>
                  <a:pt x="4752" y="5940"/>
                </a:lnTo>
                <a:lnTo>
                  <a:pt x="4752" y="6336"/>
                </a:lnTo>
                <a:lnTo>
                  <a:pt x="4708" y="6732"/>
                </a:lnTo>
                <a:lnTo>
                  <a:pt x="4576" y="7128"/>
                </a:lnTo>
                <a:lnTo>
                  <a:pt x="6204" y="8051"/>
                </a:lnTo>
                <a:lnTo>
                  <a:pt x="6468" y="7744"/>
                </a:lnTo>
                <a:lnTo>
                  <a:pt x="6776" y="7524"/>
                </a:lnTo>
                <a:lnTo>
                  <a:pt x="7084" y="7304"/>
                </a:lnTo>
                <a:lnTo>
                  <a:pt x="7436" y="7172"/>
                </a:lnTo>
                <a:lnTo>
                  <a:pt x="7788" y="6996"/>
                </a:lnTo>
                <a:lnTo>
                  <a:pt x="8140" y="6820"/>
                </a:lnTo>
                <a:lnTo>
                  <a:pt x="8448" y="6556"/>
                </a:lnTo>
                <a:lnTo>
                  <a:pt x="8580" y="6423"/>
                </a:lnTo>
                <a:lnTo>
                  <a:pt x="8668" y="6248"/>
                </a:lnTo>
                <a:lnTo>
                  <a:pt x="8844" y="5852"/>
                </a:lnTo>
                <a:lnTo>
                  <a:pt x="8932" y="5500"/>
                </a:lnTo>
                <a:lnTo>
                  <a:pt x="8888" y="5104"/>
                </a:lnTo>
                <a:lnTo>
                  <a:pt x="8844" y="4708"/>
                </a:lnTo>
                <a:lnTo>
                  <a:pt x="8668" y="4312"/>
                </a:lnTo>
                <a:lnTo>
                  <a:pt x="8448" y="4004"/>
                </a:lnTo>
                <a:lnTo>
                  <a:pt x="8140" y="3696"/>
                </a:lnTo>
                <a:lnTo>
                  <a:pt x="7788" y="3432"/>
                </a:lnTo>
                <a:close/>
                <a:moveTo>
                  <a:pt x="3696" y="8976"/>
                </a:moveTo>
                <a:lnTo>
                  <a:pt x="3652" y="9108"/>
                </a:lnTo>
                <a:lnTo>
                  <a:pt x="3652" y="9240"/>
                </a:lnTo>
                <a:lnTo>
                  <a:pt x="3652" y="9504"/>
                </a:lnTo>
                <a:lnTo>
                  <a:pt x="3784" y="9724"/>
                </a:lnTo>
                <a:lnTo>
                  <a:pt x="3872" y="9856"/>
                </a:lnTo>
                <a:lnTo>
                  <a:pt x="4004" y="9944"/>
                </a:lnTo>
                <a:lnTo>
                  <a:pt x="4224" y="10032"/>
                </a:lnTo>
                <a:lnTo>
                  <a:pt x="4444" y="10032"/>
                </a:lnTo>
                <a:lnTo>
                  <a:pt x="4664" y="9944"/>
                </a:lnTo>
                <a:lnTo>
                  <a:pt x="4840" y="9856"/>
                </a:lnTo>
                <a:lnTo>
                  <a:pt x="3696" y="8976"/>
                </a:lnTo>
                <a:close/>
              </a:path>
            </a:pathLst>
          </a:custGeom>
          <a:solidFill>
            <a:srgbClr val="0099C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grpSp>
        <p:nvGrpSpPr>
          <p:cNvPr id="74" name="组合 73"/>
          <p:cNvGrpSpPr/>
          <p:nvPr/>
        </p:nvGrpSpPr>
        <p:grpSpPr bwMode="gray">
          <a:xfrm>
            <a:off x="5282276" y="1686339"/>
            <a:ext cx="1432135" cy="851549"/>
            <a:chOff x="-2588188" y="2307225"/>
            <a:chExt cx="2176835" cy="1294349"/>
          </a:xfrm>
        </p:grpSpPr>
        <p:cxnSp>
          <p:nvCxnSpPr>
            <p:cNvPr id="37" name="直接连接符 36"/>
            <p:cNvCxnSpPr>
              <a:stCxn id="57" idx="3"/>
              <a:endCxn id="55" idx="1"/>
            </p:cNvCxnSpPr>
            <p:nvPr/>
          </p:nvCxnSpPr>
          <p:spPr bwMode="gray">
            <a:xfrm>
              <a:off x="-2048188" y="3380174"/>
              <a:ext cx="274126" cy="0"/>
            </a:xfrm>
            <a:prstGeom prst="line">
              <a:avLst/>
            </a:prstGeom>
            <a:ln w="19050">
              <a:solidFill>
                <a:srgbClr val="94DAE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58" idx="1"/>
              <a:endCxn id="55" idx="3"/>
            </p:cNvCxnSpPr>
            <p:nvPr/>
          </p:nvCxnSpPr>
          <p:spPr bwMode="gray">
            <a:xfrm flipH="1">
              <a:off x="-1234062" y="3380174"/>
              <a:ext cx="218435" cy="0"/>
            </a:xfrm>
            <a:prstGeom prst="line">
              <a:avLst/>
            </a:prstGeom>
            <a:ln w="19050">
              <a:solidFill>
                <a:srgbClr val="94DAE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74062" y="3158774"/>
              <a:ext cx="540000" cy="442800"/>
            </a:xfrm>
            <a:prstGeom prst="rect">
              <a:avLst/>
            </a:prstGeom>
          </p:spPr>
        </p:pic>
        <p:pic>
          <p:nvPicPr>
            <p:cNvPr id="57" name="图片 5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588188" y="3158774"/>
              <a:ext cx="540000" cy="442800"/>
            </a:xfrm>
            <a:prstGeom prst="rect">
              <a:avLst/>
            </a:prstGeom>
          </p:spPr>
        </p:pic>
        <p:pic>
          <p:nvPicPr>
            <p:cNvPr id="58" name="图片 5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15627" y="3158774"/>
              <a:ext cx="540000" cy="442800"/>
            </a:xfrm>
            <a:prstGeom prst="rect">
              <a:avLst/>
            </a:prstGeom>
          </p:spPr>
        </p:pic>
        <p:sp>
          <p:nvSpPr>
            <p:cNvPr id="60" name="文本框 59"/>
            <p:cNvSpPr txBox="1"/>
            <p:nvPr/>
          </p:nvSpPr>
          <p:spPr bwMode="gray">
            <a:xfrm>
              <a:off x="-1346223" y="2376929"/>
              <a:ext cx="934870"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Controller</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1" name="图片 60" descr="通用网管-蓝.png"/>
            <p:cNvPicPr>
              <a:picLocks noChangeAspect="1"/>
            </p:cNvPicPr>
            <p:nvPr/>
          </p:nvPicPr>
          <p:blipFill>
            <a:blip r:embed="rId4" cstate="print"/>
            <a:stretch>
              <a:fillRect/>
            </a:stretch>
          </p:blipFill>
          <p:spPr bwMode="gray">
            <a:xfrm>
              <a:off x="-1774062" y="2307225"/>
              <a:ext cx="540000" cy="441818"/>
            </a:xfrm>
            <a:prstGeom prst="rect">
              <a:avLst/>
            </a:prstGeom>
          </p:spPr>
        </p:pic>
        <p:cxnSp>
          <p:nvCxnSpPr>
            <p:cNvPr id="64" name="直接连接符 63"/>
            <p:cNvCxnSpPr>
              <a:stCxn id="57" idx="0"/>
              <a:endCxn id="61" idx="2"/>
            </p:cNvCxnSpPr>
            <p:nvPr/>
          </p:nvCxnSpPr>
          <p:spPr bwMode="gray">
            <a:xfrm flipV="1">
              <a:off x="-2318188" y="2749043"/>
              <a:ext cx="814126" cy="409731"/>
            </a:xfrm>
            <a:prstGeom prst="line">
              <a:avLst/>
            </a:prstGeom>
            <a:ln w="19050">
              <a:solidFill>
                <a:srgbClr val="FCC800"/>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8" idx="0"/>
              <a:endCxn id="61" idx="2"/>
            </p:cNvCxnSpPr>
            <p:nvPr/>
          </p:nvCxnSpPr>
          <p:spPr bwMode="gray">
            <a:xfrm flipH="1" flipV="1">
              <a:off x="-1504062" y="2749043"/>
              <a:ext cx="758435" cy="409731"/>
            </a:xfrm>
            <a:prstGeom prst="line">
              <a:avLst/>
            </a:prstGeom>
            <a:ln w="19050">
              <a:solidFill>
                <a:srgbClr val="FCC800"/>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5" idx="0"/>
              <a:endCxn id="61" idx="2"/>
            </p:cNvCxnSpPr>
            <p:nvPr/>
          </p:nvCxnSpPr>
          <p:spPr bwMode="gray">
            <a:xfrm flipV="1">
              <a:off x="-1504062" y="2749043"/>
              <a:ext cx="0" cy="409731"/>
            </a:xfrm>
            <a:prstGeom prst="line">
              <a:avLst/>
            </a:prstGeom>
            <a:ln w="19050">
              <a:solidFill>
                <a:srgbClr val="FCC800"/>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75" name="圆角矩形 258">
            <a:extLst>
              <a:ext uri="{FF2B5EF4-FFF2-40B4-BE49-F238E27FC236}">
                <a16:creationId xmlns:a16="http://schemas.microsoft.com/office/drawing/2014/main" id="{A6C9106E-C3D4-40FF-BE49-801BFC269D50}"/>
              </a:ext>
            </a:extLst>
          </p:cNvPr>
          <p:cNvSpPr/>
          <p:nvPr/>
        </p:nvSpPr>
        <p:spPr bwMode="gray">
          <a:xfrm>
            <a:off x="601260" y="2791288"/>
            <a:ext cx="1057840" cy="332090"/>
          </a:xfrm>
          <a:prstGeom prst="roundRect">
            <a:avLst>
              <a:gd name="adj" fmla="val 50000"/>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200" b="0" i="0" u="none" strike="noStrike" kern="0" cap="none" spc="0" normalizeH="0" baseline="0" noProof="0">
              <a:ln>
                <a:noFill/>
              </a:ln>
              <a:solidFill>
                <a:srgbClr val="0070C0"/>
              </a:solidFill>
              <a:effectLst/>
              <a:uLnTx/>
              <a:uFillTx/>
              <a:latin typeface="Huawei Sans"/>
              <a:ea typeface="方正兰亭黑简体"/>
              <a:cs typeface="Microsoft YaHei" charset="-122"/>
            </a:endParaRPr>
          </a:p>
        </p:txBody>
      </p:sp>
      <p:sp>
        <p:nvSpPr>
          <p:cNvPr id="76" name="文本框 75">
            <a:extLst>
              <a:ext uri="{FF2B5EF4-FFF2-40B4-BE49-F238E27FC236}">
                <a16:creationId xmlns:a16="http://schemas.microsoft.com/office/drawing/2014/main" id="{A93292A5-7674-437D-B40C-0A7CA0494B0A}"/>
              </a:ext>
            </a:extLst>
          </p:cNvPr>
          <p:cNvSpPr txBox="1"/>
          <p:nvPr/>
        </p:nvSpPr>
        <p:spPr bwMode="gray">
          <a:xfrm>
            <a:off x="776928" y="2800078"/>
            <a:ext cx="837942" cy="307777"/>
          </a:xfrm>
          <a:prstGeom prst="rect">
            <a:avLst/>
          </a:prstGeom>
          <a:noFill/>
        </p:spPr>
        <p:txBody>
          <a:bodyPr wrap="square" rtlCol="0">
            <a:spAutoFit/>
          </a:bodyPr>
          <a:lstStyle/>
          <a:p>
            <a:pPr defTabSz="914400"/>
            <a:r>
              <a:rPr lang="en-US" altLang="zh-CN" sz="1400" b="1" dirty="0">
                <a:cs typeface="Microsoft YaHei" charset="-122"/>
              </a:rPr>
              <a:t>CX600</a:t>
            </a:r>
            <a:endParaRPr lang="zh-CN" altLang="en-US" sz="1400" b="1" dirty="0">
              <a:cs typeface="Microsoft YaHei" charset="-122"/>
            </a:endParaRPr>
          </a:p>
        </p:txBody>
      </p:sp>
      <p:sp>
        <p:nvSpPr>
          <p:cNvPr id="77" name="圆角矩形 262">
            <a:extLst>
              <a:ext uri="{FF2B5EF4-FFF2-40B4-BE49-F238E27FC236}">
                <a16:creationId xmlns:a16="http://schemas.microsoft.com/office/drawing/2014/main" id="{927E70FA-61DF-4819-9C7F-77378E2B89CB}"/>
              </a:ext>
            </a:extLst>
          </p:cNvPr>
          <p:cNvSpPr/>
          <p:nvPr/>
        </p:nvSpPr>
        <p:spPr bwMode="gray">
          <a:xfrm>
            <a:off x="1748574" y="2794921"/>
            <a:ext cx="1082880" cy="332090"/>
          </a:xfrm>
          <a:prstGeom prst="roundRect">
            <a:avLst>
              <a:gd name="adj" fmla="val 50000"/>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200" b="0" i="0" u="none" strike="noStrike" kern="0" cap="none" spc="0" normalizeH="0" baseline="0" noProof="0">
              <a:ln>
                <a:noFill/>
              </a:ln>
              <a:solidFill>
                <a:srgbClr val="0070C0"/>
              </a:solidFill>
              <a:effectLst/>
              <a:uLnTx/>
              <a:uFillTx/>
              <a:latin typeface="Huawei Sans"/>
              <a:ea typeface="方正兰亭黑简体"/>
              <a:cs typeface="Microsoft YaHei" charset="-122"/>
            </a:endParaRPr>
          </a:p>
        </p:txBody>
      </p:sp>
      <p:sp>
        <p:nvSpPr>
          <p:cNvPr id="78" name="文本框 77">
            <a:extLst>
              <a:ext uri="{FF2B5EF4-FFF2-40B4-BE49-F238E27FC236}">
                <a16:creationId xmlns:a16="http://schemas.microsoft.com/office/drawing/2014/main" id="{B12625AA-0A0A-49A7-B321-F2D119B53495}"/>
              </a:ext>
            </a:extLst>
          </p:cNvPr>
          <p:cNvSpPr txBox="1"/>
          <p:nvPr/>
        </p:nvSpPr>
        <p:spPr bwMode="gray">
          <a:xfrm>
            <a:off x="1940524" y="2803711"/>
            <a:ext cx="857777" cy="307777"/>
          </a:xfrm>
          <a:prstGeom prst="rect">
            <a:avLst/>
          </a:prstGeom>
          <a:noFill/>
        </p:spPr>
        <p:txBody>
          <a:bodyPr wrap="square" rtlCol="0">
            <a:spAutoFit/>
          </a:bodyPr>
          <a:lstStyle/>
          <a:p>
            <a:pPr defTabSz="914400"/>
            <a:r>
              <a:rPr lang="en-US" altLang="zh-CN" sz="1400" b="1" dirty="0">
                <a:cs typeface="Microsoft YaHei" charset="-122"/>
              </a:rPr>
              <a:t>NE40E</a:t>
            </a:r>
            <a:endParaRPr lang="zh-CN" altLang="en-US" sz="1400" b="1" dirty="0">
              <a:cs typeface="Microsoft YaHei" charset="-122"/>
            </a:endParaRPr>
          </a:p>
        </p:txBody>
      </p:sp>
      <p:sp>
        <p:nvSpPr>
          <p:cNvPr id="79" name="圆角矩形 265">
            <a:extLst>
              <a:ext uri="{FF2B5EF4-FFF2-40B4-BE49-F238E27FC236}">
                <a16:creationId xmlns:a16="http://schemas.microsoft.com/office/drawing/2014/main" id="{0A4DA915-B86C-4B72-9743-BAED678C80C7}"/>
              </a:ext>
            </a:extLst>
          </p:cNvPr>
          <p:cNvSpPr/>
          <p:nvPr/>
        </p:nvSpPr>
        <p:spPr bwMode="gray">
          <a:xfrm>
            <a:off x="2894421" y="2789849"/>
            <a:ext cx="1277931" cy="332090"/>
          </a:xfrm>
          <a:prstGeom prst="roundRect">
            <a:avLst>
              <a:gd name="adj" fmla="val 50000"/>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050" b="0" i="0" u="none" strike="noStrike" kern="0" cap="none" spc="0" normalizeH="0" baseline="0" noProof="0">
              <a:ln>
                <a:noFill/>
              </a:ln>
              <a:solidFill>
                <a:srgbClr val="EC7061"/>
              </a:solidFill>
              <a:effectLst/>
              <a:uLnTx/>
              <a:uFillTx/>
              <a:latin typeface="Huawei Sans"/>
              <a:ea typeface="方正兰亭黑简体"/>
              <a:cs typeface="Microsoft YaHei" charset="-122"/>
            </a:endParaRPr>
          </a:p>
        </p:txBody>
      </p:sp>
      <p:sp>
        <p:nvSpPr>
          <p:cNvPr id="80" name="文本框 79">
            <a:extLst>
              <a:ext uri="{FF2B5EF4-FFF2-40B4-BE49-F238E27FC236}">
                <a16:creationId xmlns:a16="http://schemas.microsoft.com/office/drawing/2014/main" id="{8C2D73FD-FAF1-427B-AE16-64A861469774}"/>
              </a:ext>
            </a:extLst>
          </p:cNvPr>
          <p:cNvSpPr txBox="1"/>
          <p:nvPr/>
        </p:nvSpPr>
        <p:spPr bwMode="gray">
          <a:xfrm>
            <a:off x="3045597" y="2798639"/>
            <a:ext cx="1344110" cy="307777"/>
          </a:xfrm>
          <a:prstGeom prst="rect">
            <a:avLst/>
          </a:prstGeom>
          <a:noFill/>
        </p:spPr>
        <p:txBody>
          <a:bodyPr wrap="square" rtlCol="0">
            <a:spAutoFit/>
          </a:bodyPr>
          <a:lstStyle/>
          <a:p>
            <a:pPr defTabSz="914400"/>
            <a:r>
              <a:rPr lang="zh-CN" altLang="en-US" sz="1400" b="1" dirty="0">
                <a:cs typeface="Microsoft YaHei" charset="-122"/>
              </a:rPr>
              <a:t>三方设备</a:t>
            </a:r>
          </a:p>
        </p:txBody>
      </p:sp>
      <p:sp>
        <p:nvSpPr>
          <p:cNvPr id="81" name="AutoShape 149">
            <a:extLst>
              <a:ext uri="{FF2B5EF4-FFF2-40B4-BE49-F238E27FC236}">
                <a16:creationId xmlns:a16="http://schemas.microsoft.com/office/drawing/2014/main" id="{E7B00B83-FEB7-4F64-9674-48AFA4ABF6D3}"/>
              </a:ext>
            </a:extLst>
          </p:cNvPr>
          <p:cNvSpPr>
            <a:spLocks noChangeAspect="1" noChangeArrowheads="1" noTextEdit="1"/>
          </p:cNvSpPr>
          <p:nvPr/>
        </p:nvSpPr>
        <p:spPr bwMode="gray">
          <a:xfrm>
            <a:off x="3817217" y="2859494"/>
            <a:ext cx="244041" cy="215603"/>
          </a:xfrm>
          <a:prstGeom prst="rect">
            <a:avLst/>
          </a:prstGeom>
          <a:noFill/>
          <a:ln w="9525">
            <a:noFill/>
            <a:miter lim="800000"/>
            <a:headEnd/>
            <a:tailEnd/>
          </a:ln>
        </p:spPr>
        <p:txBody>
          <a:bodyPr vert="horz" wrap="square" lIns="91428" tIns="45714" rIns="91428" bIns="45714" numCol="1" anchor="t" anchorCtr="0" compatLnSpc="1">
            <a:prstTxWarp prst="textNoShape">
              <a:avLst/>
            </a:prstTxWarp>
          </a:bodyPr>
          <a:lstStyle/>
          <a:p>
            <a:pPr defTabSz="914400"/>
            <a:endParaRPr lang="zh-CN" altLang="en-US" sz="1050">
              <a:solidFill>
                <a:srgbClr val="0070C0"/>
              </a:solidFill>
              <a:cs typeface="Arial" pitchFamily="34" charset="0"/>
            </a:endParaRPr>
          </a:p>
        </p:txBody>
      </p:sp>
    </p:spTree>
    <p:extLst>
      <p:ext uri="{BB962C8B-B14F-4D97-AF65-F5344CB8AC3E}">
        <p14:creationId xmlns:p14="http://schemas.microsoft.com/office/powerpoint/2010/main" val="1362596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251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7479C9-CA2E-4604-A570-66C2B734C3C4}"/>
              </a:ext>
            </a:extLst>
          </p:cNvPr>
          <p:cNvSpPr>
            <a:spLocks noGrp="1"/>
          </p:cNvSpPr>
          <p:nvPr>
            <p:ph type="title"/>
          </p:nvPr>
        </p:nvSpPr>
        <p:spPr bwMode="gray"/>
        <p:txBody>
          <a:bodyPr/>
          <a:lstStyle/>
          <a:p>
            <a:r>
              <a:rPr lang="zh-CN" altLang="en-US"/>
              <a:t>华为</a:t>
            </a:r>
            <a:r>
              <a:rPr lang="en-US" altLang="zh-CN"/>
              <a:t>NCE</a:t>
            </a:r>
            <a:r>
              <a:rPr lang="zh-CN" altLang="en-US"/>
              <a:t>业务开放可编程实践</a:t>
            </a:r>
          </a:p>
        </p:txBody>
      </p:sp>
      <p:sp>
        <p:nvSpPr>
          <p:cNvPr id="3" name="矩形 2">
            <a:extLst>
              <a:ext uri="{FF2B5EF4-FFF2-40B4-BE49-F238E27FC236}">
                <a16:creationId xmlns:a16="http://schemas.microsoft.com/office/drawing/2014/main" id="{ED83DBF4-6AEF-4BB8-8261-3FD36AB9BE86}"/>
              </a:ext>
            </a:extLst>
          </p:cNvPr>
          <p:cNvSpPr/>
          <p:nvPr/>
        </p:nvSpPr>
        <p:spPr bwMode="gray">
          <a:xfrm>
            <a:off x="420365" y="1393153"/>
            <a:ext cx="5235012" cy="216982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dirty="0" err="1">
                <a:solidFill>
                  <a:prstClr val="black"/>
                </a:solidFill>
              </a:rPr>
              <a:t>iMaster</a:t>
            </a:r>
            <a:r>
              <a:rPr lang="en-US" altLang="zh-CN" dirty="0">
                <a:solidFill>
                  <a:prstClr val="black"/>
                </a:solidFill>
              </a:rPr>
              <a:t> NCE</a:t>
            </a:r>
            <a:r>
              <a:rPr lang="zh-CN" altLang="en-US" dirty="0">
                <a:solidFill>
                  <a:prstClr val="black"/>
                </a:solidFill>
              </a:rPr>
              <a:t>（简称</a:t>
            </a:r>
            <a:r>
              <a:rPr lang="en-US" altLang="zh-CN" dirty="0">
                <a:solidFill>
                  <a:prstClr val="black"/>
                </a:solidFill>
              </a:rPr>
              <a:t>NCE</a:t>
            </a:r>
            <a:r>
              <a:rPr lang="zh-CN" altLang="en-US" dirty="0">
                <a:solidFill>
                  <a:prstClr val="black"/>
                </a:solidFill>
              </a:rPr>
              <a:t>）是华为公司创新的网络云化引擎。在</a:t>
            </a:r>
            <a:r>
              <a:rPr lang="en-US" altLang="zh-CN" dirty="0">
                <a:solidFill>
                  <a:prstClr val="black"/>
                </a:solidFill>
              </a:rPr>
              <a:t>NCE</a:t>
            </a:r>
            <a:r>
              <a:rPr lang="zh-CN" altLang="zh-CN" dirty="0">
                <a:solidFill>
                  <a:prstClr val="black"/>
                </a:solidFill>
              </a:rPr>
              <a:t>的整体</a:t>
            </a:r>
            <a:r>
              <a:rPr lang="zh-CN" altLang="en-US" dirty="0">
                <a:solidFill>
                  <a:prstClr val="black"/>
                </a:solidFill>
              </a:rPr>
              <a:t>开放编程</a:t>
            </a:r>
            <a:r>
              <a:rPr lang="zh-CN" altLang="zh-CN" dirty="0">
                <a:solidFill>
                  <a:prstClr val="black"/>
                </a:solidFill>
              </a:rPr>
              <a:t>能力中，包括了自动化、分析和意图三大块</a:t>
            </a:r>
            <a:r>
              <a:rPr lang="zh-CN" altLang="en-US" dirty="0">
                <a:solidFill>
                  <a:prstClr val="black"/>
                </a:solidFill>
              </a:rPr>
              <a:t>，</a:t>
            </a:r>
            <a:r>
              <a:rPr lang="zh-CN" altLang="zh-CN" dirty="0">
                <a:solidFill>
                  <a:prstClr val="black"/>
                </a:solidFill>
              </a:rPr>
              <a:t>其目标是打造全生命周期的</a:t>
            </a:r>
            <a:r>
              <a:rPr lang="zh-CN" altLang="en-US" dirty="0">
                <a:solidFill>
                  <a:prstClr val="black"/>
                </a:solidFill>
              </a:rPr>
              <a:t>开放可编程</a:t>
            </a:r>
            <a:r>
              <a:rPr lang="zh-CN" altLang="zh-CN" dirty="0">
                <a:solidFill>
                  <a:prstClr val="black"/>
                </a:solidFill>
              </a:rPr>
              <a:t>架构，匹配客户</a:t>
            </a:r>
            <a:r>
              <a:rPr lang="zh-CN" altLang="en-US" dirty="0">
                <a:solidFill>
                  <a:prstClr val="black"/>
                </a:solidFill>
              </a:rPr>
              <a:t>开放可编程</a:t>
            </a:r>
            <a:r>
              <a:rPr lang="zh-CN" altLang="zh-CN" dirty="0">
                <a:solidFill>
                  <a:prstClr val="black"/>
                </a:solidFill>
              </a:rPr>
              <a:t>诉求。</a:t>
            </a:r>
            <a:endParaRPr lang="en-US" altLang="zh-CN" dirty="0">
              <a:solidFill>
                <a:prstClr val="black"/>
              </a:solidFill>
            </a:endParaRPr>
          </a:p>
        </p:txBody>
      </p:sp>
      <p:sp>
        <p:nvSpPr>
          <p:cNvPr id="38" name="文本框 37">
            <a:extLst>
              <a:ext uri="{FF2B5EF4-FFF2-40B4-BE49-F238E27FC236}">
                <a16:creationId xmlns:a16="http://schemas.microsoft.com/office/drawing/2014/main" id="{834CE791-C300-4E7C-8927-D50FEA904F30}"/>
              </a:ext>
            </a:extLst>
          </p:cNvPr>
          <p:cNvSpPr txBox="1"/>
          <p:nvPr/>
        </p:nvSpPr>
        <p:spPr bwMode="gray">
          <a:xfrm>
            <a:off x="459228" y="3795345"/>
            <a:ext cx="5228613" cy="161582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b="1" dirty="0"/>
              <a:t>NCE</a:t>
            </a:r>
            <a:r>
              <a:rPr lang="zh-CN" altLang="en-US" b="1" dirty="0"/>
              <a:t>业务开放可编程</a:t>
            </a:r>
            <a:r>
              <a:rPr lang="zh-CN" altLang="zh-CN" dirty="0"/>
              <a:t>属于</a:t>
            </a:r>
            <a:r>
              <a:rPr lang="zh-CN" altLang="zh-CN" b="1" dirty="0"/>
              <a:t>自动化引擎</a:t>
            </a:r>
            <a:r>
              <a:rPr lang="zh-CN" altLang="zh-CN" dirty="0"/>
              <a:t>的一部分</a:t>
            </a:r>
            <a:r>
              <a:rPr lang="zh-CN" altLang="en-US" dirty="0"/>
              <a:t>，</a:t>
            </a:r>
            <a:r>
              <a:rPr lang="zh-CN" altLang="zh-CN" dirty="0"/>
              <a:t>它在</a:t>
            </a:r>
            <a:r>
              <a:rPr lang="en-US" altLang="zh-CN" dirty="0"/>
              <a:t>NCE</a:t>
            </a:r>
            <a:r>
              <a:rPr lang="zh-CN" altLang="zh-CN" dirty="0"/>
              <a:t>的整个</a:t>
            </a:r>
            <a:r>
              <a:rPr lang="zh-CN" altLang="en-US" dirty="0"/>
              <a:t>开放编程</a:t>
            </a:r>
            <a:r>
              <a:rPr lang="zh-CN" altLang="zh-CN" dirty="0"/>
              <a:t>体系中是形成闭环的关键一环。</a:t>
            </a:r>
            <a:endParaRPr lang="en-US" altLang="zh-CN" dirty="0"/>
          </a:p>
          <a:p>
            <a:pPr marL="285750" indent="-285750">
              <a:buFont typeface="Arial" panose="020B0604020202020204" pitchFamily="34" charset="0"/>
              <a:buChar char="•"/>
            </a:pPr>
            <a:endParaRPr lang="zh-CN" altLang="en-US" dirty="0"/>
          </a:p>
        </p:txBody>
      </p:sp>
      <p:sp>
        <p:nvSpPr>
          <p:cNvPr id="45" name="圆角矩形 44">
            <a:extLst>
              <a:ext uri="{FF2B5EF4-FFF2-40B4-BE49-F238E27FC236}">
                <a16:creationId xmlns:a16="http://schemas.microsoft.com/office/drawing/2014/main" id="{C2584CA0-DF2B-4FF6-9C42-8F321E195B3A}"/>
              </a:ext>
            </a:extLst>
          </p:cNvPr>
          <p:cNvSpPr/>
          <p:nvPr/>
        </p:nvSpPr>
        <p:spPr bwMode="gray">
          <a:xfrm>
            <a:off x="5894371" y="2141023"/>
            <a:ext cx="5547745" cy="3821867"/>
          </a:xfrm>
          <a:prstGeom prst="roundRect">
            <a:avLst>
              <a:gd name="adj" fmla="val 6196"/>
            </a:avLst>
          </a:prstGeom>
          <a:noFill/>
          <a:ln w="19050" cap="flat" cmpd="sng" algn="ctr">
            <a:solidFill>
              <a:srgbClr val="30B5C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endParaRPr>
          </a:p>
        </p:txBody>
      </p:sp>
      <p:sp>
        <p:nvSpPr>
          <p:cNvPr id="46" name="圆角矩形 45">
            <a:extLst>
              <a:ext uri="{FF2B5EF4-FFF2-40B4-BE49-F238E27FC236}">
                <a16:creationId xmlns:a16="http://schemas.microsoft.com/office/drawing/2014/main" id="{7D667B2B-27CE-4E59-944A-F668130034D6}"/>
              </a:ext>
            </a:extLst>
          </p:cNvPr>
          <p:cNvSpPr/>
          <p:nvPr/>
        </p:nvSpPr>
        <p:spPr bwMode="gray">
          <a:xfrm>
            <a:off x="5894371" y="1403989"/>
            <a:ext cx="5547745" cy="611594"/>
          </a:xfrm>
          <a:prstGeom prst="roundRect">
            <a:avLst/>
          </a:prstGeom>
          <a:solidFill>
            <a:srgbClr val="30B5C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solidFill>
                <a:effectLst/>
                <a:uLnTx/>
                <a:uFillTx/>
              </a:rPr>
              <a:t>NCE</a:t>
            </a:r>
            <a:r>
              <a:rPr kumimoji="0" lang="zh-CN" altLang="en-US" sz="1800" b="1" i="0" u="none" strike="noStrike" kern="0" cap="none" spc="0" normalizeH="0" baseline="0" noProof="0" dirty="0">
                <a:ln>
                  <a:noFill/>
                </a:ln>
                <a:solidFill>
                  <a:prstClr val="white"/>
                </a:solidFill>
                <a:effectLst/>
                <a:uLnTx/>
                <a:uFillTx/>
              </a:rPr>
              <a:t>的整体开放编程能力（</a:t>
            </a:r>
            <a:r>
              <a:rPr kumimoji="0" lang="en-US" altLang="zh-CN" sz="1800" b="1" i="0" u="none" strike="noStrike" kern="0" cap="none" spc="0" normalizeH="0" baseline="0" noProof="0" dirty="0">
                <a:ln>
                  <a:noFill/>
                </a:ln>
                <a:solidFill>
                  <a:prstClr val="white"/>
                </a:solidFill>
                <a:effectLst/>
                <a:uLnTx/>
                <a:uFillTx/>
              </a:rPr>
              <a:t>Open API</a:t>
            </a:r>
            <a:r>
              <a:rPr kumimoji="0" lang="zh-CN" altLang="en-US" sz="1800" b="1" i="0" u="none" strike="noStrike" kern="0" cap="none" spc="0" normalizeH="0" baseline="0" noProof="0" dirty="0">
                <a:ln>
                  <a:noFill/>
                </a:ln>
                <a:solidFill>
                  <a:prstClr val="white"/>
                </a:solidFill>
                <a:effectLst/>
                <a:uLnTx/>
                <a:uFillTx/>
              </a:rPr>
              <a:t>）</a:t>
            </a:r>
          </a:p>
        </p:txBody>
      </p:sp>
      <p:sp>
        <p:nvSpPr>
          <p:cNvPr id="47" name="圆角矩形 6">
            <a:extLst>
              <a:ext uri="{FF2B5EF4-FFF2-40B4-BE49-F238E27FC236}">
                <a16:creationId xmlns:a16="http://schemas.microsoft.com/office/drawing/2014/main" id="{1C57F765-CCCF-4658-981F-0C28D0A8407C}"/>
              </a:ext>
            </a:extLst>
          </p:cNvPr>
          <p:cNvSpPr/>
          <p:nvPr/>
        </p:nvSpPr>
        <p:spPr bwMode="gray">
          <a:xfrm>
            <a:off x="7859018" y="2231528"/>
            <a:ext cx="1984534" cy="1271501"/>
          </a:xfrm>
          <a:prstGeom prst="roundRect">
            <a:avLst>
              <a:gd name="adj" fmla="val 6546"/>
            </a:avLst>
          </a:prstGeom>
          <a:solidFill>
            <a:srgbClr val="8BC9A0">
              <a:lumMod val="40000"/>
              <a:lumOff val="60000"/>
            </a:srgbClr>
          </a:solidFill>
          <a:ln w="19050" cap="flat" cmpd="sng" algn="ctr">
            <a:solidFill>
              <a:srgbClr val="8BC9A0">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prstClr val="white"/>
              </a:solidFill>
              <a:effectLst/>
              <a:uLnTx/>
              <a:uFillTx/>
            </a:endParaRPr>
          </a:p>
        </p:txBody>
      </p:sp>
      <p:sp>
        <p:nvSpPr>
          <p:cNvPr id="48" name="文本框 47">
            <a:extLst>
              <a:ext uri="{FF2B5EF4-FFF2-40B4-BE49-F238E27FC236}">
                <a16:creationId xmlns:a16="http://schemas.microsoft.com/office/drawing/2014/main" id="{49A8EC7A-C4B6-4D12-A5F7-271B485B83E8}"/>
              </a:ext>
            </a:extLst>
          </p:cNvPr>
          <p:cNvSpPr txBox="1"/>
          <p:nvPr/>
        </p:nvSpPr>
        <p:spPr bwMode="gray">
          <a:xfrm>
            <a:off x="8465489" y="2205420"/>
            <a:ext cx="88678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effectLst/>
                <a:uLnTx/>
                <a:uFillTx/>
              </a:rPr>
              <a:t>Intent</a:t>
            </a:r>
            <a:endParaRPr kumimoji="0" lang="zh-CN" altLang="en-US" sz="1800" b="1" i="0" u="none" strike="noStrike" kern="0" cap="none" spc="0" normalizeH="0" baseline="0" noProof="0" dirty="0">
              <a:ln>
                <a:noFill/>
              </a:ln>
              <a:effectLst/>
              <a:uLnTx/>
              <a:uFillTx/>
            </a:endParaRPr>
          </a:p>
        </p:txBody>
      </p:sp>
      <p:sp>
        <p:nvSpPr>
          <p:cNvPr id="49" name="圆角矩形 8">
            <a:extLst>
              <a:ext uri="{FF2B5EF4-FFF2-40B4-BE49-F238E27FC236}">
                <a16:creationId xmlns:a16="http://schemas.microsoft.com/office/drawing/2014/main" id="{622E19EE-B132-4292-BC52-2C81688B4BC5}"/>
              </a:ext>
            </a:extLst>
          </p:cNvPr>
          <p:cNvSpPr/>
          <p:nvPr/>
        </p:nvSpPr>
        <p:spPr bwMode="gray">
          <a:xfrm>
            <a:off x="6213797" y="3787480"/>
            <a:ext cx="1855298" cy="1121447"/>
          </a:xfrm>
          <a:prstGeom prst="roundRect">
            <a:avLst>
              <a:gd name="adj" fmla="val 6546"/>
            </a:avLst>
          </a:prstGeom>
          <a:solidFill>
            <a:srgbClr val="EC7061">
              <a:lumMod val="20000"/>
              <a:lumOff val="80000"/>
            </a:srgbClr>
          </a:solidFill>
          <a:ln w="19050" cap="flat" cmpd="sng" algn="ctr">
            <a:solidFill>
              <a:srgbClr val="EC7061">
                <a:lumMod val="40000"/>
                <a:lumOff val="6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prstClr val="white"/>
              </a:solidFill>
              <a:effectLst/>
              <a:uLnTx/>
              <a:uFillTx/>
            </a:endParaRPr>
          </a:p>
        </p:txBody>
      </p:sp>
      <p:sp>
        <p:nvSpPr>
          <p:cNvPr id="50" name="文本框 49">
            <a:extLst>
              <a:ext uri="{FF2B5EF4-FFF2-40B4-BE49-F238E27FC236}">
                <a16:creationId xmlns:a16="http://schemas.microsoft.com/office/drawing/2014/main" id="{B92C43A7-AC69-4681-A7A6-1F18C2836AC7}"/>
              </a:ext>
            </a:extLst>
          </p:cNvPr>
          <p:cNvSpPr txBox="1"/>
          <p:nvPr/>
        </p:nvSpPr>
        <p:spPr bwMode="gray">
          <a:xfrm>
            <a:off x="6412315" y="3779786"/>
            <a:ext cx="153599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effectLst/>
                <a:uLnTx/>
                <a:uFillTx/>
              </a:rPr>
              <a:t>Automation</a:t>
            </a:r>
            <a:endParaRPr kumimoji="0" lang="zh-CN" altLang="en-US" sz="1800" b="1" i="0" u="none" strike="noStrike" kern="0" cap="none" spc="0" normalizeH="0" baseline="0" noProof="0" dirty="0">
              <a:ln>
                <a:noFill/>
              </a:ln>
              <a:effectLst/>
              <a:uLnTx/>
              <a:uFillTx/>
            </a:endParaRPr>
          </a:p>
        </p:txBody>
      </p:sp>
      <p:sp>
        <p:nvSpPr>
          <p:cNvPr id="51" name="圆角矩形 10">
            <a:extLst>
              <a:ext uri="{FF2B5EF4-FFF2-40B4-BE49-F238E27FC236}">
                <a16:creationId xmlns:a16="http://schemas.microsoft.com/office/drawing/2014/main" id="{6D04636F-7149-463D-AB1E-7B806679ED90}"/>
              </a:ext>
            </a:extLst>
          </p:cNvPr>
          <p:cNvSpPr/>
          <p:nvPr/>
        </p:nvSpPr>
        <p:spPr bwMode="gray">
          <a:xfrm>
            <a:off x="9320963" y="3763724"/>
            <a:ext cx="1984534" cy="1121447"/>
          </a:xfrm>
          <a:prstGeom prst="roundRect">
            <a:avLst>
              <a:gd name="adj" fmla="val 6546"/>
            </a:avLst>
          </a:prstGeom>
          <a:solidFill>
            <a:srgbClr val="FFD17D">
              <a:lumMod val="20000"/>
              <a:lumOff val="80000"/>
            </a:srgbClr>
          </a:solidFill>
          <a:ln w="19050" cap="flat" cmpd="sng" algn="ctr">
            <a:solidFill>
              <a:srgbClr val="FFD17D">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prstClr val="white"/>
              </a:solidFill>
              <a:effectLst/>
              <a:uLnTx/>
              <a:uFillTx/>
            </a:endParaRPr>
          </a:p>
        </p:txBody>
      </p:sp>
      <p:sp>
        <p:nvSpPr>
          <p:cNvPr id="52" name="文本框 51">
            <a:extLst>
              <a:ext uri="{FF2B5EF4-FFF2-40B4-BE49-F238E27FC236}">
                <a16:creationId xmlns:a16="http://schemas.microsoft.com/office/drawing/2014/main" id="{AF95664D-DDA5-49E0-84A9-E81AA933C64A}"/>
              </a:ext>
            </a:extLst>
          </p:cNvPr>
          <p:cNvSpPr txBox="1"/>
          <p:nvPr/>
        </p:nvSpPr>
        <p:spPr bwMode="gray">
          <a:xfrm>
            <a:off x="9725127" y="3744155"/>
            <a:ext cx="1192955"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effectLst/>
                <a:uLnTx/>
                <a:uFillTx/>
              </a:rPr>
              <a:t>Analytics</a:t>
            </a:r>
            <a:endParaRPr kumimoji="0" lang="zh-CN" altLang="en-US" sz="1800" b="1" i="0" u="none" strike="noStrike" kern="0" cap="none" spc="0" normalizeH="0" baseline="0" noProof="0" dirty="0">
              <a:ln>
                <a:noFill/>
              </a:ln>
              <a:effectLst/>
              <a:uLnTx/>
              <a:uFillTx/>
            </a:endParaRPr>
          </a:p>
        </p:txBody>
      </p:sp>
      <p:sp>
        <p:nvSpPr>
          <p:cNvPr id="53" name="文本框 52">
            <a:extLst>
              <a:ext uri="{FF2B5EF4-FFF2-40B4-BE49-F238E27FC236}">
                <a16:creationId xmlns:a16="http://schemas.microsoft.com/office/drawing/2014/main" id="{305C0942-55EF-49EA-B299-F563F9171306}"/>
              </a:ext>
            </a:extLst>
          </p:cNvPr>
          <p:cNvSpPr txBox="1"/>
          <p:nvPr/>
        </p:nvSpPr>
        <p:spPr bwMode="gray">
          <a:xfrm>
            <a:off x="8407753" y="3153896"/>
            <a:ext cx="902811"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意图引擎</a:t>
            </a:r>
          </a:p>
        </p:txBody>
      </p:sp>
      <p:sp>
        <p:nvSpPr>
          <p:cNvPr id="54" name="文本框 53">
            <a:extLst>
              <a:ext uri="{FF2B5EF4-FFF2-40B4-BE49-F238E27FC236}">
                <a16:creationId xmlns:a16="http://schemas.microsoft.com/office/drawing/2014/main" id="{A97CE8A1-42FC-4B72-94D1-1476CF686121}"/>
              </a:ext>
            </a:extLst>
          </p:cNvPr>
          <p:cNvSpPr txBox="1"/>
          <p:nvPr/>
        </p:nvSpPr>
        <p:spPr bwMode="gray">
          <a:xfrm>
            <a:off x="6612070" y="4560265"/>
            <a:ext cx="1082348"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自动化引擎</a:t>
            </a:r>
          </a:p>
        </p:txBody>
      </p:sp>
      <p:sp>
        <p:nvSpPr>
          <p:cNvPr id="55" name="文本框 54">
            <a:extLst>
              <a:ext uri="{FF2B5EF4-FFF2-40B4-BE49-F238E27FC236}">
                <a16:creationId xmlns:a16="http://schemas.microsoft.com/office/drawing/2014/main" id="{40B84330-E45F-40AF-AFAA-ABF04271736B}"/>
              </a:ext>
            </a:extLst>
          </p:cNvPr>
          <p:cNvSpPr txBox="1"/>
          <p:nvPr/>
        </p:nvSpPr>
        <p:spPr bwMode="gray">
          <a:xfrm>
            <a:off x="9890565" y="4562725"/>
            <a:ext cx="902811"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分析引擎</a:t>
            </a:r>
          </a:p>
        </p:txBody>
      </p:sp>
      <p:grpSp>
        <p:nvGrpSpPr>
          <p:cNvPr id="56" name="组合 55">
            <a:extLst>
              <a:ext uri="{FF2B5EF4-FFF2-40B4-BE49-F238E27FC236}">
                <a16:creationId xmlns:a16="http://schemas.microsoft.com/office/drawing/2014/main" id="{7D566B43-5694-4365-A277-3548D849F93C}"/>
              </a:ext>
            </a:extLst>
          </p:cNvPr>
          <p:cNvGrpSpPr/>
          <p:nvPr/>
        </p:nvGrpSpPr>
        <p:grpSpPr bwMode="gray">
          <a:xfrm>
            <a:off x="7911949" y="2564464"/>
            <a:ext cx="492443" cy="276999"/>
            <a:chOff x="5960910" y="3250231"/>
            <a:chExt cx="417246" cy="276044"/>
          </a:xfrm>
        </p:grpSpPr>
        <p:sp>
          <p:nvSpPr>
            <p:cNvPr id="57" name="矩形 56">
              <a:extLst>
                <a:ext uri="{FF2B5EF4-FFF2-40B4-BE49-F238E27FC236}">
                  <a16:creationId xmlns:a16="http://schemas.microsoft.com/office/drawing/2014/main" id="{D3EA9089-1AAB-4F0A-AEE6-EAAA5A63E645}"/>
                </a:ext>
              </a:extLst>
            </p:cNvPr>
            <p:cNvSpPr/>
            <p:nvPr/>
          </p:nvSpPr>
          <p:spPr bwMode="gray">
            <a:xfrm>
              <a:off x="6014481" y="3267816"/>
              <a:ext cx="325469" cy="209348"/>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C00000"/>
                </a:solidFill>
                <a:effectLst/>
                <a:uLnTx/>
                <a:uFillTx/>
              </a:endParaRPr>
            </a:p>
          </p:txBody>
        </p:sp>
        <p:sp>
          <p:nvSpPr>
            <p:cNvPr id="58" name="文本框 57">
              <a:extLst>
                <a:ext uri="{FF2B5EF4-FFF2-40B4-BE49-F238E27FC236}">
                  <a16:creationId xmlns:a16="http://schemas.microsoft.com/office/drawing/2014/main" id="{3636BBA2-85D4-43B6-9D57-F0A65C3E911B}"/>
                </a:ext>
              </a:extLst>
            </p:cNvPr>
            <p:cNvSpPr txBox="1"/>
            <p:nvPr/>
          </p:nvSpPr>
          <p:spPr bwMode="gray">
            <a:xfrm>
              <a:off x="5960910" y="3250231"/>
              <a:ext cx="417246" cy="27604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设计</a:t>
              </a:r>
            </a:p>
          </p:txBody>
        </p:sp>
      </p:grpSp>
      <p:grpSp>
        <p:nvGrpSpPr>
          <p:cNvPr id="59" name="组合 58">
            <a:extLst>
              <a:ext uri="{FF2B5EF4-FFF2-40B4-BE49-F238E27FC236}">
                <a16:creationId xmlns:a16="http://schemas.microsoft.com/office/drawing/2014/main" id="{86ED6DD9-16CE-445D-9455-89751CE86547}"/>
              </a:ext>
            </a:extLst>
          </p:cNvPr>
          <p:cNvGrpSpPr/>
          <p:nvPr/>
        </p:nvGrpSpPr>
        <p:grpSpPr bwMode="gray">
          <a:xfrm>
            <a:off x="8853885" y="2564466"/>
            <a:ext cx="523807" cy="276999"/>
            <a:chOff x="6014481" y="3250231"/>
            <a:chExt cx="394262" cy="276999"/>
          </a:xfrm>
        </p:grpSpPr>
        <p:sp>
          <p:nvSpPr>
            <p:cNvPr id="60" name="矩形 59">
              <a:extLst>
                <a:ext uri="{FF2B5EF4-FFF2-40B4-BE49-F238E27FC236}">
                  <a16:creationId xmlns:a16="http://schemas.microsoft.com/office/drawing/2014/main" id="{54C61EAF-C3C1-4CA3-B397-F51E90A8152F}"/>
                </a:ext>
              </a:extLst>
            </p:cNvPr>
            <p:cNvSpPr/>
            <p:nvPr/>
          </p:nvSpPr>
          <p:spPr bwMode="gray">
            <a:xfrm>
              <a:off x="6014481" y="3267816"/>
              <a:ext cx="325469" cy="209348"/>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C00000"/>
                </a:solidFill>
                <a:effectLst/>
                <a:uLnTx/>
                <a:uFillTx/>
              </a:endParaRPr>
            </a:p>
          </p:txBody>
        </p:sp>
        <p:sp>
          <p:nvSpPr>
            <p:cNvPr id="61" name="文本框 60">
              <a:extLst>
                <a:ext uri="{FF2B5EF4-FFF2-40B4-BE49-F238E27FC236}">
                  <a16:creationId xmlns:a16="http://schemas.microsoft.com/office/drawing/2014/main" id="{52D9FC59-8B91-49FC-A075-0A3F1D191D96}"/>
                </a:ext>
              </a:extLst>
            </p:cNvPr>
            <p:cNvSpPr txBox="1"/>
            <p:nvPr/>
          </p:nvSpPr>
          <p:spPr bwMode="gray">
            <a:xfrm>
              <a:off x="6014538" y="3250231"/>
              <a:ext cx="394205"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转换</a:t>
              </a:r>
            </a:p>
          </p:txBody>
        </p:sp>
      </p:grpSp>
      <p:sp>
        <p:nvSpPr>
          <p:cNvPr id="62" name="矩形 61">
            <a:extLst>
              <a:ext uri="{FF2B5EF4-FFF2-40B4-BE49-F238E27FC236}">
                <a16:creationId xmlns:a16="http://schemas.microsoft.com/office/drawing/2014/main" id="{0D69A40D-BA50-40FA-BF5A-8495D84D940C}"/>
              </a:ext>
            </a:extLst>
          </p:cNvPr>
          <p:cNvSpPr/>
          <p:nvPr/>
        </p:nvSpPr>
        <p:spPr bwMode="gray">
          <a:xfrm>
            <a:off x="8630192" y="2861297"/>
            <a:ext cx="545632" cy="242235"/>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srgbClr val="C00000"/>
              </a:solidFill>
              <a:effectLst/>
              <a:uLnTx/>
              <a:uFillTx/>
            </a:endParaRPr>
          </a:p>
        </p:txBody>
      </p:sp>
      <p:sp>
        <p:nvSpPr>
          <p:cNvPr id="63" name="文本框 62">
            <a:extLst>
              <a:ext uri="{FF2B5EF4-FFF2-40B4-BE49-F238E27FC236}">
                <a16:creationId xmlns:a16="http://schemas.microsoft.com/office/drawing/2014/main" id="{D1CA169C-C67D-434C-9659-5DFA27CAF66F}"/>
              </a:ext>
            </a:extLst>
          </p:cNvPr>
          <p:cNvSpPr txBox="1"/>
          <p:nvPr/>
        </p:nvSpPr>
        <p:spPr bwMode="gray">
          <a:xfrm>
            <a:off x="8692764" y="2836819"/>
            <a:ext cx="492443"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验证</a:t>
            </a:r>
          </a:p>
        </p:txBody>
      </p:sp>
      <p:cxnSp>
        <p:nvCxnSpPr>
          <p:cNvPr id="64" name="直接箭头连接符 63">
            <a:extLst>
              <a:ext uri="{FF2B5EF4-FFF2-40B4-BE49-F238E27FC236}">
                <a16:creationId xmlns:a16="http://schemas.microsoft.com/office/drawing/2014/main" id="{C6341279-3647-48FD-B233-8EF5D980BD02}"/>
              </a:ext>
            </a:extLst>
          </p:cNvPr>
          <p:cNvCxnSpPr>
            <a:stCxn id="58" idx="3"/>
            <a:endCxn id="61" idx="1"/>
          </p:cNvCxnSpPr>
          <p:nvPr/>
        </p:nvCxnSpPr>
        <p:spPr bwMode="gray">
          <a:xfrm>
            <a:off x="8404392" y="2702964"/>
            <a:ext cx="449573" cy="2"/>
          </a:xfrm>
          <a:prstGeom prst="straightConnector1">
            <a:avLst/>
          </a:prstGeom>
          <a:noFill/>
          <a:ln w="19050" cap="flat" cmpd="sng" algn="ctr">
            <a:solidFill>
              <a:sysClr val="window" lastClr="FFFFFF">
                <a:lumMod val="50000"/>
              </a:sysClr>
            </a:solidFill>
            <a:prstDash val="solid"/>
            <a:miter lim="800000"/>
            <a:tailEnd type="triangle"/>
          </a:ln>
          <a:effectLst/>
        </p:spPr>
      </p:cxnSp>
      <p:cxnSp>
        <p:nvCxnSpPr>
          <p:cNvPr id="65" name="肘形连接符 25">
            <a:extLst>
              <a:ext uri="{FF2B5EF4-FFF2-40B4-BE49-F238E27FC236}">
                <a16:creationId xmlns:a16="http://schemas.microsoft.com/office/drawing/2014/main" id="{1FAE2427-DC93-488B-B2EA-782E8FDE6485}"/>
              </a:ext>
            </a:extLst>
          </p:cNvPr>
          <p:cNvCxnSpPr/>
          <p:nvPr/>
        </p:nvCxnSpPr>
        <p:spPr bwMode="gray">
          <a:xfrm flipH="1">
            <a:off x="9235198" y="2702966"/>
            <a:ext cx="189890" cy="326639"/>
          </a:xfrm>
          <a:prstGeom prst="bentConnector3">
            <a:avLst>
              <a:gd name="adj1" fmla="val -120385"/>
            </a:avLst>
          </a:prstGeom>
          <a:noFill/>
          <a:ln w="19050" cap="flat" cmpd="sng" algn="ctr">
            <a:solidFill>
              <a:sysClr val="window" lastClr="FFFFFF">
                <a:lumMod val="50000"/>
              </a:sysClr>
            </a:solidFill>
            <a:prstDash val="solid"/>
            <a:miter lim="800000"/>
            <a:tailEnd type="triangle"/>
          </a:ln>
          <a:effectLst/>
        </p:spPr>
      </p:cxnSp>
      <p:cxnSp>
        <p:nvCxnSpPr>
          <p:cNvPr id="66" name="肘形连接符 26">
            <a:extLst>
              <a:ext uri="{FF2B5EF4-FFF2-40B4-BE49-F238E27FC236}">
                <a16:creationId xmlns:a16="http://schemas.microsoft.com/office/drawing/2014/main" id="{5B5B1F70-F4DA-4C71-B582-CAAD68A50F77}"/>
              </a:ext>
            </a:extLst>
          </p:cNvPr>
          <p:cNvCxnSpPr/>
          <p:nvPr/>
        </p:nvCxnSpPr>
        <p:spPr bwMode="gray">
          <a:xfrm rot="10800000">
            <a:off x="8110672" y="2841463"/>
            <a:ext cx="439593" cy="188142"/>
          </a:xfrm>
          <a:prstGeom prst="bentConnector2">
            <a:avLst/>
          </a:prstGeom>
          <a:noFill/>
          <a:ln w="19050" cap="flat" cmpd="sng" algn="ctr">
            <a:solidFill>
              <a:sysClr val="window" lastClr="FFFFFF">
                <a:lumMod val="50000"/>
              </a:sysClr>
            </a:solidFill>
            <a:prstDash val="solid"/>
            <a:miter lim="800000"/>
            <a:tailEnd type="triangle"/>
          </a:ln>
          <a:effectLst/>
        </p:spPr>
      </p:cxnSp>
      <p:grpSp>
        <p:nvGrpSpPr>
          <p:cNvPr id="67" name="组合 66">
            <a:extLst>
              <a:ext uri="{FF2B5EF4-FFF2-40B4-BE49-F238E27FC236}">
                <a16:creationId xmlns:a16="http://schemas.microsoft.com/office/drawing/2014/main" id="{5524C261-4D85-4F74-BAF2-689924AA213E}"/>
              </a:ext>
            </a:extLst>
          </p:cNvPr>
          <p:cNvGrpSpPr/>
          <p:nvPr/>
        </p:nvGrpSpPr>
        <p:grpSpPr bwMode="gray">
          <a:xfrm>
            <a:off x="9386705" y="4184737"/>
            <a:ext cx="492444" cy="314581"/>
            <a:chOff x="5960910" y="3250231"/>
            <a:chExt cx="408757" cy="226933"/>
          </a:xfrm>
        </p:grpSpPr>
        <p:sp>
          <p:nvSpPr>
            <p:cNvPr id="68" name="矩形 67">
              <a:extLst>
                <a:ext uri="{FF2B5EF4-FFF2-40B4-BE49-F238E27FC236}">
                  <a16:creationId xmlns:a16="http://schemas.microsoft.com/office/drawing/2014/main" id="{ECD017ED-C5C9-4A95-A574-0C3A143D6B50}"/>
                </a:ext>
              </a:extLst>
            </p:cNvPr>
            <p:cNvSpPr/>
            <p:nvPr/>
          </p:nvSpPr>
          <p:spPr bwMode="gray">
            <a:xfrm>
              <a:off x="6014481" y="3267816"/>
              <a:ext cx="325469" cy="209348"/>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C00000"/>
                </a:solidFill>
                <a:effectLst/>
                <a:uLnTx/>
                <a:uFillTx/>
              </a:endParaRPr>
            </a:p>
          </p:txBody>
        </p:sp>
        <p:sp>
          <p:nvSpPr>
            <p:cNvPr id="69" name="文本框 68">
              <a:extLst>
                <a:ext uri="{FF2B5EF4-FFF2-40B4-BE49-F238E27FC236}">
                  <a16:creationId xmlns:a16="http://schemas.microsoft.com/office/drawing/2014/main" id="{57EE32F7-6F9D-488F-88C9-AB0C213AF482}"/>
                </a:ext>
              </a:extLst>
            </p:cNvPr>
            <p:cNvSpPr txBox="1"/>
            <p:nvPr/>
          </p:nvSpPr>
          <p:spPr bwMode="gray">
            <a:xfrm>
              <a:off x="5960910" y="3250231"/>
              <a:ext cx="408757" cy="19982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感知</a:t>
              </a:r>
            </a:p>
          </p:txBody>
        </p:sp>
      </p:grpSp>
      <p:sp>
        <p:nvSpPr>
          <p:cNvPr id="70" name="矩形 69">
            <a:extLst>
              <a:ext uri="{FF2B5EF4-FFF2-40B4-BE49-F238E27FC236}">
                <a16:creationId xmlns:a16="http://schemas.microsoft.com/office/drawing/2014/main" id="{F20A8D0D-D8E7-47C4-89E0-E4FCBDD07C91}"/>
              </a:ext>
            </a:extLst>
          </p:cNvPr>
          <p:cNvSpPr/>
          <p:nvPr/>
        </p:nvSpPr>
        <p:spPr bwMode="gray">
          <a:xfrm>
            <a:off x="10114086" y="4209060"/>
            <a:ext cx="411987" cy="289561"/>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C00000"/>
              </a:solidFill>
              <a:effectLst/>
              <a:uLnTx/>
              <a:uFillTx/>
            </a:endParaRPr>
          </a:p>
        </p:txBody>
      </p:sp>
      <p:sp>
        <p:nvSpPr>
          <p:cNvPr id="71" name="文本框 70">
            <a:extLst>
              <a:ext uri="{FF2B5EF4-FFF2-40B4-BE49-F238E27FC236}">
                <a16:creationId xmlns:a16="http://schemas.microsoft.com/office/drawing/2014/main" id="{C0A53FB7-31C5-477B-8975-F674DD991FAE}"/>
              </a:ext>
            </a:extLst>
          </p:cNvPr>
          <p:cNvSpPr txBox="1"/>
          <p:nvPr/>
        </p:nvSpPr>
        <p:spPr bwMode="gray">
          <a:xfrm>
            <a:off x="10070583" y="4196690"/>
            <a:ext cx="492443"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分析</a:t>
            </a:r>
          </a:p>
        </p:txBody>
      </p:sp>
      <p:grpSp>
        <p:nvGrpSpPr>
          <p:cNvPr id="72" name="组合 71">
            <a:extLst>
              <a:ext uri="{FF2B5EF4-FFF2-40B4-BE49-F238E27FC236}">
                <a16:creationId xmlns:a16="http://schemas.microsoft.com/office/drawing/2014/main" id="{8680A2BD-6B5B-4C37-BE9A-E0B02819364A}"/>
              </a:ext>
            </a:extLst>
          </p:cNvPr>
          <p:cNvGrpSpPr/>
          <p:nvPr/>
        </p:nvGrpSpPr>
        <p:grpSpPr bwMode="gray">
          <a:xfrm>
            <a:off x="10717126" y="4212599"/>
            <a:ext cx="502930" cy="280993"/>
            <a:chOff x="5993618" y="3262104"/>
            <a:chExt cx="346332" cy="216411"/>
          </a:xfrm>
        </p:grpSpPr>
        <p:sp>
          <p:nvSpPr>
            <p:cNvPr id="73" name="矩形 72">
              <a:extLst>
                <a:ext uri="{FF2B5EF4-FFF2-40B4-BE49-F238E27FC236}">
                  <a16:creationId xmlns:a16="http://schemas.microsoft.com/office/drawing/2014/main" id="{7B71A47B-3512-4809-AD4B-7279DB69761A}"/>
                </a:ext>
              </a:extLst>
            </p:cNvPr>
            <p:cNvSpPr/>
            <p:nvPr/>
          </p:nvSpPr>
          <p:spPr bwMode="gray">
            <a:xfrm>
              <a:off x="6014481" y="3267816"/>
              <a:ext cx="325469" cy="209348"/>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C00000"/>
                </a:solidFill>
                <a:effectLst/>
                <a:uLnTx/>
                <a:uFillTx/>
              </a:endParaRPr>
            </a:p>
          </p:txBody>
        </p:sp>
        <p:sp>
          <p:nvSpPr>
            <p:cNvPr id="74" name="文本框 73">
              <a:extLst>
                <a:ext uri="{FF2B5EF4-FFF2-40B4-BE49-F238E27FC236}">
                  <a16:creationId xmlns:a16="http://schemas.microsoft.com/office/drawing/2014/main" id="{40A59093-DFB4-4008-AD55-E711F0218ABA}"/>
                </a:ext>
              </a:extLst>
            </p:cNvPr>
            <p:cNvSpPr txBox="1"/>
            <p:nvPr/>
          </p:nvSpPr>
          <p:spPr bwMode="gray">
            <a:xfrm>
              <a:off x="5993618" y="3262104"/>
              <a:ext cx="346332" cy="21641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决策</a:t>
              </a:r>
            </a:p>
          </p:txBody>
        </p:sp>
      </p:grpSp>
      <p:sp>
        <p:nvSpPr>
          <p:cNvPr id="75" name="椭圆 74">
            <a:extLst>
              <a:ext uri="{FF2B5EF4-FFF2-40B4-BE49-F238E27FC236}">
                <a16:creationId xmlns:a16="http://schemas.microsoft.com/office/drawing/2014/main" id="{06DCAF18-35D4-4F40-AAE1-7A0286A60F0F}"/>
              </a:ext>
            </a:extLst>
          </p:cNvPr>
          <p:cNvSpPr/>
          <p:nvPr/>
        </p:nvSpPr>
        <p:spPr bwMode="gray">
          <a:xfrm>
            <a:off x="6311203" y="4113487"/>
            <a:ext cx="836440" cy="380233"/>
          </a:xfrm>
          <a:prstGeom prst="ellipse">
            <a:avLst/>
          </a:prstGeom>
          <a:solidFill>
            <a:srgbClr val="EC7061">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endParaRPr>
          </a:p>
        </p:txBody>
      </p:sp>
      <p:sp>
        <p:nvSpPr>
          <p:cNvPr id="76" name="椭圆 75">
            <a:extLst>
              <a:ext uri="{FF2B5EF4-FFF2-40B4-BE49-F238E27FC236}">
                <a16:creationId xmlns:a16="http://schemas.microsoft.com/office/drawing/2014/main" id="{31A63F61-995C-4898-916D-5C4718D244BB}"/>
              </a:ext>
            </a:extLst>
          </p:cNvPr>
          <p:cNvSpPr/>
          <p:nvPr/>
        </p:nvSpPr>
        <p:spPr bwMode="gray">
          <a:xfrm>
            <a:off x="7181601" y="4129491"/>
            <a:ext cx="833402" cy="359362"/>
          </a:xfrm>
          <a:prstGeom prst="ellipse">
            <a:avLst/>
          </a:prstGeom>
          <a:solidFill>
            <a:srgbClr val="EC7061">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endParaRPr>
          </a:p>
        </p:txBody>
      </p:sp>
      <p:sp>
        <p:nvSpPr>
          <p:cNvPr id="77" name="文本框 76">
            <a:extLst>
              <a:ext uri="{FF2B5EF4-FFF2-40B4-BE49-F238E27FC236}">
                <a16:creationId xmlns:a16="http://schemas.microsoft.com/office/drawing/2014/main" id="{EE4BAD4A-A025-4397-8FF9-BFC394CF0BA1}"/>
              </a:ext>
            </a:extLst>
          </p:cNvPr>
          <p:cNvSpPr txBox="1"/>
          <p:nvPr/>
        </p:nvSpPr>
        <p:spPr bwMode="gray">
          <a:xfrm>
            <a:off x="6354590" y="4157957"/>
            <a:ext cx="800219"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管理单元</a:t>
            </a:r>
          </a:p>
        </p:txBody>
      </p:sp>
      <p:sp>
        <p:nvSpPr>
          <p:cNvPr id="78" name="文本框 77">
            <a:extLst>
              <a:ext uri="{FF2B5EF4-FFF2-40B4-BE49-F238E27FC236}">
                <a16:creationId xmlns:a16="http://schemas.microsoft.com/office/drawing/2014/main" id="{A36CDEE6-6168-4A1F-B073-3ADBC8CECCDB}"/>
              </a:ext>
            </a:extLst>
          </p:cNvPr>
          <p:cNvSpPr txBox="1"/>
          <p:nvPr/>
        </p:nvSpPr>
        <p:spPr bwMode="gray">
          <a:xfrm>
            <a:off x="7214784" y="4161635"/>
            <a:ext cx="800219"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控制单元</a:t>
            </a:r>
          </a:p>
        </p:txBody>
      </p:sp>
      <p:sp>
        <p:nvSpPr>
          <p:cNvPr id="79" name="椭圆 78">
            <a:extLst>
              <a:ext uri="{FF2B5EF4-FFF2-40B4-BE49-F238E27FC236}">
                <a16:creationId xmlns:a16="http://schemas.microsoft.com/office/drawing/2014/main" id="{925E2D8D-91F1-4883-A380-FCD8AAA84AD9}"/>
              </a:ext>
            </a:extLst>
          </p:cNvPr>
          <p:cNvSpPr/>
          <p:nvPr/>
        </p:nvSpPr>
        <p:spPr bwMode="gray">
          <a:xfrm>
            <a:off x="5930707" y="3396722"/>
            <a:ext cx="2381479" cy="1847453"/>
          </a:xfrm>
          <a:prstGeom prst="ellipse">
            <a:avLst/>
          </a:prstGeom>
          <a:noFill/>
          <a:ln w="19050" cap="flat" cmpd="sng" algn="ctr">
            <a:solidFill>
              <a:srgbClr val="EC7061"/>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a:ea typeface="方正兰亭黑简体"/>
              <a:cs typeface="+mn-cs"/>
            </a:endParaRPr>
          </a:p>
        </p:txBody>
      </p:sp>
      <p:cxnSp>
        <p:nvCxnSpPr>
          <p:cNvPr id="80" name="直接箭头连接符 79">
            <a:extLst>
              <a:ext uri="{FF2B5EF4-FFF2-40B4-BE49-F238E27FC236}">
                <a16:creationId xmlns:a16="http://schemas.microsoft.com/office/drawing/2014/main" id="{248017EB-E77A-4B38-A6B1-A4BB1EF08D71}"/>
              </a:ext>
            </a:extLst>
          </p:cNvPr>
          <p:cNvCxnSpPr/>
          <p:nvPr/>
        </p:nvCxnSpPr>
        <p:spPr bwMode="gray">
          <a:xfrm flipV="1">
            <a:off x="10583631" y="4350579"/>
            <a:ext cx="113812" cy="426"/>
          </a:xfrm>
          <a:prstGeom prst="straightConnector1">
            <a:avLst/>
          </a:prstGeom>
          <a:noFill/>
          <a:ln w="19050" cap="flat" cmpd="sng" algn="ctr">
            <a:solidFill>
              <a:sysClr val="window" lastClr="FFFFFF">
                <a:lumMod val="50000"/>
              </a:sysClr>
            </a:solidFill>
            <a:prstDash val="solid"/>
            <a:miter lim="800000"/>
            <a:tailEnd type="triangle"/>
          </a:ln>
          <a:effectLst/>
        </p:spPr>
      </p:cxnSp>
      <p:sp>
        <p:nvSpPr>
          <p:cNvPr id="81" name="文本框 80">
            <a:extLst>
              <a:ext uri="{FF2B5EF4-FFF2-40B4-BE49-F238E27FC236}">
                <a16:creationId xmlns:a16="http://schemas.microsoft.com/office/drawing/2014/main" id="{3D918867-5E25-4E41-B4AE-AFA0A790BEE4}"/>
              </a:ext>
            </a:extLst>
          </p:cNvPr>
          <p:cNvSpPr txBox="1"/>
          <p:nvPr/>
        </p:nvSpPr>
        <p:spPr bwMode="gray">
          <a:xfrm>
            <a:off x="6307033" y="5574471"/>
            <a:ext cx="1928733"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rPr>
              <a:t>NCE</a:t>
            </a:r>
            <a:r>
              <a:rPr kumimoji="0" lang="zh-CN" altLang="en-US" sz="1600" b="0" i="0" u="none" strike="noStrike" kern="0" cap="none" spc="0" normalizeH="0" baseline="0" noProof="0" dirty="0">
                <a:ln>
                  <a:noFill/>
                </a:ln>
                <a:solidFill>
                  <a:prstClr val="black"/>
                </a:solidFill>
                <a:effectLst/>
                <a:uLnTx/>
                <a:uFillTx/>
              </a:rPr>
              <a:t>业务开放可编程</a:t>
            </a:r>
          </a:p>
        </p:txBody>
      </p:sp>
      <p:sp>
        <p:nvSpPr>
          <p:cNvPr id="82" name="下箭头 62">
            <a:extLst>
              <a:ext uri="{FF2B5EF4-FFF2-40B4-BE49-F238E27FC236}">
                <a16:creationId xmlns:a16="http://schemas.microsoft.com/office/drawing/2014/main" id="{B2DDD24E-EF38-4B96-A535-8B9226E6E5C5}"/>
              </a:ext>
            </a:extLst>
          </p:cNvPr>
          <p:cNvSpPr/>
          <p:nvPr/>
        </p:nvSpPr>
        <p:spPr bwMode="gray">
          <a:xfrm rot="10800000">
            <a:off x="7038591" y="5258222"/>
            <a:ext cx="189730" cy="273223"/>
          </a:xfrm>
          <a:prstGeom prst="downArrow">
            <a:avLst/>
          </a:prstGeom>
          <a:solidFill>
            <a:srgbClr val="56C4D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a:ea typeface="方正兰亭黑简体"/>
              <a:cs typeface="+mn-cs"/>
            </a:endParaRPr>
          </a:p>
        </p:txBody>
      </p:sp>
      <p:cxnSp>
        <p:nvCxnSpPr>
          <p:cNvPr id="83" name="直接箭头连接符 82">
            <a:extLst>
              <a:ext uri="{FF2B5EF4-FFF2-40B4-BE49-F238E27FC236}">
                <a16:creationId xmlns:a16="http://schemas.microsoft.com/office/drawing/2014/main" id="{D65ECAC8-7AE1-4688-AA11-6D010EA3697D}"/>
              </a:ext>
            </a:extLst>
          </p:cNvPr>
          <p:cNvCxnSpPr/>
          <p:nvPr/>
        </p:nvCxnSpPr>
        <p:spPr bwMode="gray">
          <a:xfrm flipV="1">
            <a:off x="9928504" y="4348601"/>
            <a:ext cx="113812" cy="426"/>
          </a:xfrm>
          <a:prstGeom prst="straightConnector1">
            <a:avLst/>
          </a:prstGeom>
          <a:noFill/>
          <a:ln w="19050" cap="flat" cmpd="sng" algn="ctr">
            <a:solidFill>
              <a:sysClr val="window" lastClr="FFFFFF">
                <a:lumMod val="50000"/>
              </a:sysClr>
            </a:solidFill>
            <a:prstDash val="solid"/>
            <a:miter lim="800000"/>
            <a:tailEnd type="triangle"/>
          </a:ln>
          <a:effectLst/>
        </p:spPr>
      </p:cxnSp>
    </p:spTree>
    <p:extLst>
      <p:ext uri="{BB962C8B-B14F-4D97-AF65-F5344CB8AC3E}">
        <p14:creationId xmlns:p14="http://schemas.microsoft.com/office/powerpoint/2010/main" val="4283904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sym typeface="Huawei Sans" panose="020C0503030203020204" pitchFamily="34" charset="0"/>
              </a:rPr>
              <a:t>背景</a:t>
            </a:r>
            <a:endParaRPr lang="en-US" altLang="zh-CN" dirty="0">
              <a:solidFill>
                <a:schemeClr val="bg1">
                  <a:lumMod val="50000"/>
                </a:schemeClr>
              </a:solidFill>
              <a:sym typeface="Huawei Sans" panose="020C0503030203020204" pitchFamily="34" charset="0"/>
            </a:endParaRPr>
          </a:p>
          <a:p>
            <a:r>
              <a:rPr lang="en-US" altLang="zh-CN" b="1" dirty="0">
                <a:sym typeface="Huawei Sans" panose="020C0503030203020204" pitchFamily="34" charset="0"/>
              </a:rPr>
              <a:t>NCE</a:t>
            </a:r>
            <a:r>
              <a:rPr lang="zh-CN" altLang="en-US" b="1" dirty="0">
                <a:sym typeface="Huawei Sans" panose="020C0503030203020204" pitchFamily="34" charset="0"/>
              </a:rPr>
              <a:t>业务开放可编程简介</a:t>
            </a:r>
            <a:endParaRPr lang="en-US" altLang="zh-CN" b="1" dirty="0">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业务开放可编程关键能力</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业务开放可编程相关概念</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实践用例</a:t>
            </a: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1925690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E6CB6E-7C06-4F9F-9674-89BB795C3557}"/>
              </a:ext>
            </a:extLst>
          </p:cNvPr>
          <p:cNvSpPr>
            <a:spLocks noGrp="1"/>
          </p:cNvSpPr>
          <p:nvPr>
            <p:ph type="title"/>
          </p:nvPr>
        </p:nvSpPr>
        <p:spPr bwMode="gray"/>
        <p:txBody>
          <a:bodyPr/>
          <a:lstStyle/>
          <a:p>
            <a:r>
              <a:rPr lang="en-US" altLang="zh-CN"/>
              <a:t>NCE</a:t>
            </a:r>
            <a:r>
              <a:rPr lang="zh-CN" altLang="en-US"/>
              <a:t>业务开放可编程简介</a:t>
            </a:r>
            <a:r>
              <a:rPr lang="en-US" altLang="zh-CN"/>
              <a:t>(1)</a:t>
            </a:r>
            <a:endParaRPr lang="zh-CN" altLang="en-US"/>
          </a:p>
        </p:txBody>
      </p:sp>
      <p:sp>
        <p:nvSpPr>
          <p:cNvPr id="111" name="文本占位符 110">
            <a:extLst>
              <a:ext uri="{FF2B5EF4-FFF2-40B4-BE49-F238E27FC236}">
                <a16:creationId xmlns:a16="http://schemas.microsoft.com/office/drawing/2014/main" id="{81F3693D-BD02-4F91-9C0F-3BB85F4615FD}"/>
              </a:ext>
            </a:extLst>
          </p:cNvPr>
          <p:cNvSpPr>
            <a:spLocks noGrp="1"/>
          </p:cNvSpPr>
          <p:nvPr>
            <p:ph type="body" sz="quarter" idx="10"/>
          </p:nvPr>
        </p:nvSpPr>
        <p:spPr bwMode="gray"/>
        <p:txBody>
          <a:bodyPr/>
          <a:lstStyle/>
          <a:p>
            <a:r>
              <a:rPr lang="en-US" altLang="zh-CN" sz="1600" dirty="0"/>
              <a:t>NCE</a:t>
            </a:r>
            <a:r>
              <a:rPr lang="zh-CN" altLang="en-US" sz="1600" dirty="0"/>
              <a:t>业务开放可编程之于网络，恰似操作系统之于电脑。</a:t>
            </a:r>
          </a:p>
          <a:p>
            <a:endParaRPr lang="zh-CN" altLang="en-US" sz="1600" dirty="0"/>
          </a:p>
        </p:txBody>
      </p:sp>
      <p:sp>
        <p:nvSpPr>
          <p:cNvPr id="33" name="圆角矩形 53">
            <a:extLst>
              <a:ext uri="{FF2B5EF4-FFF2-40B4-BE49-F238E27FC236}">
                <a16:creationId xmlns:a16="http://schemas.microsoft.com/office/drawing/2014/main" id="{E9CB9143-FA7A-431A-903A-D1C6579F0A8A}"/>
              </a:ext>
            </a:extLst>
          </p:cNvPr>
          <p:cNvSpPr>
            <a:spLocks noChangeArrowheads="1"/>
          </p:cNvSpPr>
          <p:nvPr/>
        </p:nvSpPr>
        <p:spPr bwMode="gray">
          <a:xfrm>
            <a:off x="6422002" y="1582231"/>
            <a:ext cx="3804857" cy="4000058"/>
          </a:xfrm>
          <a:prstGeom prst="roundRect">
            <a:avLst>
              <a:gd name="adj" fmla="val 0"/>
            </a:avLst>
          </a:prstGeom>
          <a:noFill/>
          <a:ln w="12700" algn="ctr">
            <a:solidFill>
              <a:srgbClr val="56C4D2"/>
            </a:solidFill>
            <a:round/>
            <a:headEnd/>
            <a:tailEnd/>
          </a:ln>
          <a:effectLst/>
        </p:spPr>
        <p:txBody>
          <a:bodyPr anchor="ctr"/>
          <a:lstStyle>
            <a:lvl1pPr>
              <a:defRPr>
                <a:solidFill>
                  <a:schemeClr val="tx1"/>
                </a:solidFill>
                <a:latin typeface="Arial" panose="020B0604020202020204" pitchFamily="34" charset="0"/>
                <a:ea typeface="Microsoft YaHei" panose="020B0503020204020204" pitchFamily="34" charset="-122"/>
              </a:defRPr>
            </a:lvl1pPr>
            <a:lvl2pPr marL="742950" indent="-285750">
              <a:defRPr>
                <a:solidFill>
                  <a:schemeClr val="tx1"/>
                </a:solidFill>
                <a:latin typeface="Arial" panose="020B0604020202020204" pitchFamily="34" charset="0"/>
                <a:ea typeface="Microsoft YaHei" panose="020B0503020204020204" pitchFamily="34" charset="-122"/>
              </a:defRPr>
            </a:lvl2pPr>
            <a:lvl3pPr marL="1143000" indent="-228600">
              <a:defRPr>
                <a:solidFill>
                  <a:schemeClr val="tx1"/>
                </a:solidFill>
                <a:latin typeface="Arial" panose="020B0604020202020204" pitchFamily="34" charset="0"/>
                <a:ea typeface="Microsoft YaHei" panose="020B0503020204020204" pitchFamily="34" charset="-122"/>
              </a:defRPr>
            </a:lvl3pPr>
            <a:lvl4pPr marL="1600200" indent="-228600">
              <a:defRPr>
                <a:solidFill>
                  <a:schemeClr val="tx1"/>
                </a:solidFill>
                <a:latin typeface="Arial" panose="020B0604020202020204" pitchFamily="34" charset="0"/>
                <a:ea typeface="Microsoft YaHei" panose="020B0503020204020204" pitchFamily="34" charset="-122"/>
              </a:defRPr>
            </a:lvl4pPr>
            <a:lvl5pPr marL="2057400" indent="-228600">
              <a:defRPr>
                <a:solidFill>
                  <a:schemeClr val="tx1"/>
                </a:solidFill>
                <a:latin typeface="Arial" panose="020B0604020202020204" pitchFamily="34" charset="0"/>
                <a:ea typeface="Microsoft YaHei"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9pPr>
          </a:lstStyle>
          <a:p>
            <a:pPr marL="0" marR="0" lvl="0" indent="0" algn="ctr" defTabSz="914400" eaLnBrk="1" fontAlgn="ctr" latinLnBrk="0" hangingPunct="1">
              <a:lnSpc>
                <a:spcPct val="100000"/>
              </a:lnSpc>
              <a:spcBef>
                <a:spcPct val="0"/>
              </a:spcBef>
              <a:spcAft>
                <a:spcPct val="0"/>
              </a:spcAft>
              <a:buClrTx/>
              <a:buSzPct val="100000"/>
              <a:buFontTx/>
              <a:buNone/>
              <a:tabLst/>
              <a:defRPr/>
            </a:pPr>
            <a:endParaRPr kumimoji="0" lang="en-US" altLang="zh-CN" sz="1800" b="0" i="0" u="none" strike="noStrike" kern="0" cap="none" spc="0" normalizeH="0" baseline="0" noProof="0">
              <a:ln>
                <a:noFill/>
              </a:ln>
              <a:solidFill>
                <a:srgbClr val="FFFFFF"/>
              </a:solidFill>
              <a:effectLst/>
              <a:uLnTx/>
              <a:uFillTx/>
              <a:latin typeface="Huawei Sans"/>
              <a:ea typeface="微软雅黑" panose="020B0503020204020204" pitchFamily="34" charset="-122"/>
              <a:sym typeface="Calibri" panose="020F0502020204030204" pitchFamily="34" charset="0"/>
            </a:endParaRPr>
          </a:p>
        </p:txBody>
      </p:sp>
      <p:sp>
        <p:nvSpPr>
          <p:cNvPr id="35" name="Rectangle 48">
            <a:extLst>
              <a:ext uri="{FF2B5EF4-FFF2-40B4-BE49-F238E27FC236}">
                <a16:creationId xmlns:a16="http://schemas.microsoft.com/office/drawing/2014/main" id="{6E36747C-0F5F-4182-BC77-40F25389ACEA}"/>
              </a:ext>
            </a:extLst>
          </p:cNvPr>
          <p:cNvSpPr>
            <a:spLocks noChangeArrowheads="1"/>
          </p:cNvSpPr>
          <p:nvPr/>
        </p:nvSpPr>
        <p:spPr bwMode="gray">
          <a:xfrm>
            <a:off x="6667919" y="4615989"/>
            <a:ext cx="3270557" cy="919569"/>
          </a:xfrm>
          <a:prstGeom prst="roundRect">
            <a:avLst>
              <a:gd name="adj" fmla="val 12953"/>
            </a:avLst>
          </a:prstGeom>
          <a:noFill/>
          <a:ln w="12700">
            <a:noFill/>
            <a:miter lim="800000"/>
            <a:headEnd/>
            <a:tailEnd/>
          </a:ln>
          <a:effectLst/>
        </p:spPr>
        <p:txBody>
          <a:bodyPr wrap="none" tIns="251999" anchor="t"/>
          <a:lstStyle/>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认识设备</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了解设备能力</a:t>
            </a:r>
            <a:endParaRPr kumimoji="0" lang="ko-KR" altLang="en-US" sz="1400" b="0" i="0" u="none" strike="noStrike" kern="0" cap="none" spc="0" normalizeH="0" baseline="0" noProof="0" dirty="0">
              <a:ln>
                <a:noFill/>
              </a:ln>
              <a:solidFill>
                <a:prstClr val="black"/>
              </a:solidFill>
              <a:effectLst/>
              <a:uLnTx/>
              <a:uFillTx/>
              <a:cs typeface="Microsoft YaHei" charset="-122"/>
            </a:endParaRPr>
          </a:p>
        </p:txBody>
      </p:sp>
      <p:sp>
        <p:nvSpPr>
          <p:cNvPr id="37" name="Rectangle 48">
            <a:extLst>
              <a:ext uri="{FF2B5EF4-FFF2-40B4-BE49-F238E27FC236}">
                <a16:creationId xmlns:a16="http://schemas.microsoft.com/office/drawing/2014/main" id="{19281182-5DFF-4173-88DA-2D55A03C9D90}"/>
              </a:ext>
            </a:extLst>
          </p:cNvPr>
          <p:cNvSpPr>
            <a:spLocks noChangeArrowheads="1"/>
          </p:cNvSpPr>
          <p:nvPr/>
        </p:nvSpPr>
        <p:spPr bwMode="gray">
          <a:xfrm>
            <a:off x="6667919" y="3526064"/>
            <a:ext cx="3270557" cy="893015"/>
          </a:xfrm>
          <a:prstGeom prst="roundRect">
            <a:avLst>
              <a:gd name="adj" fmla="val 12896"/>
            </a:avLst>
          </a:prstGeom>
          <a:noFill/>
          <a:ln w="12700">
            <a:noFill/>
            <a:miter lim="800000"/>
            <a:headEnd/>
            <a:tailEnd/>
          </a:ln>
          <a:effectLst/>
        </p:spPr>
        <p:txBody>
          <a:bodyPr wrap="none" tIns="251999" anchor="t"/>
          <a:lstStyle/>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管理设备状态和设备配置</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提供设备分组、设备配置同步等功能</a:t>
            </a:r>
          </a:p>
        </p:txBody>
      </p:sp>
      <p:sp>
        <p:nvSpPr>
          <p:cNvPr id="40" name="Rectangle 48">
            <a:extLst>
              <a:ext uri="{FF2B5EF4-FFF2-40B4-BE49-F238E27FC236}">
                <a16:creationId xmlns:a16="http://schemas.microsoft.com/office/drawing/2014/main" id="{E6640A59-E99A-4DB1-B3FA-CA3CCA51A858}"/>
              </a:ext>
            </a:extLst>
          </p:cNvPr>
          <p:cNvSpPr>
            <a:spLocks noChangeArrowheads="1"/>
          </p:cNvSpPr>
          <p:nvPr/>
        </p:nvSpPr>
        <p:spPr bwMode="gray">
          <a:xfrm>
            <a:off x="6667919" y="2143489"/>
            <a:ext cx="3270557" cy="1218229"/>
          </a:xfrm>
          <a:prstGeom prst="roundRect">
            <a:avLst>
              <a:gd name="adj" fmla="val 12852"/>
            </a:avLst>
          </a:prstGeom>
          <a:noFill/>
          <a:ln w="12700">
            <a:noFill/>
            <a:miter lim="800000"/>
            <a:headEnd/>
            <a:tailEnd/>
          </a:ln>
          <a:effectLst/>
        </p:spPr>
        <p:txBody>
          <a:bodyPr wrap="none" tIns="251999" anchor="t"/>
          <a:lstStyle/>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根据业务需求构建新的网络业务</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查看根据业务分解出的网元级配置</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提供事务失败回滚等其他功能</a:t>
            </a:r>
            <a:endParaRPr kumimoji="0" lang="ko-KR" altLang="en-US" sz="1400" b="0" i="0" u="none" strike="noStrike" kern="0" cap="none" spc="0" normalizeH="0" baseline="0" noProof="0" dirty="0">
              <a:ln>
                <a:noFill/>
              </a:ln>
              <a:solidFill>
                <a:prstClr val="black"/>
              </a:solidFill>
              <a:effectLst/>
              <a:uLnTx/>
              <a:uFillTx/>
              <a:cs typeface="Microsoft YaHei" charset="-122"/>
            </a:endParaRPr>
          </a:p>
        </p:txBody>
      </p:sp>
      <p:sp>
        <p:nvSpPr>
          <p:cNvPr id="42" name="Rounded Rectangle 8">
            <a:extLst>
              <a:ext uri="{FF2B5EF4-FFF2-40B4-BE49-F238E27FC236}">
                <a16:creationId xmlns:a16="http://schemas.microsoft.com/office/drawing/2014/main" id="{85FAA899-2550-4C65-9D5A-C0BD774E162E}"/>
              </a:ext>
            </a:extLst>
          </p:cNvPr>
          <p:cNvSpPr/>
          <p:nvPr/>
        </p:nvSpPr>
        <p:spPr bwMode="gray">
          <a:xfrm>
            <a:off x="6664453" y="3400630"/>
            <a:ext cx="3274023" cy="339133"/>
          </a:xfrm>
          <a:prstGeom prst="roundRect">
            <a:avLst>
              <a:gd name="adj" fmla="val 50000"/>
            </a:avLst>
          </a:prstGeom>
          <a:solidFill>
            <a:srgbClr val="30B5C5"/>
          </a:solidFill>
          <a:ln w="9525" cap="flat" cmpd="sng" algn="ctr">
            <a:noFill/>
            <a:prstDash val="solid"/>
            <a:round/>
            <a:headEnd type="none" w="med" len="med"/>
            <a:tailEnd type="none" w="med" len="med"/>
          </a:ln>
          <a:effectLst/>
        </p:spPr>
        <p:txBody>
          <a:bodyPr vert="horz" wrap="square" lIns="91419" tIns="46800" rIns="91419" bIns="45709"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CC9900"/>
              </a:buClr>
              <a:buSzTx/>
              <a:buFontTx/>
              <a:buNone/>
              <a:tabLst/>
              <a:defRPr/>
            </a:pPr>
            <a:r>
              <a:rPr kumimoji="0" lang="zh-CN" altLang="en-US" sz="1600" b="1" i="0" u="none" strike="noStrike" kern="0" cap="none" spc="0" normalizeH="0" baseline="0" noProof="0" dirty="0">
                <a:ln>
                  <a:noFill/>
                </a:ln>
                <a:solidFill>
                  <a:prstClr val="white"/>
                </a:solidFill>
                <a:effectLst/>
                <a:uLnTx/>
                <a:uFillTx/>
              </a:rPr>
              <a:t>设备管理</a:t>
            </a:r>
          </a:p>
        </p:txBody>
      </p:sp>
      <p:sp>
        <p:nvSpPr>
          <p:cNvPr id="43" name="Rounded Rectangle 8">
            <a:extLst>
              <a:ext uri="{FF2B5EF4-FFF2-40B4-BE49-F238E27FC236}">
                <a16:creationId xmlns:a16="http://schemas.microsoft.com/office/drawing/2014/main" id="{07C4E4F6-7C90-4397-83E5-6495E14999F1}"/>
              </a:ext>
            </a:extLst>
          </p:cNvPr>
          <p:cNvSpPr/>
          <p:nvPr/>
        </p:nvSpPr>
        <p:spPr bwMode="gray">
          <a:xfrm>
            <a:off x="6664350" y="4479624"/>
            <a:ext cx="3274126" cy="361087"/>
          </a:xfrm>
          <a:prstGeom prst="roundRect">
            <a:avLst>
              <a:gd name="adj" fmla="val 50000"/>
            </a:avLst>
          </a:prstGeom>
          <a:solidFill>
            <a:srgbClr val="30B5C5"/>
          </a:solidFill>
          <a:ln w="9525" cap="flat" cmpd="sng" algn="ctr">
            <a:noFill/>
            <a:prstDash val="solid"/>
            <a:round/>
            <a:headEnd type="none" w="med" len="med"/>
            <a:tailEnd type="none" w="med" len="med"/>
          </a:ln>
          <a:effectLst/>
        </p:spPr>
        <p:txBody>
          <a:bodyPr vert="horz" wrap="square" lIns="91419" tIns="46800" rIns="91419" bIns="45709"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CC9900"/>
              </a:buClr>
              <a:buSzTx/>
              <a:buFontTx/>
              <a:buNone/>
              <a:tabLst/>
              <a:defRPr/>
            </a:pPr>
            <a:r>
              <a:rPr kumimoji="0" lang="zh-CN" altLang="en-US" sz="1600" b="1" i="0" u="none" strike="noStrike" kern="0" cap="none" spc="0" normalizeH="0" baseline="0" noProof="0">
                <a:ln>
                  <a:noFill/>
                </a:ln>
                <a:solidFill>
                  <a:prstClr val="white"/>
                </a:solidFill>
                <a:effectLst/>
                <a:uLnTx/>
                <a:uFillTx/>
              </a:rPr>
              <a:t>设备驱动</a:t>
            </a:r>
            <a:endParaRPr kumimoji="0" lang="zh-CN" altLang="en-US" sz="1600" b="1" i="0" u="none" strike="noStrike" kern="0" cap="none" spc="0" normalizeH="0" baseline="0" noProof="0" dirty="0">
              <a:ln>
                <a:noFill/>
              </a:ln>
              <a:solidFill>
                <a:prstClr val="white"/>
              </a:solidFill>
              <a:effectLst/>
              <a:uLnTx/>
              <a:uFillTx/>
            </a:endParaRPr>
          </a:p>
        </p:txBody>
      </p:sp>
      <p:sp>
        <p:nvSpPr>
          <p:cNvPr id="44" name="Rounded Rectangle 8">
            <a:extLst>
              <a:ext uri="{FF2B5EF4-FFF2-40B4-BE49-F238E27FC236}">
                <a16:creationId xmlns:a16="http://schemas.microsoft.com/office/drawing/2014/main" id="{7F4D7CF3-6176-4DA5-B7C8-003411E92DDF}"/>
              </a:ext>
            </a:extLst>
          </p:cNvPr>
          <p:cNvSpPr/>
          <p:nvPr/>
        </p:nvSpPr>
        <p:spPr bwMode="gray">
          <a:xfrm>
            <a:off x="6664349" y="1989965"/>
            <a:ext cx="3274257" cy="339792"/>
          </a:xfrm>
          <a:prstGeom prst="roundRect">
            <a:avLst>
              <a:gd name="adj" fmla="val 50000"/>
            </a:avLst>
          </a:prstGeom>
          <a:solidFill>
            <a:srgbClr val="30B5C5"/>
          </a:solidFill>
          <a:ln w="9525" cap="flat" cmpd="sng" algn="ctr">
            <a:noFill/>
            <a:prstDash val="solid"/>
            <a:round/>
            <a:headEnd type="none" w="med" len="med"/>
            <a:tailEnd type="none" w="med" len="med"/>
          </a:ln>
          <a:effectLst/>
        </p:spPr>
        <p:txBody>
          <a:bodyPr vert="horz" wrap="square" lIns="91419" tIns="46800" rIns="91419" bIns="45709"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CC9900"/>
              </a:buClr>
              <a:buSzTx/>
              <a:buFontTx/>
              <a:buNone/>
              <a:tabLst/>
              <a:defRPr/>
            </a:pPr>
            <a:r>
              <a:rPr kumimoji="0" lang="zh-CN" altLang="en-US" sz="1600" b="1" i="0" u="none" strike="noStrike" kern="0" cap="none" spc="0" normalizeH="0" baseline="0" noProof="0" dirty="0">
                <a:ln>
                  <a:noFill/>
                </a:ln>
                <a:solidFill>
                  <a:prstClr val="white"/>
                </a:solidFill>
                <a:effectLst/>
                <a:uLnTx/>
                <a:uFillTx/>
              </a:rPr>
              <a:t>业务</a:t>
            </a:r>
            <a:r>
              <a:rPr kumimoji="0" lang="zh-CN" altLang="en-US" sz="1600" b="1" i="0" u="none" strike="noStrike" kern="0" cap="none" spc="0" normalizeH="0" baseline="0" noProof="0">
                <a:ln>
                  <a:noFill/>
                </a:ln>
                <a:solidFill>
                  <a:prstClr val="white"/>
                </a:solidFill>
                <a:effectLst/>
                <a:uLnTx/>
                <a:uFillTx/>
              </a:rPr>
              <a:t>管理 </a:t>
            </a:r>
            <a:endParaRPr kumimoji="0" lang="zh-CN" altLang="en-US" sz="1600" b="1" i="0" u="none" strike="noStrike" kern="0" cap="none" spc="0" normalizeH="0" baseline="0" noProof="0" dirty="0">
              <a:ln>
                <a:noFill/>
              </a:ln>
              <a:solidFill>
                <a:prstClr val="white"/>
              </a:solidFill>
              <a:effectLst/>
              <a:uLnTx/>
              <a:uFillTx/>
            </a:endParaRPr>
          </a:p>
        </p:txBody>
      </p:sp>
      <p:sp>
        <p:nvSpPr>
          <p:cNvPr id="45" name="TextBox 169">
            <a:extLst>
              <a:ext uri="{FF2B5EF4-FFF2-40B4-BE49-F238E27FC236}">
                <a16:creationId xmlns:a16="http://schemas.microsoft.com/office/drawing/2014/main" id="{7A72806A-F325-4CAF-8362-5EFA8B6C3AAD}"/>
              </a:ext>
            </a:extLst>
          </p:cNvPr>
          <p:cNvSpPr txBox="1"/>
          <p:nvPr/>
        </p:nvSpPr>
        <p:spPr bwMode="gray">
          <a:xfrm>
            <a:off x="6704615" y="1678566"/>
            <a:ext cx="3106992" cy="246564"/>
          </a:xfrm>
          <a:prstGeom prst="rect">
            <a:avLst/>
          </a:prstGeom>
          <a:noFill/>
          <a:ln w="25400" cap="flat" cmpd="sng" algn="ctr">
            <a:noFill/>
            <a:prstDash val="solid"/>
          </a:ln>
          <a:effectLst/>
        </p:spPr>
        <p:txBody>
          <a:bodyPr rtlCol="0" anchor="ctr"/>
          <a:lstStyle>
            <a:defPPr>
              <a:defRPr lang="zh-CN"/>
            </a:defPPr>
            <a:lvl1pPr algn="ctr" defTabSz="1219272" fontAlgn="base">
              <a:spcBef>
                <a:spcPct val="0"/>
              </a:spcBef>
              <a:spcAft>
                <a:spcPct val="0"/>
              </a:spcAft>
              <a:buClr>
                <a:srgbClr val="CC9900"/>
              </a:buClr>
              <a:buFont typeface="Wingdings" pitchFamily="2" charset="2"/>
              <a:buNone/>
              <a:defRPr sz="1600" b="1">
                <a:solidFill>
                  <a:prstClr val="white"/>
                </a:solidFill>
                <a:latin typeface="微软雅黑" panose="020B0503020204020204" pitchFamily="34" charset="-122"/>
                <a:ea typeface="微软雅黑" panose="020B0503020204020204" pitchFamily="34" charset="-122"/>
              </a:defRPr>
            </a:lvl1pPr>
            <a:lvl2pPr marL="609636" defTabSz="1219272">
              <a:defRPr sz="2400">
                <a:solidFill>
                  <a:schemeClr val="lt1"/>
                </a:solidFill>
              </a:defRPr>
            </a:lvl2pPr>
            <a:lvl3pPr marL="1219272" defTabSz="1219272">
              <a:defRPr sz="2400">
                <a:solidFill>
                  <a:schemeClr val="lt1"/>
                </a:solidFill>
              </a:defRPr>
            </a:lvl3pPr>
            <a:lvl4pPr marL="1828908" defTabSz="1219272">
              <a:defRPr sz="2400">
                <a:solidFill>
                  <a:schemeClr val="lt1"/>
                </a:solidFill>
              </a:defRPr>
            </a:lvl4pPr>
            <a:lvl5pPr marL="2438545" defTabSz="1219272">
              <a:defRPr sz="2400">
                <a:solidFill>
                  <a:schemeClr val="lt1"/>
                </a:solidFill>
              </a:defRPr>
            </a:lvl5pPr>
            <a:lvl6pPr marL="3048180" defTabSz="1219272">
              <a:defRPr sz="2400">
                <a:solidFill>
                  <a:schemeClr val="lt1"/>
                </a:solidFill>
              </a:defRPr>
            </a:lvl6pPr>
            <a:lvl7pPr marL="3657816" defTabSz="1219272">
              <a:defRPr sz="2400">
                <a:solidFill>
                  <a:schemeClr val="lt1"/>
                </a:solidFill>
              </a:defRPr>
            </a:lvl7pPr>
            <a:lvl8pPr marL="4267452" defTabSz="1219272">
              <a:defRPr sz="2400">
                <a:solidFill>
                  <a:schemeClr val="lt1"/>
                </a:solidFill>
              </a:defRPr>
            </a:lvl8pPr>
            <a:lvl9pPr marL="4877087" defTabSz="1219272">
              <a:defRPr sz="2400">
                <a:solidFill>
                  <a:schemeClr val="lt1"/>
                </a:solidFill>
              </a:defRPr>
            </a:lvl9pPr>
          </a:lstStyle>
          <a:p>
            <a:pPr fontAlgn="auto">
              <a:spcBef>
                <a:spcPts val="0"/>
              </a:spcBef>
              <a:spcAft>
                <a:spcPts val="0"/>
              </a:spcAft>
              <a:defRPr/>
            </a:pPr>
            <a:r>
              <a:rPr lang="en-US" altLang="zh-CN" sz="1800" kern="0">
                <a:solidFill>
                  <a:schemeClr val="tx1"/>
                </a:solidFill>
                <a:latin typeface="Huawei Sans"/>
                <a:ea typeface="方正兰亭黑简体"/>
                <a:cs typeface="Arial" charset="0"/>
              </a:rPr>
              <a:t>NCE</a:t>
            </a:r>
            <a:r>
              <a:rPr lang="zh-CN" altLang="en-US" sz="1800" kern="0">
                <a:solidFill>
                  <a:schemeClr val="tx1"/>
                </a:solidFill>
                <a:latin typeface="Huawei Sans"/>
                <a:ea typeface="方正兰亭黑简体"/>
                <a:cs typeface="Arial" charset="0"/>
              </a:rPr>
              <a:t>业务开放</a:t>
            </a:r>
            <a:r>
              <a:rPr lang="zh-CN" altLang="en-US" sz="1800" kern="0" dirty="0">
                <a:solidFill>
                  <a:schemeClr val="tx1"/>
                </a:solidFill>
                <a:latin typeface="Huawei Sans"/>
                <a:ea typeface="方正兰亭黑简体"/>
                <a:cs typeface="Arial" charset="0"/>
              </a:rPr>
              <a:t>可编程</a:t>
            </a:r>
          </a:p>
        </p:txBody>
      </p:sp>
      <p:sp>
        <p:nvSpPr>
          <p:cNvPr id="46" name="Freeform 10">
            <a:extLst>
              <a:ext uri="{FF2B5EF4-FFF2-40B4-BE49-F238E27FC236}">
                <a16:creationId xmlns:a16="http://schemas.microsoft.com/office/drawing/2014/main" id="{824994EC-B2F9-4EFE-96F4-45B909E95B0D}"/>
              </a:ext>
            </a:extLst>
          </p:cNvPr>
          <p:cNvSpPr>
            <a:spLocks/>
          </p:cNvSpPr>
          <p:nvPr/>
        </p:nvSpPr>
        <p:spPr bwMode="gray">
          <a:xfrm>
            <a:off x="5469034" y="3280266"/>
            <a:ext cx="605822" cy="134095"/>
          </a:xfrm>
          <a:custGeom>
            <a:avLst/>
            <a:gdLst>
              <a:gd name="T0" fmla="*/ 0 w 2347"/>
              <a:gd name="T1" fmla="*/ 188 h 336"/>
              <a:gd name="T2" fmla="*/ 0 w 2347"/>
              <a:gd name="T3" fmla="*/ 336 h 336"/>
              <a:gd name="T4" fmla="*/ 2347 w 2347"/>
              <a:gd name="T5" fmla="*/ 336 h 336"/>
              <a:gd name="T6" fmla="*/ 2005 w 2347"/>
              <a:gd name="T7" fmla="*/ 0 h 336"/>
              <a:gd name="T8" fmla="*/ 2005 w 2347"/>
              <a:gd name="T9" fmla="*/ 189 h 336"/>
              <a:gd name="T10" fmla="*/ 0 w 2347"/>
              <a:gd name="T11" fmla="*/ 188 h 336"/>
              <a:gd name="T12" fmla="*/ 0 60000 65536"/>
              <a:gd name="T13" fmla="*/ 0 60000 65536"/>
              <a:gd name="T14" fmla="*/ 0 60000 65536"/>
              <a:gd name="T15" fmla="*/ 0 60000 65536"/>
              <a:gd name="T16" fmla="*/ 0 60000 65536"/>
              <a:gd name="T17" fmla="*/ 0 60000 65536"/>
              <a:gd name="T18" fmla="*/ 0 w 2347"/>
              <a:gd name="T19" fmla="*/ 0 h 336"/>
              <a:gd name="T20" fmla="*/ 2347 w 2347"/>
              <a:gd name="T21" fmla="*/ 336 h 336"/>
            </a:gdLst>
            <a:ahLst/>
            <a:cxnLst>
              <a:cxn ang="T12">
                <a:pos x="T0" y="T1"/>
              </a:cxn>
              <a:cxn ang="T13">
                <a:pos x="T2" y="T3"/>
              </a:cxn>
              <a:cxn ang="T14">
                <a:pos x="T4" y="T5"/>
              </a:cxn>
              <a:cxn ang="T15">
                <a:pos x="T6" y="T7"/>
              </a:cxn>
              <a:cxn ang="T16">
                <a:pos x="T8" y="T9"/>
              </a:cxn>
              <a:cxn ang="T17">
                <a:pos x="T10" y="T11"/>
              </a:cxn>
            </a:cxnLst>
            <a:rect l="T18" t="T19" r="T20" b="T21"/>
            <a:pathLst>
              <a:path w="2347" h="336">
                <a:moveTo>
                  <a:pt x="0" y="188"/>
                </a:moveTo>
                <a:lnTo>
                  <a:pt x="0" y="336"/>
                </a:lnTo>
                <a:lnTo>
                  <a:pt x="2347" y="336"/>
                </a:lnTo>
                <a:lnTo>
                  <a:pt x="2005" y="0"/>
                </a:lnTo>
                <a:lnTo>
                  <a:pt x="2005" y="189"/>
                </a:lnTo>
                <a:lnTo>
                  <a:pt x="0" y="188"/>
                </a:lnTo>
                <a:close/>
              </a:path>
            </a:pathLst>
          </a:custGeom>
          <a:solidFill>
            <a:srgbClr val="56C4D2"/>
          </a:solidFill>
          <a:ln>
            <a:noFill/>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细黑"/>
            </a:endParaRPr>
          </a:p>
        </p:txBody>
      </p:sp>
      <p:sp>
        <p:nvSpPr>
          <p:cNvPr id="47" name="Freeform 16">
            <a:extLst>
              <a:ext uri="{FF2B5EF4-FFF2-40B4-BE49-F238E27FC236}">
                <a16:creationId xmlns:a16="http://schemas.microsoft.com/office/drawing/2014/main" id="{64301CE6-0279-444F-8325-F8F5B7D383FD}"/>
              </a:ext>
            </a:extLst>
          </p:cNvPr>
          <p:cNvSpPr>
            <a:spLocks/>
          </p:cNvSpPr>
          <p:nvPr/>
        </p:nvSpPr>
        <p:spPr bwMode="gray">
          <a:xfrm flipH="1" flipV="1">
            <a:off x="5469034" y="3475264"/>
            <a:ext cx="595290" cy="154506"/>
          </a:xfrm>
          <a:custGeom>
            <a:avLst/>
            <a:gdLst>
              <a:gd name="T0" fmla="*/ 0 w 2347"/>
              <a:gd name="T1" fmla="*/ 188 h 336"/>
              <a:gd name="T2" fmla="*/ 0 w 2347"/>
              <a:gd name="T3" fmla="*/ 336 h 336"/>
              <a:gd name="T4" fmla="*/ 2347 w 2347"/>
              <a:gd name="T5" fmla="*/ 336 h 336"/>
              <a:gd name="T6" fmla="*/ 2005 w 2347"/>
              <a:gd name="T7" fmla="*/ 0 h 336"/>
              <a:gd name="T8" fmla="*/ 2005 w 2347"/>
              <a:gd name="T9" fmla="*/ 189 h 336"/>
              <a:gd name="T10" fmla="*/ 0 w 2347"/>
              <a:gd name="T11" fmla="*/ 188 h 336"/>
              <a:gd name="T12" fmla="*/ 0 60000 65536"/>
              <a:gd name="T13" fmla="*/ 0 60000 65536"/>
              <a:gd name="T14" fmla="*/ 0 60000 65536"/>
              <a:gd name="T15" fmla="*/ 0 60000 65536"/>
              <a:gd name="T16" fmla="*/ 0 60000 65536"/>
              <a:gd name="T17" fmla="*/ 0 60000 65536"/>
              <a:gd name="T18" fmla="*/ 0 w 2347"/>
              <a:gd name="T19" fmla="*/ 0 h 336"/>
              <a:gd name="T20" fmla="*/ 2347 w 2347"/>
              <a:gd name="T21" fmla="*/ 336 h 336"/>
            </a:gdLst>
            <a:ahLst/>
            <a:cxnLst>
              <a:cxn ang="T12">
                <a:pos x="T0" y="T1"/>
              </a:cxn>
              <a:cxn ang="T13">
                <a:pos x="T2" y="T3"/>
              </a:cxn>
              <a:cxn ang="T14">
                <a:pos x="T4" y="T5"/>
              </a:cxn>
              <a:cxn ang="T15">
                <a:pos x="T6" y="T7"/>
              </a:cxn>
              <a:cxn ang="T16">
                <a:pos x="T8" y="T9"/>
              </a:cxn>
              <a:cxn ang="T17">
                <a:pos x="T10" y="T11"/>
              </a:cxn>
            </a:cxnLst>
            <a:rect l="T18" t="T19" r="T20" b="T21"/>
            <a:pathLst>
              <a:path w="2347" h="336">
                <a:moveTo>
                  <a:pt x="0" y="188"/>
                </a:moveTo>
                <a:lnTo>
                  <a:pt x="0" y="336"/>
                </a:lnTo>
                <a:lnTo>
                  <a:pt x="2347" y="336"/>
                </a:lnTo>
                <a:lnTo>
                  <a:pt x="2005" y="0"/>
                </a:lnTo>
                <a:lnTo>
                  <a:pt x="2005" y="189"/>
                </a:lnTo>
                <a:lnTo>
                  <a:pt x="0" y="188"/>
                </a:lnTo>
                <a:close/>
              </a:path>
            </a:pathLst>
          </a:custGeom>
          <a:solidFill>
            <a:srgbClr val="56C4D2"/>
          </a:solidFill>
          <a:ln>
            <a:noFill/>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细黑"/>
            </a:endParaRPr>
          </a:p>
        </p:txBody>
      </p:sp>
      <p:sp>
        <p:nvSpPr>
          <p:cNvPr id="48" name="圆角矩形 53">
            <a:extLst>
              <a:ext uri="{FF2B5EF4-FFF2-40B4-BE49-F238E27FC236}">
                <a16:creationId xmlns:a16="http://schemas.microsoft.com/office/drawing/2014/main" id="{B73C232F-7222-4E92-B230-76B2F1AB10CA}"/>
              </a:ext>
            </a:extLst>
          </p:cNvPr>
          <p:cNvSpPr>
            <a:spLocks noChangeArrowheads="1"/>
          </p:cNvSpPr>
          <p:nvPr/>
        </p:nvSpPr>
        <p:spPr bwMode="gray">
          <a:xfrm>
            <a:off x="1681253" y="1582231"/>
            <a:ext cx="3331872" cy="3953327"/>
          </a:xfrm>
          <a:prstGeom prst="roundRect">
            <a:avLst>
              <a:gd name="adj" fmla="val 0"/>
            </a:avLst>
          </a:prstGeom>
          <a:noFill/>
          <a:ln w="12700" algn="ctr">
            <a:solidFill>
              <a:srgbClr val="56C4D2"/>
            </a:solidFill>
            <a:round/>
            <a:headEnd/>
            <a:tailEnd/>
          </a:ln>
          <a:effectLst/>
        </p:spPr>
        <p:txBody>
          <a:bodyPr anchor="ctr"/>
          <a:lstStyle>
            <a:lvl1pPr>
              <a:defRPr>
                <a:solidFill>
                  <a:schemeClr val="tx1"/>
                </a:solidFill>
                <a:latin typeface="Arial" panose="020B0604020202020204" pitchFamily="34" charset="0"/>
                <a:ea typeface="Microsoft YaHei" panose="020B0503020204020204" pitchFamily="34" charset="-122"/>
              </a:defRPr>
            </a:lvl1pPr>
            <a:lvl2pPr marL="742950" indent="-285750">
              <a:defRPr>
                <a:solidFill>
                  <a:schemeClr val="tx1"/>
                </a:solidFill>
                <a:latin typeface="Arial" panose="020B0604020202020204" pitchFamily="34" charset="0"/>
                <a:ea typeface="Microsoft YaHei" panose="020B0503020204020204" pitchFamily="34" charset="-122"/>
              </a:defRPr>
            </a:lvl2pPr>
            <a:lvl3pPr marL="1143000" indent="-228600">
              <a:defRPr>
                <a:solidFill>
                  <a:schemeClr val="tx1"/>
                </a:solidFill>
                <a:latin typeface="Arial" panose="020B0604020202020204" pitchFamily="34" charset="0"/>
                <a:ea typeface="Microsoft YaHei" panose="020B0503020204020204" pitchFamily="34" charset="-122"/>
              </a:defRPr>
            </a:lvl3pPr>
            <a:lvl4pPr marL="1600200" indent="-228600">
              <a:defRPr>
                <a:solidFill>
                  <a:schemeClr val="tx1"/>
                </a:solidFill>
                <a:latin typeface="Arial" panose="020B0604020202020204" pitchFamily="34" charset="0"/>
                <a:ea typeface="Microsoft YaHei" panose="020B0503020204020204" pitchFamily="34" charset="-122"/>
              </a:defRPr>
            </a:lvl4pPr>
            <a:lvl5pPr marL="2057400" indent="-228600">
              <a:defRPr>
                <a:solidFill>
                  <a:schemeClr val="tx1"/>
                </a:solidFill>
                <a:latin typeface="Arial" panose="020B0604020202020204" pitchFamily="34" charset="0"/>
                <a:ea typeface="Microsoft YaHei"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9pPr>
          </a:lstStyle>
          <a:p>
            <a:pPr algn="ctr" defTabSz="914400" fontAlgn="ctr">
              <a:spcBef>
                <a:spcPct val="0"/>
              </a:spcBef>
              <a:spcAft>
                <a:spcPct val="0"/>
              </a:spcAft>
              <a:buSzPct val="100000"/>
            </a:pPr>
            <a:endParaRPr lang="en-US" altLang="zh-CN">
              <a:solidFill>
                <a:srgbClr val="FFFFFF"/>
              </a:solidFill>
              <a:latin typeface="Huawei Sans"/>
              <a:ea typeface="微软雅黑" panose="020B0503020204020204" pitchFamily="34" charset="-122"/>
              <a:sym typeface="Calibri" panose="020F0502020204030204" pitchFamily="34" charset="0"/>
            </a:endParaRPr>
          </a:p>
        </p:txBody>
      </p:sp>
      <p:sp>
        <p:nvSpPr>
          <p:cNvPr id="49" name="Rounded Rectangle 8">
            <a:extLst>
              <a:ext uri="{FF2B5EF4-FFF2-40B4-BE49-F238E27FC236}">
                <a16:creationId xmlns:a16="http://schemas.microsoft.com/office/drawing/2014/main" id="{A8E6DF2C-99AA-4330-8763-DD934538DBAA}"/>
              </a:ext>
            </a:extLst>
          </p:cNvPr>
          <p:cNvSpPr/>
          <p:nvPr/>
        </p:nvSpPr>
        <p:spPr bwMode="gray">
          <a:xfrm>
            <a:off x="1993605" y="3625563"/>
            <a:ext cx="2698923" cy="357002"/>
          </a:xfrm>
          <a:prstGeom prst="roundRect">
            <a:avLst>
              <a:gd name="adj" fmla="val 50000"/>
            </a:avLst>
          </a:prstGeom>
          <a:solidFill>
            <a:srgbClr val="30B5C5"/>
          </a:solidFill>
          <a:ln w="9525" cap="flat" cmpd="sng" algn="ctr">
            <a:noFill/>
            <a:prstDash val="solid"/>
            <a:round/>
            <a:headEnd type="none" w="med" len="med"/>
            <a:tailEnd type="none" w="med" len="med"/>
          </a:ln>
          <a:effectLst/>
        </p:spPr>
        <p:txBody>
          <a:bodyPr vert="horz" wrap="square" lIns="91419" tIns="46800" rIns="91419" bIns="45709"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CC9900"/>
              </a:buClr>
              <a:buSzTx/>
              <a:buFontTx/>
              <a:buNone/>
              <a:tabLst/>
              <a:defRPr/>
            </a:pPr>
            <a:r>
              <a:rPr kumimoji="0" lang="zh-CN" altLang="en-US" sz="1600" b="1" i="0" u="none" strike="noStrike" kern="0" cap="none" spc="0" normalizeH="0" baseline="0" noProof="0" dirty="0">
                <a:ln>
                  <a:noFill/>
                </a:ln>
                <a:solidFill>
                  <a:prstClr val="white"/>
                </a:solidFill>
                <a:effectLst/>
                <a:uLnTx/>
                <a:uFillTx/>
                <a:cs typeface="Microsoft YaHei" charset="-122"/>
              </a:rPr>
              <a:t>硬件管理</a:t>
            </a:r>
          </a:p>
        </p:txBody>
      </p:sp>
      <p:sp>
        <p:nvSpPr>
          <p:cNvPr id="50" name="Rounded Rectangle 8">
            <a:extLst>
              <a:ext uri="{FF2B5EF4-FFF2-40B4-BE49-F238E27FC236}">
                <a16:creationId xmlns:a16="http://schemas.microsoft.com/office/drawing/2014/main" id="{FEBEB631-50EF-4E55-89B7-25623EFC1222}"/>
              </a:ext>
            </a:extLst>
          </p:cNvPr>
          <p:cNvSpPr/>
          <p:nvPr/>
        </p:nvSpPr>
        <p:spPr bwMode="gray">
          <a:xfrm>
            <a:off x="1995433" y="2859310"/>
            <a:ext cx="2697095" cy="365857"/>
          </a:xfrm>
          <a:prstGeom prst="roundRect">
            <a:avLst>
              <a:gd name="adj" fmla="val 50000"/>
            </a:avLst>
          </a:prstGeom>
          <a:solidFill>
            <a:srgbClr val="30B5C5"/>
          </a:solidFill>
          <a:ln w="9525" cap="flat" cmpd="sng" algn="ctr">
            <a:noFill/>
            <a:prstDash val="solid"/>
            <a:round/>
            <a:headEnd type="none" w="med" len="med"/>
            <a:tailEnd type="none" w="med" len="med"/>
          </a:ln>
          <a:effectLst/>
        </p:spPr>
        <p:txBody>
          <a:bodyPr vert="horz" wrap="square" lIns="91419" tIns="46800" rIns="91419" bIns="45709"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CC9900"/>
              </a:buClr>
              <a:buSzTx/>
              <a:buFontTx/>
              <a:buNone/>
              <a:tabLst/>
              <a:defRPr/>
            </a:pPr>
            <a:r>
              <a:rPr kumimoji="0" lang="zh-CN" altLang="en-US" sz="1600" b="1" i="0" u="none" strike="noStrike" kern="0" cap="none" spc="0" normalizeH="0" baseline="0" noProof="0" dirty="0">
                <a:ln>
                  <a:noFill/>
                </a:ln>
                <a:solidFill>
                  <a:prstClr val="white"/>
                </a:solidFill>
                <a:effectLst/>
                <a:uLnTx/>
                <a:uFillTx/>
                <a:cs typeface="Microsoft YaHei" charset="-122"/>
              </a:rPr>
              <a:t>程序管理</a:t>
            </a:r>
          </a:p>
        </p:txBody>
      </p:sp>
      <p:sp>
        <p:nvSpPr>
          <p:cNvPr id="51" name="TextBox 169">
            <a:extLst>
              <a:ext uri="{FF2B5EF4-FFF2-40B4-BE49-F238E27FC236}">
                <a16:creationId xmlns:a16="http://schemas.microsoft.com/office/drawing/2014/main" id="{E6846E68-05D9-4E15-9564-C2C4DCD0EBCC}"/>
              </a:ext>
            </a:extLst>
          </p:cNvPr>
          <p:cNvSpPr txBox="1"/>
          <p:nvPr/>
        </p:nvSpPr>
        <p:spPr bwMode="gray">
          <a:xfrm>
            <a:off x="1879293" y="2097370"/>
            <a:ext cx="2927546" cy="432000"/>
          </a:xfrm>
          <a:prstGeom prst="roundRect">
            <a:avLst/>
          </a:prstGeom>
          <a:noFill/>
          <a:ln w="25400" cap="flat" cmpd="sng" algn="ctr">
            <a:noFill/>
            <a:prstDash val="solid"/>
          </a:ln>
          <a:effectLst/>
        </p:spPr>
        <p:txBody>
          <a:bodyPr rtlCol="0" anchor="ctr"/>
          <a:lstStyle>
            <a:defPPr>
              <a:defRPr lang="zh-CN"/>
            </a:defPPr>
            <a:lvl1pPr algn="ctr" defTabSz="1219272" fontAlgn="base">
              <a:spcBef>
                <a:spcPct val="0"/>
              </a:spcBef>
              <a:spcAft>
                <a:spcPct val="0"/>
              </a:spcAft>
              <a:buClr>
                <a:srgbClr val="CC9900"/>
              </a:buClr>
              <a:buFont typeface="Wingdings" pitchFamily="2" charset="2"/>
              <a:buNone/>
              <a:defRPr sz="1600" b="1">
                <a:solidFill>
                  <a:prstClr val="white"/>
                </a:solidFill>
                <a:latin typeface="微软雅黑" panose="020B0503020204020204" pitchFamily="34" charset="-122"/>
                <a:ea typeface="微软雅黑" panose="020B0503020204020204" pitchFamily="34" charset="-122"/>
              </a:defRPr>
            </a:lvl1pPr>
            <a:lvl2pPr marL="609636" defTabSz="1219272">
              <a:defRPr sz="2400">
                <a:solidFill>
                  <a:schemeClr val="lt1"/>
                </a:solidFill>
              </a:defRPr>
            </a:lvl2pPr>
            <a:lvl3pPr marL="1219272" defTabSz="1219272">
              <a:defRPr sz="2400">
                <a:solidFill>
                  <a:schemeClr val="lt1"/>
                </a:solidFill>
              </a:defRPr>
            </a:lvl3pPr>
            <a:lvl4pPr marL="1828908" defTabSz="1219272">
              <a:defRPr sz="2400">
                <a:solidFill>
                  <a:schemeClr val="lt1"/>
                </a:solidFill>
              </a:defRPr>
            </a:lvl4pPr>
            <a:lvl5pPr marL="2438545" defTabSz="1219272">
              <a:defRPr sz="2400">
                <a:solidFill>
                  <a:schemeClr val="lt1"/>
                </a:solidFill>
              </a:defRPr>
            </a:lvl5pPr>
            <a:lvl6pPr marL="3048180" defTabSz="1219272">
              <a:defRPr sz="2400">
                <a:solidFill>
                  <a:schemeClr val="lt1"/>
                </a:solidFill>
              </a:defRPr>
            </a:lvl6pPr>
            <a:lvl7pPr marL="3657816" defTabSz="1219272">
              <a:defRPr sz="2400">
                <a:solidFill>
                  <a:schemeClr val="lt1"/>
                </a:solidFill>
              </a:defRPr>
            </a:lvl7pPr>
            <a:lvl8pPr marL="4267452" defTabSz="1219272">
              <a:defRPr sz="2400">
                <a:solidFill>
                  <a:schemeClr val="lt1"/>
                </a:solidFill>
              </a:defRPr>
            </a:lvl8pPr>
            <a:lvl9pPr marL="4877087" defTabSz="1219272">
              <a:defRPr sz="2400">
                <a:solidFill>
                  <a:schemeClr val="lt1"/>
                </a:solidFill>
              </a:defRPr>
            </a:lvl9pPr>
          </a:lstStyle>
          <a:p>
            <a:pPr fontAlgn="auto">
              <a:spcBef>
                <a:spcPts val="0"/>
              </a:spcBef>
              <a:spcAft>
                <a:spcPts val="0"/>
              </a:spcAft>
              <a:defRPr/>
            </a:pPr>
            <a:r>
              <a:rPr lang="zh-CN" altLang="en-US" sz="1800" kern="0" dirty="0">
                <a:solidFill>
                  <a:schemeClr val="tx1"/>
                </a:solidFill>
                <a:highlight>
                  <a:srgbClr val="FFFF00"/>
                </a:highlight>
                <a:latin typeface="Huawei Sans"/>
                <a:ea typeface="方正兰亭黑简体"/>
                <a:cs typeface="Arial" charset="0"/>
              </a:rPr>
              <a:t>操作系统</a:t>
            </a:r>
          </a:p>
        </p:txBody>
      </p:sp>
      <p:sp>
        <p:nvSpPr>
          <p:cNvPr id="53" name="圆角矩形 66">
            <a:extLst>
              <a:ext uri="{FF2B5EF4-FFF2-40B4-BE49-F238E27FC236}">
                <a16:creationId xmlns:a16="http://schemas.microsoft.com/office/drawing/2014/main" id="{0E05D45B-30F4-4C5A-9319-A1515F6222D3}"/>
              </a:ext>
            </a:extLst>
          </p:cNvPr>
          <p:cNvSpPr/>
          <p:nvPr/>
        </p:nvSpPr>
        <p:spPr bwMode="gray">
          <a:xfrm>
            <a:off x="1788409" y="5652081"/>
            <a:ext cx="987981" cy="332090"/>
          </a:xfrm>
          <a:prstGeom prst="roundRect">
            <a:avLst>
              <a:gd name="adj" fmla="val 50000"/>
            </a:avLst>
          </a:prstGeom>
          <a:solidFill>
            <a:srgbClr val="FAD3B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200" b="0" i="0" u="none" strike="noStrike" kern="0" cap="none" spc="0" normalizeH="0" baseline="0" noProof="0">
              <a:ln>
                <a:noFill/>
              </a:ln>
              <a:effectLst/>
              <a:uLnTx/>
              <a:uFillTx/>
              <a:latin typeface="Huawei Sans"/>
              <a:ea typeface="方正兰亭黑简体"/>
              <a:cs typeface="+mn-cs"/>
            </a:endParaRPr>
          </a:p>
        </p:txBody>
      </p:sp>
      <p:sp>
        <p:nvSpPr>
          <p:cNvPr id="54" name="文本框 53">
            <a:extLst>
              <a:ext uri="{FF2B5EF4-FFF2-40B4-BE49-F238E27FC236}">
                <a16:creationId xmlns:a16="http://schemas.microsoft.com/office/drawing/2014/main" id="{29BBEE54-6D2A-4C7D-94CF-D58EB1722354}"/>
              </a:ext>
            </a:extLst>
          </p:cNvPr>
          <p:cNvSpPr txBox="1"/>
          <p:nvPr/>
        </p:nvSpPr>
        <p:spPr bwMode="gray">
          <a:xfrm>
            <a:off x="2055759" y="5694616"/>
            <a:ext cx="554091" cy="276999"/>
          </a:xfrm>
          <a:prstGeom prst="rect">
            <a:avLst/>
          </a:prstGeom>
          <a:noFill/>
        </p:spPr>
        <p:txBody>
          <a:bodyPr wrap="square" rtlCol="0">
            <a:spAutoFit/>
          </a:bodyPr>
          <a:lstStyle/>
          <a:p>
            <a:pPr defTabSz="914400"/>
            <a:r>
              <a:rPr lang="zh-CN" altLang="en-US" sz="1200" dirty="0">
                <a:ea typeface="Microsoft YaHei" charset="-122"/>
                <a:cs typeface="Microsoft YaHei" charset="-122"/>
              </a:rPr>
              <a:t>鼠标</a:t>
            </a:r>
          </a:p>
        </p:txBody>
      </p:sp>
      <p:sp>
        <p:nvSpPr>
          <p:cNvPr id="55" name="圆角矩形 70">
            <a:extLst>
              <a:ext uri="{FF2B5EF4-FFF2-40B4-BE49-F238E27FC236}">
                <a16:creationId xmlns:a16="http://schemas.microsoft.com/office/drawing/2014/main" id="{6748DCAF-8724-48E8-8B26-A0A1013733B3}"/>
              </a:ext>
            </a:extLst>
          </p:cNvPr>
          <p:cNvSpPr/>
          <p:nvPr/>
        </p:nvSpPr>
        <p:spPr bwMode="gray">
          <a:xfrm>
            <a:off x="2899591" y="5652081"/>
            <a:ext cx="911436" cy="332090"/>
          </a:xfrm>
          <a:prstGeom prst="roundRect">
            <a:avLst>
              <a:gd name="adj" fmla="val 50000"/>
            </a:avLst>
          </a:prstGeom>
          <a:solidFill>
            <a:srgbClr val="FAD3B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200" b="0" i="0" u="none" strike="noStrike" kern="0" cap="none" spc="0" normalizeH="0" baseline="0" noProof="0">
              <a:ln>
                <a:noFill/>
              </a:ln>
              <a:effectLst/>
              <a:uLnTx/>
              <a:uFillTx/>
              <a:latin typeface="Huawei Sans"/>
              <a:ea typeface="方正兰亭黑简体"/>
              <a:cs typeface="+mn-cs"/>
            </a:endParaRPr>
          </a:p>
        </p:txBody>
      </p:sp>
      <p:sp>
        <p:nvSpPr>
          <p:cNvPr id="56" name="文本框 55">
            <a:extLst>
              <a:ext uri="{FF2B5EF4-FFF2-40B4-BE49-F238E27FC236}">
                <a16:creationId xmlns:a16="http://schemas.microsoft.com/office/drawing/2014/main" id="{CC95664F-F540-4091-A252-A7D23A177F53}"/>
              </a:ext>
            </a:extLst>
          </p:cNvPr>
          <p:cNvSpPr txBox="1"/>
          <p:nvPr/>
        </p:nvSpPr>
        <p:spPr bwMode="gray">
          <a:xfrm>
            <a:off x="3097641" y="5696253"/>
            <a:ext cx="676412" cy="276999"/>
          </a:xfrm>
          <a:prstGeom prst="rect">
            <a:avLst/>
          </a:prstGeom>
          <a:noFill/>
        </p:spPr>
        <p:txBody>
          <a:bodyPr wrap="square" rtlCol="0">
            <a:spAutoFit/>
          </a:bodyPr>
          <a:lstStyle/>
          <a:p>
            <a:pPr defTabSz="914400"/>
            <a:r>
              <a:rPr lang="zh-CN" altLang="en-US" sz="1200" dirty="0">
                <a:ea typeface="Microsoft YaHei" charset="-122"/>
                <a:cs typeface="Microsoft YaHei" charset="-122"/>
              </a:rPr>
              <a:t>键盘</a:t>
            </a:r>
          </a:p>
        </p:txBody>
      </p:sp>
      <p:sp>
        <p:nvSpPr>
          <p:cNvPr id="57" name="圆角矩形 74">
            <a:extLst>
              <a:ext uri="{FF2B5EF4-FFF2-40B4-BE49-F238E27FC236}">
                <a16:creationId xmlns:a16="http://schemas.microsoft.com/office/drawing/2014/main" id="{CE41844B-6C90-4469-BC57-23EB21881341}"/>
              </a:ext>
            </a:extLst>
          </p:cNvPr>
          <p:cNvSpPr/>
          <p:nvPr/>
        </p:nvSpPr>
        <p:spPr bwMode="gray">
          <a:xfrm>
            <a:off x="3950058" y="5652081"/>
            <a:ext cx="911227" cy="332090"/>
          </a:xfrm>
          <a:prstGeom prst="roundRect">
            <a:avLst>
              <a:gd name="adj" fmla="val 50000"/>
            </a:avLst>
          </a:prstGeom>
          <a:solidFill>
            <a:srgbClr val="FAD3B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200" b="0" i="0" u="none" strike="noStrike" kern="0" cap="none" spc="0" normalizeH="0" baseline="0" noProof="0">
              <a:ln>
                <a:noFill/>
              </a:ln>
              <a:effectLst/>
              <a:uLnTx/>
              <a:uFillTx/>
              <a:latin typeface="Huawei Sans"/>
              <a:ea typeface="方正兰亭黑简体"/>
              <a:cs typeface="+mn-cs"/>
            </a:endParaRPr>
          </a:p>
        </p:txBody>
      </p:sp>
      <p:sp>
        <p:nvSpPr>
          <p:cNvPr id="58" name="文本框 57">
            <a:extLst>
              <a:ext uri="{FF2B5EF4-FFF2-40B4-BE49-F238E27FC236}">
                <a16:creationId xmlns:a16="http://schemas.microsoft.com/office/drawing/2014/main" id="{BA0B465C-2328-47D5-93A3-253476641EA0}"/>
              </a:ext>
            </a:extLst>
          </p:cNvPr>
          <p:cNvSpPr txBox="1"/>
          <p:nvPr/>
        </p:nvSpPr>
        <p:spPr bwMode="gray">
          <a:xfrm>
            <a:off x="3955873" y="5698971"/>
            <a:ext cx="921811" cy="276999"/>
          </a:xfrm>
          <a:prstGeom prst="rect">
            <a:avLst/>
          </a:prstGeom>
          <a:noFill/>
        </p:spPr>
        <p:txBody>
          <a:bodyPr wrap="square" rtlCol="0">
            <a:spAutoFit/>
          </a:bodyPr>
          <a:lstStyle/>
          <a:p>
            <a:pPr defTabSz="914400"/>
            <a:r>
              <a:rPr lang="zh-CN" altLang="en-US" sz="1200">
                <a:ea typeface="Microsoft YaHei" charset="-122"/>
                <a:cs typeface="Microsoft YaHei" charset="-122"/>
              </a:rPr>
              <a:t>其他硬件</a:t>
            </a:r>
            <a:endParaRPr lang="zh-CN" altLang="en-US" sz="1200" dirty="0">
              <a:ea typeface="Microsoft YaHei" charset="-122"/>
              <a:cs typeface="Microsoft YaHei" charset="-122"/>
            </a:endParaRPr>
          </a:p>
        </p:txBody>
      </p:sp>
      <p:sp>
        <p:nvSpPr>
          <p:cNvPr id="59" name="圆角矩形 79">
            <a:extLst>
              <a:ext uri="{FF2B5EF4-FFF2-40B4-BE49-F238E27FC236}">
                <a16:creationId xmlns:a16="http://schemas.microsoft.com/office/drawing/2014/main" id="{3B5BD1D2-E9E3-46B3-BC9B-400F68E1A592}"/>
              </a:ext>
            </a:extLst>
          </p:cNvPr>
          <p:cNvSpPr/>
          <p:nvPr/>
        </p:nvSpPr>
        <p:spPr bwMode="gray">
          <a:xfrm>
            <a:off x="6493399" y="5696601"/>
            <a:ext cx="1057840" cy="332090"/>
          </a:xfrm>
          <a:prstGeom prst="roundRect">
            <a:avLst>
              <a:gd name="adj" fmla="val 50000"/>
            </a:avLst>
          </a:prstGeom>
          <a:solidFill>
            <a:srgbClr val="FAD3B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050" b="0" i="0" u="none" strike="noStrike" kern="0" cap="none" spc="0" normalizeH="0" baseline="0" noProof="0">
              <a:ln>
                <a:noFill/>
              </a:ln>
              <a:effectLst/>
              <a:uLnTx/>
              <a:uFillTx/>
              <a:latin typeface="Huawei Sans"/>
              <a:ea typeface="Microsoft YaHei" charset="-122"/>
              <a:cs typeface="Microsoft YaHei" charset="-122"/>
            </a:endParaRPr>
          </a:p>
        </p:txBody>
      </p:sp>
      <p:sp>
        <p:nvSpPr>
          <p:cNvPr id="60" name="文本框 59">
            <a:extLst>
              <a:ext uri="{FF2B5EF4-FFF2-40B4-BE49-F238E27FC236}">
                <a16:creationId xmlns:a16="http://schemas.microsoft.com/office/drawing/2014/main" id="{6D8C91B7-F0F8-4BA9-9257-6539DEE83241}"/>
              </a:ext>
            </a:extLst>
          </p:cNvPr>
          <p:cNvSpPr txBox="1"/>
          <p:nvPr/>
        </p:nvSpPr>
        <p:spPr bwMode="gray">
          <a:xfrm>
            <a:off x="6688117" y="5743491"/>
            <a:ext cx="769958" cy="276999"/>
          </a:xfrm>
          <a:prstGeom prst="rect">
            <a:avLst/>
          </a:prstGeom>
          <a:noFill/>
        </p:spPr>
        <p:txBody>
          <a:bodyPr wrap="square" rtlCol="0">
            <a:spAutoFit/>
          </a:bodyPr>
          <a:lstStyle/>
          <a:p>
            <a:pPr defTabSz="914400"/>
            <a:r>
              <a:rPr lang="en-US" altLang="zh-CN" sz="1200" dirty="0">
                <a:ea typeface="Microsoft YaHei" charset="-122"/>
                <a:cs typeface="Microsoft YaHei" charset="-122"/>
              </a:rPr>
              <a:t>CX600</a:t>
            </a:r>
            <a:endParaRPr lang="zh-CN" altLang="en-US" sz="1200" dirty="0">
              <a:ea typeface="Microsoft YaHei" charset="-122"/>
              <a:cs typeface="Microsoft YaHei" charset="-122"/>
            </a:endParaRPr>
          </a:p>
        </p:txBody>
      </p:sp>
      <p:sp>
        <p:nvSpPr>
          <p:cNvPr id="61" name="圆角矩形 83">
            <a:extLst>
              <a:ext uri="{FF2B5EF4-FFF2-40B4-BE49-F238E27FC236}">
                <a16:creationId xmlns:a16="http://schemas.microsoft.com/office/drawing/2014/main" id="{41E642CB-14A7-4E6B-BFEC-892B88ACE8FB}"/>
              </a:ext>
            </a:extLst>
          </p:cNvPr>
          <p:cNvSpPr/>
          <p:nvPr/>
        </p:nvSpPr>
        <p:spPr bwMode="gray">
          <a:xfrm>
            <a:off x="7640713" y="5700234"/>
            <a:ext cx="1082880" cy="332090"/>
          </a:xfrm>
          <a:prstGeom prst="roundRect">
            <a:avLst>
              <a:gd name="adj" fmla="val 50000"/>
            </a:avLst>
          </a:prstGeom>
          <a:solidFill>
            <a:srgbClr val="FAD3B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050" b="0" i="0" u="none" strike="noStrike" kern="0" cap="none" spc="0" normalizeH="0" baseline="0" noProof="0">
              <a:ln>
                <a:noFill/>
              </a:ln>
              <a:effectLst/>
              <a:uLnTx/>
              <a:uFillTx/>
              <a:latin typeface="Huawei Sans"/>
              <a:ea typeface="Microsoft YaHei" charset="-122"/>
              <a:cs typeface="Microsoft YaHei" charset="-122"/>
            </a:endParaRPr>
          </a:p>
        </p:txBody>
      </p:sp>
      <p:sp>
        <p:nvSpPr>
          <p:cNvPr id="62" name="文本框 61">
            <a:extLst>
              <a:ext uri="{FF2B5EF4-FFF2-40B4-BE49-F238E27FC236}">
                <a16:creationId xmlns:a16="http://schemas.microsoft.com/office/drawing/2014/main" id="{854480A0-AF68-491E-9EE9-DA4A8FE3204A}"/>
              </a:ext>
            </a:extLst>
          </p:cNvPr>
          <p:cNvSpPr txBox="1"/>
          <p:nvPr/>
        </p:nvSpPr>
        <p:spPr bwMode="gray">
          <a:xfrm>
            <a:off x="7851713" y="5747124"/>
            <a:ext cx="788183" cy="276999"/>
          </a:xfrm>
          <a:prstGeom prst="rect">
            <a:avLst/>
          </a:prstGeom>
          <a:noFill/>
        </p:spPr>
        <p:txBody>
          <a:bodyPr wrap="square" rtlCol="0">
            <a:spAutoFit/>
          </a:bodyPr>
          <a:lstStyle/>
          <a:p>
            <a:pPr defTabSz="914400"/>
            <a:r>
              <a:rPr lang="en-US" altLang="zh-CN" sz="1200" dirty="0">
                <a:ea typeface="Microsoft YaHei" charset="-122"/>
                <a:cs typeface="Microsoft YaHei" charset="-122"/>
              </a:rPr>
              <a:t>NE40E</a:t>
            </a:r>
            <a:endParaRPr lang="zh-CN" altLang="en-US" sz="1200" dirty="0">
              <a:ea typeface="Microsoft YaHei" charset="-122"/>
              <a:cs typeface="Microsoft YaHei" charset="-122"/>
            </a:endParaRPr>
          </a:p>
        </p:txBody>
      </p:sp>
      <p:sp>
        <p:nvSpPr>
          <p:cNvPr id="63" name="圆角矩形 86">
            <a:extLst>
              <a:ext uri="{FF2B5EF4-FFF2-40B4-BE49-F238E27FC236}">
                <a16:creationId xmlns:a16="http://schemas.microsoft.com/office/drawing/2014/main" id="{431266F5-248A-443C-BF26-772157A484CA}"/>
              </a:ext>
            </a:extLst>
          </p:cNvPr>
          <p:cNvSpPr/>
          <p:nvPr/>
        </p:nvSpPr>
        <p:spPr bwMode="gray">
          <a:xfrm>
            <a:off x="8786560" y="5695162"/>
            <a:ext cx="1277931" cy="332090"/>
          </a:xfrm>
          <a:prstGeom prst="roundRect">
            <a:avLst>
              <a:gd name="adj" fmla="val 50000"/>
            </a:avLst>
          </a:prstGeom>
          <a:solidFill>
            <a:srgbClr val="FAD3B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050" b="0" i="0" u="none" strike="noStrike" kern="0" cap="none" spc="0" normalizeH="0" baseline="0" noProof="0">
              <a:ln>
                <a:noFill/>
              </a:ln>
              <a:effectLst/>
              <a:uLnTx/>
              <a:uFillTx/>
              <a:latin typeface="Huawei Sans"/>
              <a:ea typeface="Microsoft YaHei" charset="-122"/>
              <a:cs typeface="Microsoft YaHei" charset="-122"/>
            </a:endParaRPr>
          </a:p>
        </p:txBody>
      </p:sp>
      <p:sp>
        <p:nvSpPr>
          <p:cNvPr id="64" name="文本框 63">
            <a:extLst>
              <a:ext uri="{FF2B5EF4-FFF2-40B4-BE49-F238E27FC236}">
                <a16:creationId xmlns:a16="http://schemas.microsoft.com/office/drawing/2014/main" id="{DFFD2451-FF30-4FB4-B5F9-A1D67C95D0AB}"/>
              </a:ext>
            </a:extLst>
          </p:cNvPr>
          <p:cNvSpPr txBox="1"/>
          <p:nvPr/>
        </p:nvSpPr>
        <p:spPr bwMode="gray">
          <a:xfrm>
            <a:off x="9057338" y="5742052"/>
            <a:ext cx="1235059" cy="276999"/>
          </a:xfrm>
          <a:prstGeom prst="rect">
            <a:avLst/>
          </a:prstGeom>
          <a:noFill/>
        </p:spPr>
        <p:txBody>
          <a:bodyPr wrap="square" rtlCol="0">
            <a:spAutoFit/>
          </a:bodyPr>
          <a:lstStyle/>
          <a:p>
            <a:pPr defTabSz="914400"/>
            <a:r>
              <a:rPr lang="zh-CN" altLang="en-US" sz="1200" dirty="0">
                <a:ea typeface="Microsoft YaHei" charset="-122"/>
                <a:cs typeface="Microsoft YaHei" charset="-122"/>
              </a:rPr>
              <a:t>三方设备</a:t>
            </a:r>
          </a:p>
        </p:txBody>
      </p:sp>
      <p:sp>
        <p:nvSpPr>
          <p:cNvPr id="65" name="Rounded Rectangle 8">
            <a:extLst>
              <a:ext uri="{FF2B5EF4-FFF2-40B4-BE49-F238E27FC236}">
                <a16:creationId xmlns:a16="http://schemas.microsoft.com/office/drawing/2014/main" id="{F39C6043-D680-4DC3-8AE1-C732EBB7169E}"/>
              </a:ext>
            </a:extLst>
          </p:cNvPr>
          <p:cNvSpPr/>
          <p:nvPr/>
        </p:nvSpPr>
        <p:spPr bwMode="gray">
          <a:xfrm>
            <a:off x="2034495" y="4346676"/>
            <a:ext cx="2698923" cy="357002"/>
          </a:xfrm>
          <a:prstGeom prst="roundRect">
            <a:avLst>
              <a:gd name="adj" fmla="val 50000"/>
            </a:avLst>
          </a:prstGeom>
          <a:solidFill>
            <a:srgbClr val="30B5C5"/>
          </a:solidFill>
          <a:ln w="9525" cap="flat" cmpd="sng" algn="ctr">
            <a:noFill/>
            <a:prstDash val="solid"/>
            <a:round/>
            <a:headEnd type="none" w="med" len="med"/>
            <a:tailEnd type="none" w="med" len="med"/>
          </a:ln>
          <a:effectLst/>
        </p:spPr>
        <p:txBody>
          <a:bodyPr vert="horz" wrap="square" lIns="91419" tIns="46800" rIns="91419" bIns="45709"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CC9900"/>
              </a:buClr>
              <a:buSzTx/>
              <a:buFontTx/>
              <a:buNone/>
              <a:tabLst/>
              <a:defRPr/>
            </a:pPr>
            <a:r>
              <a:rPr kumimoji="0" lang="zh-CN" altLang="en-US" sz="1600" b="1" i="0" u="none" strike="noStrike" kern="0" cap="none" spc="0" normalizeH="0" baseline="0" noProof="0" dirty="0">
                <a:ln>
                  <a:noFill/>
                </a:ln>
                <a:solidFill>
                  <a:prstClr val="white"/>
                </a:solidFill>
                <a:effectLst/>
                <a:uLnTx/>
                <a:uFillTx/>
                <a:cs typeface="Microsoft YaHei" charset="-122"/>
              </a:rPr>
              <a:t>驱动</a:t>
            </a:r>
          </a:p>
        </p:txBody>
      </p:sp>
      <p:grpSp>
        <p:nvGrpSpPr>
          <p:cNvPr id="75" name="组合 74">
            <a:extLst>
              <a:ext uri="{FF2B5EF4-FFF2-40B4-BE49-F238E27FC236}">
                <a16:creationId xmlns:a16="http://schemas.microsoft.com/office/drawing/2014/main" id="{75E52465-5AEA-915D-85D1-05BED5317A8D}"/>
              </a:ext>
            </a:extLst>
          </p:cNvPr>
          <p:cNvGrpSpPr/>
          <p:nvPr/>
        </p:nvGrpSpPr>
        <p:grpSpPr>
          <a:xfrm>
            <a:off x="8993809" y="2113519"/>
            <a:ext cx="1550880" cy="169200"/>
            <a:chOff x="8993809" y="2113519"/>
            <a:chExt cx="1550880" cy="169200"/>
          </a:xfrm>
        </p:grpSpPr>
        <mc:AlternateContent xmlns:mc="http://schemas.openxmlformats.org/markup-compatibility/2006" xmlns:p14="http://schemas.microsoft.com/office/powerpoint/2010/main">
          <mc:Choice Requires="p14">
            <p:contentPart p14:bwMode="auto" r:id="rId3">
              <p14:nvContentPartPr>
                <p14:cNvPr id="73" name="墨迹 72">
                  <a:extLst>
                    <a:ext uri="{FF2B5EF4-FFF2-40B4-BE49-F238E27FC236}">
                      <a16:creationId xmlns:a16="http://schemas.microsoft.com/office/drawing/2014/main" id="{8138062E-CD7E-A403-96F4-F64796666033}"/>
                    </a:ext>
                  </a:extLst>
                </p14:cNvPr>
                <p14:cNvContentPartPr/>
                <p14:nvPr/>
              </p14:nvContentPartPr>
              <p14:xfrm>
                <a:off x="8993809" y="2165719"/>
                <a:ext cx="1433520" cy="38520"/>
              </p14:xfrm>
            </p:contentPart>
          </mc:Choice>
          <mc:Fallback xmlns="">
            <p:pic>
              <p:nvPicPr>
                <p:cNvPr id="73" name="墨迹 72">
                  <a:extLst>
                    <a:ext uri="{FF2B5EF4-FFF2-40B4-BE49-F238E27FC236}">
                      <a16:creationId xmlns:a16="http://schemas.microsoft.com/office/drawing/2014/main" id="{8138062E-CD7E-A403-96F4-F64796666033}"/>
                    </a:ext>
                  </a:extLst>
                </p:cNvPr>
                <p:cNvPicPr/>
                <p:nvPr/>
              </p:nvPicPr>
              <p:blipFill>
                <a:blip r:embed="rId68"/>
                <a:stretch>
                  <a:fillRect/>
                </a:stretch>
              </p:blipFill>
              <p:spPr>
                <a:xfrm>
                  <a:off x="8985169" y="2157079"/>
                  <a:ext cx="145116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74" name="墨迹 73">
                  <a:extLst>
                    <a:ext uri="{FF2B5EF4-FFF2-40B4-BE49-F238E27FC236}">
                      <a16:creationId xmlns:a16="http://schemas.microsoft.com/office/drawing/2014/main" id="{C450B16B-EC34-D5EA-C93F-749084BF2FC9}"/>
                    </a:ext>
                  </a:extLst>
                </p14:cNvPr>
                <p14:cNvContentPartPr/>
                <p14:nvPr/>
              </p14:nvContentPartPr>
              <p14:xfrm>
                <a:off x="10440289" y="2113519"/>
                <a:ext cx="104400" cy="169200"/>
              </p14:xfrm>
            </p:contentPart>
          </mc:Choice>
          <mc:Fallback xmlns="">
            <p:pic>
              <p:nvPicPr>
                <p:cNvPr id="74" name="墨迹 73">
                  <a:extLst>
                    <a:ext uri="{FF2B5EF4-FFF2-40B4-BE49-F238E27FC236}">
                      <a16:creationId xmlns:a16="http://schemas.microsoft.com/office/drawing/2014/main" id="{C450B16B-EC34-D5EA-C93F-749084BF2FC9}"/>
                    </a:ext>
                  </a:extLst>
                </p:cNvPr>
                <p:cNvPicPr/>
                <p:nvPr/>
              </p:nvPicPr>
              <p:blipFill>
                <a:blip r:embed="rId70"/>
                <a:stretch>
                  <a:fillRect/>
                </a:stretch>
              </p:blipFill>
              <p:spPr>
                <a:xfrm>
                  <a:off x="10431649" y="2104519"/>
                  <a:ext cx="122040" cy="186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1">
            <p14:nvContentPartPr>
              <p14:cNvPr id="76" name="墨迹 75">
                <a:extLst>
                  <a:ext uri="{FF2B5EF4-FFF2-40B4-BE49-F238E27FC236}">
                    <a16:creationId xmlns:a16="http://schemas.microsoft.com/office/drawing/2014/main" id="{781DE7D8-8A4C-40F8-C2AB-FF77937031B5}"/>
                  </a:ext>
                </a:extLst>
              </p14:cNvPr>
              <p14:cNvContentPartPr/>
              <p14:nvPr/>
            </p14:nvContentPartPr>
            <p14:xfrm>
              <a:off x="7929649" y="2667919"/>
              <a:ext cx="1820880" cy="12600"/>
            </p14:xfrm>
          </p:contentPart>
        </mc:Choice>
        <mc:Fallback xmlns="">
          <p:pic>
            <p:nvPicPr>
              <p:cNvPr id="76" name="墨迹 75">
                <a:extLst>
                  <a:ext uri="{FF2B5EF4-FFF2-40B4-BE49-F238E27FC236}">
                    <a16:creationId xmlns:a16="http://schemas.microsoft.com/office/drawing/2014/main" id="{781DE7D8-8A4C-40F8-C2AB-FF77937031B5}"/>
                  </a:ext>
                </a:extLst>
              </p:cNvPr>
              <p:cNvPicPr/>
              <p:nvPr/>
            </p:nvPicPr>
            <p:blipFill>
              <a:blip r:embed="rId72"/>
              <a:stretch>
                <a:fillRect/>
              </a:stretch>
            </p:blipFill>
            <p:spPr>
              <a:xfrm>
                <a:off x="7920649" y="2659279"/>
                <a:ext cx="18385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77" name="墨迹 76">
                <a:extLst>
                  <a:ext uri="{FF2B5EF4-FFF2-40B4-BE49-F238E27FC236}">
                    <a16:creationId xmlns:a16="http://schemas.microsoft.com/office/drawing/2014/main" id="{13B39388-DDD2-3681-7309-F04E15B85565}"/>
                  </a:ext>
                </a:extLst>
              </p14:cNvPr>
              <p14:cNvContentPartPr/>
              <p14:nvPr/>
            </p14:nvContentPartPr>
            <p14:xfrm>
              <a:off x="7592689" y="4076959"/>
              <a:ext cx="1499040" cy="360"/>
            </p14:xfrm>
          </p:contentPart>
        </mc:Choice>
        <mc:Fallback xmlns="">
          <p:pic>
            <p:nvPicPr>
              <p:cNvPr id="77" name="墨迹 76">
                <a:extLst>
                  <a:ext uri="{FF2B5EF4-FFF2-40B4-BE49-F238E27FC236}">
                    <a16:creationId xmlns:a16="http://schemas.microsoft.com/office/drawing/2014/main" id="{13B39388-DDD2-3681-7309-F04E15B85565}"/>
                  </a:ext>
                </a:extLst>
              </p:cNvPr>
              <p:cNvPicPr/>
              <p:nvPr/>
            </p:nvPicPr>
            <p:blipFill>
              <a:blip r:embed="rId74"/>
              <a:stretch>
                <a:fillRect/>
              </a:stretch>
            </p:blipFill>
            <p:spPr>
              <a:xfrm>
                <a:off x="7583689" y="4068319"/>
                <a:ext cx="15166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78" name="墨迹 77">
                <a:extLst>
                  <a:ext uri="{FF2B5EF4-FFF2-40B4-BE49-F238E27FC236}">
                    <a16:creationId xmlns:a16="http://schemas.microsoft.com/office/drawing/2014/main" id="{229137DA-77E4-A95A-D30B-D24A786D2EF2}"/>
                  </a:ext>
                </a:extLst>
              </p14:cNvPr>
              <p14:cNvContentPartPr/>
              <p14:nvPr/>
            </p14:nvContentPartPr>
            <p14:xfrm>
              <a:off x="7105249" y="4076959"/>
              <a:ext cx="704160" cy="360"/>
            </p14:xfrm>
          </p:contentPart>
        </mc:Choice>
        <mc:Fallback xmlns="">
          <p:pic>
            <p:nvPicPr>
              <p:cNvPr id="78" name="墨迹 77">
                <a:extLst>
                  <a:ext uri="{FF2B5EF4-FFF2-40B4-BE49-F238E27FC236}">
                    <a16:creationId xmlns:a16="http://schemas.microsoft.com/office/drawing/2014/main" id="{229137DA-77E4-A95A-D30B-D24A786D2EF2}"/>
                  </a:ext>
                </a:extLst>
              </p:cNvPr>
              <p:cNvPicPr/>
              <p:nvPr/>
            </p:nvPicPr>
            <p:blipFill>
              <a:blip r:embed="rId76"/>
              <a:stretch>
                <a:fillRect/>
              </a:stretch>
            </p:blipFill>
            <p:spPr>
              <a:xfrm>
                <a:off x="7096249" y="4068319"/>
                <a:ext cx="721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79" name="墨迹 78">
                <a:extLst>
                  <a:ext uri="{FF2B5EF4-FFF2-40B4-BE49-F238E27FC236}">
                    <a16:creationId xmlns:a16="http://schemas.microsoft.com/office/drawing/2014/main" id="{3EFCB678-90EE-A54D-4309-61353149D4D9}"/>
                  </a:ext>
                </a:extLst>
              </p14:cNvPr>
              <p14:cNvContentPartPr/>
              <p14:nvPr/>
            </p14:nvContentPartPr>
            <p14:xfrm>
              <a:off x="7780609" y="4390159"/>
              <a:ext cx="1155240" cy="467640"/>
            </p14:xfrm>
          </p:contentPart>
        </mc:Choice>
        <mc:Fallback xmlns="">
          <p:pic>
            <p:nvPicPr>
              <p:cNvPr id="79" name="墨迹 78">
                <a:extLst>
                  <a:ext uri="{FF2B5EF4-FFF2-40B4-BE49-F238E27FC236}">
                    <a16:creationId xmlns:a16="http://schemas.microsoft.com/office/drawing/2014/main" id="{3EFCB678-90EE-A54D-4309-61353149D4D9}"/>
                  </a:ext>
                </a:extLst>
              </p:cNvPr>
              <p:cNvPicPr/>
              <p:nvPr/>
            </p:nvPicPr>
            <p:blipFill>
              <a:blip r:embed="rId78"/>
              <a:stretch>
                <a:fillRect/>
              </a:stretch>
            </p:blipFill>
            <p:spPr>
              <a:xfrm>
                <a:off x="7771969" y="4381519"/>
                <a:ext cx="1172880" cy="485280"/>
              </a:xfrm>
              <a:prstGeom prst="rect">
                <a:avLst/>
              </a:prstGeom>
            </p:spPr>
          </p:pic>
        </mc:Fallback>
      </mc:AlternateContent>
      <p:grpSp>
        <p:nvGrpSpPr>
          <p:cNvPr id="82" name="组合 81">
            <a:extLst>
              <a:ext uri="{FF2B5EF4-FFF2-40B4-BE49-F238E27FC236}">
                <a16:creationId xmlns:a16="http://schemas.microsoft.com/office/drawing/2014/main" id="{D19DAD10-B627-B54D-3762-2E42C2D01F7B}"/>
              </a:ext>
            </a:extLst>
          </p:cNvPr>
          <p:cNvGrpSpPr/>
          <p:nvPr/>
        </p:nvGrpSpPr>
        <p:grpSpPr>
          <a:xfrm>
            <a:off x="7892209" y="6003319"/>
            <a:ext cx="1771200" cy="23400"/>
            <a:chOff x="7892209" y="6003319"/>
            <a:chExt cx="1771200" cy="23400"/>
          </a:xfrm>
        </p:grpSpPr>
        <mc:AlternateContent xmlns:mc="http://schemas.openxmlformats.org/markup-compatibility/2006" xmlns:p14="http://schemas.microsoft.com/office/powerpoint/2010/main">
          <mc:Choice Requires="p14">
            <p:contentPart p14:bwMode="auto" r:id="rId79">
              <p14:nvContentPartPr>
                <p14:cNvPr id="80" name="墨迹 79">
                  <a:extLst>
                    <a:ext uri="{FF2B5EF4-FFF2-40B4-BE49-F238E27FC236}">
                      <a16:creationId xmlns:a16="http://schemas.microsoft.com/office/drawing/2014/main" id="{441E5621-D85E-F7C1-23E4-2CE2D5622753}"/>
                    </a:ext>
                  </a:extLst>
                </p14:cNvPr>
                <p14:cNvContentPartPr/>
                <p14:nvPr/>
              </p14:nvContentPartPr>
              <p14:xfrm>
                <a:off x="7892209" y="6003319"/>
                <a:ext cx="518040" cy="360"/>
              </p14:xfrm>
            </p:contentPart>
          </mc:Choice>
          <mc:Fallback xmlns="">
            <p:pic>
              <p:nvPicPr>
                <p:cNvPr id="80" name="墨迹 79">
                  <a:extLst>
                    <a:ext uri="{FF2B5EF4-FFF2-40B4-BE49-F238E27FC236}">
                      <a16:creationId xmlns:a16="http://schemas.microsoft.com/office/drawing/2014/main" id="{441E5621-D85E-F7C1-23E4-2CE2D5622753}"/>
                    </a:ext>
                  </a:extLst>
                </p:cNvPr>
                <p:cNvPicPr/>
                <p:nvPr/>
              </p:nvPicPr>
              <p:blipFill>
                <a:blip r:embed="rId80"/>
                <a:stretch>
                  <a:fillRect/>
                </a:stretch>
              </p:blipFill>
              <p:spPr>
                <a:xfrm>
                  <a:off x="7883209" y="5994319"/>
                  <a:ext cx="5356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81" name="墨迹 80">
                  <a:extLst>
                    <a:ext uri="{FF2B5EF4-FFF2-40B4-BE49-F238E27FC236}">
                      <a16:creationId xmlns:a16="http://schemas.microsoft.com/office/drawing/2014/main" id="{41CC3E49-EBAE-5974-CF8C-7913AEA9DEB6}"/>
                    </a:ext>
                  </a:extLst>
                </p14:cNvPr>
                <p14:cNvContentPartPr/>
                <p14:nvPr/>
              </p14:nvContentPartPr>
              <p14:xfrm>
                <a:off x="9203689" y="6010879"/>
                <a:ext cx="459720" cy="15840"/>
              </p14:xfrm>
            </p:contentPart>
          </mc:Choice>
          <mc:Fallback xmlns="">
            <p:pic>
              <p:nvPicPr>
                <p:cNvPr id="81" name="墨迹 80">
                  <a:extLst>
                    <a:ext uri="{FF2B5EF4-FFF2-40B4-BE49-F238E27FC236}">
                      <a16:creationId xmlns:a16="http://schemas.microsoft.com/office/drawing/2014/main" id="{41CC3E49-EBAE-5974-CF8C-7913AEA9DEB6}"/>
                    </a:ext>
                  </a:extLst>
                </p:cNvPr>
                <p:cNvPicPr/>
                <p:nvPr/>
              </p:nvPicPr>
              <p:blipFill>
                <a:blip r:embed="rId82"/>
                <a:stretch>
                  <a:fillRect/>
                </a:stretch>
              </p:blipFill>
              <p:spPr>
                <a:xfrm>
                  <a:off x="9195049" y="6002239"/>
                  <a:ext cx="477360" cy="33480"/>
                </a:xfrm>
                <a:prstGeom prst="rect">
                  <a:avLst/>
                </a:prstGeom>
              </p:spPr>
            </p:pic>
          </mc:Fallback>
        </mc:AlternateContent>
      </p:grpSp>
    </p:spTree>
    <p:extLst>
      <p:ext uri="{BB962C8B-B14F-4D97-AF65-F5344CB8AC3E}">
        <p14:creationId xmlns:p14="http://schemas.microsoft.com/office/powerpoint/2010/main" val="2151608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E6CB6E-7C06-4F9F-9674-89BB795C3557}"/>
              </a:ext>
            </a:extLst>
          </p:cNvPr>
          <p:cNvSpPr>
            <a:spLocks noGrp="1"/>
          </p:cNvSpPr>
          <p:nvPr>
            <p:ph type="title"/>
          </p:nvPr>
        </p:nvSpPr>
        <p:spPr bwMode="gray"/>
        <p:txBody>
          <a:bodyPr/>
          <a:lstStyle/>
          <a:p>
            <a:r>
              <a:rPr lang="en-US" altLang="zh-CN"/>
              <a:t>NCE</a:t>
            </a:r>
            <a:r>
              <a:rPr lang="zh-CN" altLang="en-US"/>
              <a:t>业务开放可编程简介</a:t>
            </a:r>
            <a:r>
              <a:rPr lang="en-US" altLang="zh-CN"/>
              <a:t>(2)</a:t>
            </a:r>
            <a:endParaRPr lang="zh-CN" altLang="en-US"/>
          </a:p>
        </p:txBody>
      </p:sp>
      <p:sp>
        <p:nvSpPr>
          <p:cNvPr id="111" name="文本占位符 110">
            <a:extLst>
              <a:ext uri="{FF2B5EF4-FFF2-40B4-BE49-F238E27FC236}">
                <a16:creationId xmlns:a16="http://schemas.microsoft.com/office/drawing/2014/main" id="{81F3693D-BD02-4F91-9C0F-3BB85F4615FD}"/>
              </a:ext>
            </a:extLst>
          </p:cNvPr>
          <p:cNvSpPr>
            <a:spLocks noGrp="1"/>
          </p:cNvSpPr>
          <p:nvPr>
            <p:ph type="body" sz="quarter" idx="10"/>
          </p:nvPr>
        </p:nvSpPr>
        <p:spPr bwMode="gray"/>
        <p:txBody>
          <a:bodyPr/>
          <a:lstStyle/>
          <a:p>
            <a:r>
              <a:rPr lang="en-US" altLang="zh-CN" sz="1600"/>
              <a:t>NCE</a:t>
            </a:r>
            <a:r>
              <a:rPr lang="zh-CN" altLang="en-US" sz="1600"/>
              <a:t>业务开放可编程的实现依托于两个关键软件包：网元驱动包（</a:t>
            </a:r>
            <a:r>
              <a:rPr lang="en-US" altLang="zh-CN" sz="1600"/>
              <a:t>Specific NE Driver</a:t>
            </a:r>
            <a:r>
              <a:rPr lang="zh-CN" altLang="en-US" sz="1600"/>
              <a:t>，</a:t>
            </a:r>
            <a:r>
              <a:rPr lang="en-US" altLang="zh-CN" sz="1600"/>
              <a:t>SND</a:t>
            </a:r>
            <a:r>
              <a:rPr lang="zh-CN" altLang="en-US" sz="1600"/>
              <a:t>）和业务包（</a:t>
            </a:r>
            <a:r>
              <a:rPr lang="en-US" altLang="zh-CN" sz="1600"/>
              <a:t>Specific Service Plugin</a:t>
            </a:r>
            <a:r>
              <a:rPr lang="zh-CN" altLang="en-US" sz="1600"/>
              <a:t>，</a:t>
            </a:r>
            <a:r>
              <a:rPr lang="en-US" altLang="zh-CN" sz="1600"/>
              <a:t>SSP</a:t>
            </a:r>
            <a:r>
              <a:rPr lang="zh-CN" altLang="en-US" sz="1600"/>
              <a:t>）。通过编写并加载两个驱动包，实现新设备的快速对接和新业务的快速构建。</a:t>
            </a:r>
          </a:p>
          <a:p>
            <a:endParaRPr lang="zh-CN" altLang="en-US" sz="1600" dirty="0"/>
          </a:p>
        </p:txBody>
      </p:sp>
      <p:sp>
        <p:nvSpPr>
          <p:cNvPr id="36" name="矩形: 圆角 17">
            <a:extLst>
              <a:ext uri="{FF2B5EF4-FFF2-40B4-BE49-F238E27FC236}">
                <a16:creationId xmlns:a16="http://schemas.microsoft.com/office/drawing/2014/main" id="{F26DBF4F-3F0E-4EFF-856B-50FCAD8C85DD}"/>
              </a:ext>
            </a:extLst>
          </p:cNvPr>
          <p:cNvSpPr/>
          <p:nvPr/>
        </p:nvSpPr>
        <p:spPr bwMode="gray">
          <a:xfrm>
            <a:off x="7202464" y="4670859"/>
            <a:ext cx="1113168" cy="883312"/>
          </a:xfrm>
          <a:prstGeom prst="roundRect">
            <a:avLst/>
          </a:prstGeom>
          <a:solidFill>
            <a:srgbClr val="F3FBF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41" name="圆角矩形 53">
            <a:extLst>
              <a:ext uri="{FF2B5EF4-FFF2-40B4-BE49-F238E27FC236}">
                <a16:creationId xmlns:a16="http://schemas.microsoft.com/office/drawing/2014/main" id="{1C6FB782-F612-4BCA-83C4-6DF7DF11CD96}"/>
              </a:ext>
            </a:extLst>
          </p:cNvPr>
          <p:cNvSpPr>
            <a:spLocks noChangeArrowheads="1"/>
          </p:cNvSpPr>
          <p:nvPr/>
        </p:nvSpPr>
        <p:spPr bwMode="gray">
          <a:xfrm>
            <a:off x="1697602" y="2042874"/>
            <a:ext cx="3804857" cy="3990803"/>
          </a:xfrm>
          <a:prstGeom prst="roundRect">
            <a:avLst>
              <a:gd name="adj" fmla="val 0"/>
            </a:avLst>
          </a:prstGeom>
          <a:noFill/>
          <a:ln w="12700" algn="ctr">
            <a:solidFill>
              <a:srgbClr val="56C4D2"/>
            </a:solidFill>
            <a:round/>
            <a:headEnd/>
            <a:tailEnd/>
          </a:ln>
          <a:effectLst/>
        </p:spPr>
        <p:txBody>
          <a:bodyPr anchor="ctr"/>
          <a:lstStyle>
            <a:lvl1pPr>
              <a:defRPr>
                <a:solidFill>
                  <a:schemeClr val="tx1"/>
                </a:solidFill>
                <a:latin typeface="Arial" panose="020B0604020202020204" pitchFamily="34" charset="0"/>
                <a:ea typeface="Microsoft YaHei" panose="020B0503020204020204" pitchFamily="34" charset="-122"/>
              </a:defRPr>
            </a:lvl1pPr>
            <a:lvl2pPr marL="742950" indent="-285750">
              <a:defRPr>
                <a:solidFill>
                  <a:schemeClr val="tx1"/>
                </a:solidFill>
                <a:latin typeface="Arial" panose="020B0604020202020204" pitchFamily="34" charset="0"/>
                <a:ea typeface="Microsoft YaHei" panose="020B0503020204020204" pitchFamily="34" charset="-122"/>
              </a:defRPr>
            </a:lvl2pPr>
            <a:lvl3pPr marL="1143000" indent="-228600">
              <a:defRPr>
                <a:solidFill>
                  <a:schemeClr val="tx1"/>
                </a:solidFill>
                <a:latin typeface="Arial" panose="020B0604020202020204" pitchFamily="34" charset="0"/>
                <a:ea typeface="Microsoft YaHei" panose="020B0503020204020204" pitchFamily="34" charset="-122"/>
              </a:defRPr>
            </a:lvl3pPr>
            <a:lvl4pPr marL="1600200" indent="-228600">
              <a:defRPr>
                <a:solidFill>
                  <a:schemeClr val="tx1"/>
                </a:solidFill>
                <a:latin typeface="Arial" panose="020B0604020202020204" pitchFamily="34" charset="0"/>
                <a:ea typeface="Microsoft YaHei" panose="020B0503020204020204" pitchFamily="34" charset="-122"/>
              </a:defRPr>
            </a:lvl4pPr>
            <a:lvl5pPr marL="2057400" indent="-228600">
              <a:defRPr>
                <a:solidFill>
                  <a:schemeClr val="tx1"/>
                </a:solidFill>
                <a:latin typeface="Arial" panose="020B0604020202020204" pitchFamily="34" charset="0"/>
                <a:ea typeface="Microsoft YaHei"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9pPr>
          </a:lstStyle>
          <a:p>
            <a:pPr marL="0" marR="0" lvl="0" indent="0" algn="ctr" defTabSz="914400" eaLnBrk="1" fontAlgn="ctr" latinLnBrk="0" hangingPunct="1">
              <a:lnSpc>
                <a:spcPct val="100000"/>
              </a:lnSpc>
              <a:spcBef>
                <a:spcPct val="0"/>
              </a:spcBef>
              <a:spcAft>
                <a:spcPct val="0"/>
              </a:spcAft>
              <a:buClrTx/>
              <a:buSzPct val="100000"/>
              <a:buFontTx/>
              <a:buNone/>
              <a:tabLst/>
              <a:defRPr/>
            </a:pPr>
            <a:endParaRPr kumimoji="0" lang="en-US" altLang="zh-CN" sz="1800" b="0" i="0" u="none" strike="noStrike" kern="0" cap="none" spc="0" normalizeH="0" baseline="0" noProof="0">
              <a:ln>
                <a:noFill/>
              </a:ln>
              <a:solidFill>
                <a:srgbClr val="FFFFFF"/>
              </a:solidFill>
              <a:effectLst/>
              <a:uLnTx/>
              <a:uFillTx/>
              <a:latin typeface="Huawei Sans"/>
              <a:ea typeface="微软雅黑" panose="020B0503020204020204" pitchFamily="34" charset="-122"/>
              <a:sym typeface="Calibri" panose="020F0502020204030204" pitchFamily="34" charset="0"/>
            </a:endParaRPr>
          </a:p>
        </p:txBody>
      </p:sp>
      <p:sp>
        <p:nvSpPr>
          <p:cNvPr id="42" name="Rectangle 48">
            <a:extLst>
              <a:ext uri="{FF2B5EF4-FFF2-40B4-BE49-F238E27FC236}">
                <a16:creationId xmlns:a16="http://schemas.microsoft.com/office/drawing/2014/main" id="{C838A8AF-8DC5-410C-B2DA-C862CC243656}"/>
              </a:ext>
            </a:extLst>
          </p:cNvPr>
          <p:cNvSpPr>
            <a:spLocks noChangeArrowheads="1"/>
          </p:cNvSpPr>
          <p:nvPr/>
        </p:nvSpPr>
        <p:spPr bwMode="gray">
          <a:xfrm>
            <a:off x="1943519" y="4998268"/>
            <a:ext cx="3270557" cy="919569"/>
          </a:xfrm>
          <a:prstGeom prst="roundRect">
            <a:avLst>
              <a:gd name="adj" fmla="val 12953"/>
            </a:avLst>
          </a:prstGeom>
          <a:noFill/>
          <a:ln w="12700">
            <a:noFill/>
            <a:miter lim="800000"/>
            <a:headEnd/>
            <a:tailEnd/>
          </a:ln>
          <a:effectLst/>
        </p:spPr>
        <p:txBody>
          <a:bodyPr wrap="none" tIns="251999" anchor="t"/>
          <a:lstStyle/>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a:ln>
                  <a:noFill/>
                </a:ln>
                <a:solidFill>
                  <a:prstClr val="black"/>
                </a:solidFill>
                <a:effectLst/>
                <a:uLnTx/>
                <a:uFillTx/>
                <a:cs typeface="Microsoft YaHei" charset="-122"/>
              </a:rPr>
              <a:t>认识设备</a:t>
            </a:r>
            <a:endParaRPr kumimoji="0" lang="en-US" altLang="zh-CN" sz="1400" b="0" i="0" u="none" strike="noStrike" kern="0" cap="none" spc="0" normalizeH="0" baseline="0" noProof="0">
              <a:ln>
                <a:noFill/>
              </a:ln>
              <a:solidFill>
                <a:prstClr val="black"/>
              </a:solidFill>
              <a:effectLst/>
              <a:uLnTx/>
              <a:uFillTx/>
              <a:cs typeface="Microsoft YaHei" charset="-122"/>
            </a:endParaRPr>
          </a:p>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a:ln>
                  <a:noFill/>
                </a:ln>
                <a:solidFill>
                  <a:prstClr val="black"/>
                </a:solidFill>
                <a:effectLst/>
                <a:uLnTx/>
                <a:uFillTx/>
                <a:cs typeface="Microsoft YaHei" charset="-122"/>
              </a:rPr>
              <a:t>了解设备能力</a:t>
            </a:r>
            <a:endParaRPr kumimoji="0" lang="ko-KR" altLang="en-US" sz="1400" b="0" i="0" u="none" strike="noStrike" kern="0" cap="none" spc="0" normalizeH="0" baseline="0" noProof="0" dirty="0">
              <a:ln>
                <a:noFill/>
              </a:ln>
              <a:solidFill>
                <a:prstClr val="black"/>
              </a:solidFill>
              <a:effectLst/>
              <a:uLnTx/>
              <a:uFillTx/>
              <a:cs typeface="Microsoft YaHei" charset="-122"/>
            </a:endParaRPr>
          </a:p>
        </p:txBody>
      </p:sp>
      <p:sp>
        <p:nvSpPr>
          <p:cNvPr id="43" name="Rectangle 48">
            <a:extLst>
              <a:ext uri="{FF2B5EF4-FFF2-40B4-BE49-F238E27FC236}">
                <a16:creationId xmlns:a16="http://schemas.microsoft.com/office/drawing/2014/main" id="{8A758C27-F7F9-4777-B3DC-D5A5F125C0EF}"/>
              </a:ext>
            </a:extLst>
          </p:cNvPr>
          <p:cNvSpPr>
            <a:spLocks noChangeArrowheads="1"/>
          </p:cNvSpPr>
          <p:nvPr/>
        </p:nvSpPr>
        <p:spPr bwMode="gray">
          <a:xfrm>
            <a:off x="1943519" y="3952947"/>
            <a:ext cx="3270557" cy="893015"/>
          </a:xfrm>
          <a:prstGeom prst="roundRect">
            <a:avLst>
              <a:gd name="adj" fmla="val 12896"/>
            </a:avLst>
          </a:prstGeom>
          <a:noFill/>
          <a:ln w="12700">
            <a:noFill/>
            <a:miter lim="800000"/>
            <a:headEnd/>
            <a:tailEnd/>
          </a:ln>
          <a:effectLst/>
        </p:spPr>
        <p:txBody>
          <a:bodyPr wrap="none" tIns="251999" anchor="t"/>
          <a:lstStyle/>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管理设备状态和设备配置</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提供设备分组、设备配置同步等功能</a:t>
            </a:r>
          </a:p>
        </p:txBody>
      </p:sp>
      <p:sp>
        <p:nvSpPr>
          <p:cNvPr id="44" name="Rectangle 48">
            <a:extLst>
              <a:ext uri="{FF2B5EF4-FFF2-40B4-BE49-F238E27FC236}">
                <a16:creationId xmlns:a16="http://schemas.microsoft.com/office/drawing/2014/main" id="{B4D7FD5D-75AE-4860-9B1B-C2AE8AED3C12}"/>
              </a:ext>
            </a:extLst>
          </p:cNvPr>
          <p:cNvSpPr>
            <a:spLocks noChangeArrowheads="1"/>
          </p:cNvSpPr>
          <p:nvPr/>
        </p:nvSpPr>
        <p:spPr bwMode="gray">
          <a:xfrm>
            <a:off x="1943519" y="2596080"/>
            <a:ext cx="3270557" cy="1218229"/>
          </a:xfrm>
          <a:prstGeom prst="roundRect">
            <a:avLst>
              <a:gd name="adj" fmla="val 12852"/>
            </a:avLst>
          </a:prstGeom>
          <a:noFill/>
          <a:ln w="12700">
            <a:noFill/>
            <a:miter lim="800000"/>
            <a:headEnd/>
            <a:tailEnd/>
          </a:ln>
          <a:effectLst/>
        </p:spPr>
        <p:txBody>
          <a:bodyPr wrap="none" tIns="251999" anchor="t"/>
          <a:lstStyle/>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根据业务需求构建新的网络业务</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查看根据业务分解出的网元级配置</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285750" marR="0" lvl="0" indent="-285750" defTabSz="914400" eaLnBrk="1" fontAlgn="auto" latinLnBrk="0" hangingPunct="1">
              <a:lnSpc>
                <a:spcPct val="100000"/>
              </a:lnSpc>
              <a:spcBef>
                <a:spcPts val="0"/>
              </a:spcBef>
              <a:spcAft>
                <a:spcPts val="600"/>
              </a:spcAft>
              <a:buClrTx/>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提供事务失败回滚等其他功能</a:t>
            </a:r>
            <a:endParaRPr kumimoji="0" lang="ko-KR" altLang="en-US" sz="1400" b="0" i="0" u="none" strike="noStrike" kern="0" cap="none" spc="0" normalizeH="0" baseline="0" noProof="0" dirty="0">
              <a:ln>
                <a:noFill/>
              </a:ln>
              <a:solidFill>
                <a:prstClr val="black"/>
              </a:solidFill>
              <a:effectLst/>
              <a:uLnTx/>
              <a:uFillTx/>
              <a:cs typeface="Microsoft YaHei" charset="-122"/>
            </a:endParaRPr>
          </a:p>
        </p:txBody>
      </p:sp>
      <p:sp>
        <p:nvSpPr>
          <p:cNvPr id="45" name="Rounded Rectangle 8">
            <a:extLst>
              <a:ext uri="{FF2B5EF4-FFF2-40B4-BE49-F238E27FC236}">
                <a16:creationId xmlns:a16="http://schemas.microsoft.com/office/drawing/2014/main" id="{A480EFE0-9223-4C32-8A96-5FED01F26394}"/>
              </a:ext>
            </a:extLst>
          </p:cNvPr>
          <p:cNvSpPr/>
          <p:nvPr/>
        </p:nvSpPr>
        <p:spPr bwMode="gray">
          <a:xfrm>
            <a:off x="1940053" y="3827513"/>
            <a:ext cx="3274023" cy="339133"/>
          </a:xfrm>
          <a:prstGeom prst="roundRect">
            <a:avLst>
              <a:gd name="adj" fmla="val 50000"/>
            </a:avLst>
          </a:prstGeom>
          <a:solidFill>
            <a:srgbClr val="30B5C5"/>
          </a:solidFill>
          <a:ln w="9525" cap="flat" cmpd="sng" algn="ctr">
            <a:noFill/>
            <a:prstDash val="solid"/>
            <a:round/>
            <a:headEnd type="none" w="med" len="med"/>
            <a:tailEnd type="none" w="med" len="med"/>
          </a:ln>
          <a:effectLst/>
        </p:spPr>
        <p:txBody>
          <a:bodyPr vert="horz" wrap="square" lIns="91419" tIns="46800" rIns="91419" bIns="45709"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CC9900"/>
              </a:buClr>
              <a:buSzTx/>
              <a:buFontTx/>
              <a:buNone/>
              <a:tabLst/>
              <a:defRPr/>
            </a:pPr>
            <a:r>
              <a:rPr kumimoji="0" lang="zh-CN" altLang="en-US" sz="1600" b="1" i="0" u="none" strike="noStrike" kern="0" cap="none" spc="0" normalizeH="0" baseline="0" noProof="0" dirty="0">
                <a:ln>
                  <a:noFill/>
                </a:ln>
                <a:solidFill>
                  <a:prstClr val="white"/>
                </a:solidFill>
                <a:effectLst/>
                <a:uLnTx/>
                <a:uFillTx/>
              </a:rPr>
              <a:t>设备管理</a:t>
            </a:r>
          </a:p>
        </p:txBody>
      </p:sp>
      <p:sp>
        <p:nvSpPr>
          <p:cNvPr id="46" name="Rounded Rectangle 8">
            <a:extLst>
              <a:ext uri="{FF2B5EF4-FFF2-40B4-BE49-F238E27FC236}">
                <a16:creationId xmlns:a16="http://schemas.microsoft.com/office/drawing/2014/main" id="{734E5855-D8C3-4A74-8930-840E7A97B8CC}"/>
              </a:ext>
            </a:extLst>
          </p:cNvPr>
          <p:cNvSpPr/>
          <p:nvPr/>
        </p:nvSpPr>
        <p:spPr bwMode="gray">
          <a:xfrm>
            <a:off x="1939950" y="4874603"/>
            <a:ext cx="3274126" cy="361087"/>
          </a:xfrm>
          <a:prstGeom prst="roundRect">
            <a:avLst>
              <a:gd name="adj" fmla="val 50000"/>
            </a:avLst>
          </a:prstGeom>
          <a:solidFill>
            <a:srgbClr val="EC7061"/>
          </a:solidFill>
          <a:ln w="9525" cap="flat" cmpd="sng" algn="ctr">
            <a:noFill/>
            <a:prstDash val="solid"/>
            <a:round/>
            <a:headEnd type="none" w="med" len="med"/>
            <a:tailEnd type="none" w="med" len="med"/>
          </a:ln>
          <a:effectLst/>
        </p:spPr>
        <p:txBody>
          <a:bodyPr vert="horz" wrap="square" lIns="91419" tIns="46800" rIns="91419" bIns="45709"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CC9900"/>
              </a:buClr>
              <a:buSzTx/>
              <a:buFontTx/>
              <a:buNone/>
              <a:tabLst/>
              <a:defRPr/>
            </a:pPr>
            <a:r>
              <a:rPr kumimoji="0" lang="zh-CN" altLang="en-US" sz="1600" b="1" i="0" u="none" strike="noStrike" kern="0" cap="none" spc="0" normalizeH="0" baseline="0" noProof="0">
                <a:ln>
                  <a:noFill/>
                </a:ln>
                <a:solidFill>
                  <a:prstClr val="white"/>
                </a:solidFill>
                <a:effectLst/>
                <a:uLnTx/>
                <a:uFillTx/>
              </a:rPr>
              <a:t>设备驱动</a:t>
            </a:r>
            <a:endParaRPr kumimoji="0" lang="zh-CN" altLang="en-US" sz="1600" b="1" i="0" u="none" strike="noStrike" kern="0" cap="none" spc="0" normalizeH="0" baseline="0" noProof="0" dirty="0">
              <a:ln>
                <a:noFill/>
              </a:ln>
              <a:solidFill>
                <a:prstClr val="white"/>
              </a:solidFill>
              <a:effectLst/>
              <a:uLnTx/>
              <a:uFillTx/>
            </a:endParaRPr>
          </a:p>
        </p:txBody>
      </p:sp>
      <p:sp>
        <p:nvSpPr>
          <p:cNvPr id="47" name="Rounded Rectangle 8">
            <a:extLst>
              <a:ext uri="{FF2B5EF4-FFF2-40B4-BE49-F238E27FC236}">
                <a16:creationId xmlns:a16="http://schemas.microsoft.com/office/drawing/2014/main" id="{449C3B6A-6C89-4CA1-B9EE-2DD924A28BB7}"/>
              </a:ext>
            </a:extLst>
          </p:cNvPr>
          <p:cNvSpPr/>
          <p:nvPr/>
        </p:nvSpPr>
        <p:spPr bwMode="gray">
          <a:xfrm>
            <a:off x="1939949" y="2442556"/>
            <a:ext cx="3274257" cy="339792"/>
          </a:xfrm>
          <a:prstGeom prst="roundRect">
            <a:avLst>
              <a:gd name="adj" fmla="val 50000"/>
            </a:avLst>
          </a:prstGeom>
          <a:solidFill>
            <a:srgbClr val="EC7061"/>
          </a:solidFill>
          <a:ln w="9525" cap="flat" cmpd="sng" algn="ctr">
            <a:noFill/>
            <a:prstDash val="solid"/>
            <a:round/>
            <a:headEnd type="none" w="med" len="med"/>
            <a:tailEnd type="none" w="med" len="med"/>
          </a:ln>
          <a:effectLst/>
        </p:spPr>
        <p:txBody>
          <a:bodyPr vert="horz" wrap="square" lIns="91419" tIns="46800" rIns="91419" bIns="45709"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CC9900"/>
              </a:buClr>
              <a:buSzTx/>
              <a:buFontTx/>
              <a:buNone/>
              <a:tabLst/>
              <a:defRPr/>
            </a:pPr>
            <a:r>
              <a:rPr kumimoji="0" lang="zh-CN" altLang="en-US" sz="1600" b="1" i="0" u="none" strike="noStrike" kern="0" cap="none" spc="0" normalizeH="0" baseline="0" noProof="0" dirty="0">
                <a:ln>
                  <a:noFill/>
                </a:ln>
                <a:solidFill>
                  <a:prstClr val="white"/>
                </a:solidFill>
                <a:effectLst/>
                <a:uLnTx/>
                <a:uFillTx/>
              </a:rPr>
              <a:t>业务</a:t>
            </a:r>
            <a:r>
              <a:rPr kumimoji="0" lang="zh-CN" altLang="en-US" sz="1600" b="1" i="0" u="none" strike="noStrike" kern="0" cap="none" spc="0" normalizeH="0" baseline="0" noProof="0">
                <a:ln>
                  <a:noFill/>
                </a:ln>
                <a:solidFill>
                  <a:prstClr val="white"/>
                </a:solidFill>
                <a:effectLst/>
                <a:uLnTx/>
                <a:uFillTx/>
              </a:rPr>
              <a:t>管理 </a:t>
            </a:r>
            <a:endParaRPr kumimoji="0" lang="zh-CN" altLang="en-US" sz="1600" b="1" i="0" u="none" strike="noStrike" kern="0" cap="none" spc="0" normalizeH="0" baseline="0" noProof="0" dirty="0">
              <a:ln>
                <a:noFill/>
              </a:ln>
              <a:solidFill>
                <a:prstClr val="white"/>
              </a:solidFill>
              <a:effectLst/>
              <a:uLnTx/>
              <a:uFillTx/>
            </a:endParaRPr>
          </a:p>
        </p:txBody>
      </p:sp>
      <p:sp>
        <p:nvSpPr>
          <p:cNvPr id="48" name="TextBox 169">
            <a:extLst>
              <a:ext uri="{FF2B5EF4-FFF2-40B4-BE49-F238E27FC236}">
                <a16:creationId xmlns:a16="http://schemas.microsoft.com/office/drawing/2014/main" id="{D12A5581-7AA9-4FAD-B712-1665C7DCD955}"/>
              </a:ext>
            </a:extLst>
          </p:cNvPr>
          <p:cNvSpPr txBox="1"/>
          <p:nvPr/>
        </p:nvSpPr>
        <p:spPr bwMode="gray">
          <a:xfrm>
            <a:off x="1980215" y="2105757"/>
            <a:ext cx="3106992" cy="246564"/>
          </a:xfrm>
          <a:prstGeom prst="rect">
            <a:avLst/>
          </a:prstGeom>
          <a:noFill/>
          <a:ln w="25400" cap="flat" cmpd="sng" algn="ctr">
            <a:noFill/>
            <a:prstDash val="solid"/>
          </a:ln>
          <a:effectLst/>
        </p:spPr>
        <p:txBody>
          <a:bodyPr rtlCol="0" anchor="ctr"/>
          <a:lstStyle>
            <a:defPPr>
              <a:defRPr lang="zh-CN"/>
            </a:defPPr>
            <a:lvl1pPr algn="ctr" defTabSz="1219272" fontAlgn="base">
              <a:spcBef>
                <a:spcPct val="0"/>
              </a:spcBef>
              <a:spcAft>
                <a:spcPct val="0"/>
              </a:spcAft>
              <a:buClr>
                <a:srgbClr val="CC9900"/>
              </a:buClr>
              <a:buFont typeface="Wingdings" pitchFamily="2" charset="2"/>
              <a:buNone/>
              <a:defRPr sz="1600" b="1">
                <a:solidFill>
                  <a:prstClr val="white"/>
                </a:solidFill>
                <a:latin typeface="微软雅黑" panose="020B0503020204020204" pitchFamily="34" charset="-122"/>
                <a:ea typeface="微软雅黑" panose="020B0503020204020204" pitchFamily="34" charset="-122"/>
              </a:defRPr>
            </a:lvl1pPr>
            <a:lvl2pPr marL="609636" defTabSz="1219272">
              <a:defRPr sz="2400">
                <a:solidFill>
                  <a:schemeClr val="lt1"/>
                </a:solidFill>
              </a:defRPr>
            </a:lvl2pPr>
            <a:lvl3pPr marL="1219272" defTabSz="1219272">
              <a:defRPr sz="2400">
                <a:solidFill>
                  <a:schemeClr val="lt1"/>
                </a:solidFill>
              </a:defRPr>
            </a:lvl3pPr>
            <a:lvl4pPr marL="1828908" defTabSz="1219272">
              <a:defRPr sz="2400">
                <a:solidFill>
                  <a:schemeClr val="lt1"/>
                </a:solidFill>
              </a:defRPr>
            </a:lvl4pPr>
            <a:lvl5pPr marL="2438545" defTabSz="1219272">
              <a:defRPr sz="2400">
                <a:solidFill>
                  <a:schemeClr val="lt1"/>
                </a:solidFill>
              </a:defRPr>
            </a:lvl5pPr>
            <a:lvl6pPr marL="3048180" defTabSz="1219272">
              <a:defRPr sz="2400">
                <a:solidFill>
                  <a:schemeClr val="lt1"/>
                </a:solidFill>
              </a:defRPr>
            </a:lvl6pPr>
            <a:lvl7pPr marL="3657816" defTabSz="1219272">
              <a:defRPr sz="2400">
                <a:solidFill>
                  <a:schemeClr val="lt1"/>
                </a:solidFill>
              </a:defRPr>
            </a:lvl7pPr>
            <a:lvl8pPr marL="4267452" defTabSz="1219272">
              <a:defRPr sz="2400">
                <a:solidFill>
                  <a:schemeClr val="lt1"/>
                </a:solidFill>
              </a:defRPr>
            </a:lvl8pPr>
            <a:lvl9pPr marL="4877087" defTabSz="1219272">
              <a:defRPr sz="2400">
                <a:solidFill>
                  <a:schemeClr val="lt1"/>
                </a:solidFill>
              </a:defRPr>
            </a:lvl9pPr>
          </a:lstStyle>
          <a:p>
            <a:pPr fontAlgn="auto">
              <a:spcBef>
                <a:spcPts val="0"/>
              </a:spcBef>
              <a:spcAft>
                <a:spcPts val="0"/>
              </a:spcAft>
              <a:defRPr/>
            </a:pPr>
            <a:r>
              <a:rPr lang="en-US" altLang="zh-CN" sz="1800" kern="0" dirty="0" err="1">
                <a:solidFill>
                  <a:schemeClr val="tx1"/>
                </a:solidFill>
                <a:latin typeface="Huawei Sans"/>
                <a:ea typeface="方正兰亭黑简体"/>
                <a:cs typeface="Arial" charset="0"/>
              </a:rPr>
              <a:t>iMaster</a:t>
            </a:r>
            <a:r>
              <a:rPr lang="en-US" altLang="zh-CN" sz="1800" kern="0" dirty="0">
                <a:solidFill>
                  <a:schemeClr val="tx1"/>
                </a:solidFill>
                <a:latin typeface="Huawei Sans"/>
                <a:ea typeface="方正兰亭黑简体"/>
                <a:cs typeface="Arial" charset="0"/>
              </a:rPr>
              <a:t> NCE</a:t>
            </a:r>
            <a:endParaRPr lang="zh-CN" altLang="en-US" sz="1800" kern="0" dirty="0">
              <a:solidFill>
                <a:schemeClr val="tx1"/>
              </a:solidFill>
              <a:latin typeface="Huawei Sans"/>
              <a:ea typeface="方正兰亭黑简体"/>
              <a:cs typeface="Arial" charset="0"/>
            </a:endParaRPr>
          </a:p>
        </p:txBody>
      </p:sp>
      <p:sp>
        <p:nvSpPr>
          <p:cNvPr id="49" name="箭头: 右 10">
            <a:extLst>
              <a:ext uri="{FF2B5EF4-FFF2-40B4-BE49-F238E27FC236}">
                <a16:creationId xmlns:a16="http://schemas.microsoft.com/office/drawing/2014/main" id="{1A86FAE9-19D0-40AF-B17B-B21ED21CB284}"/>
              </a:ext>
            </a:extLst>
          </p:cNvPr>
          <p:cNvSpPr/>
          <p:nvPr/>
        </p:nvSpPr>
        <p:spPr bwMode="gray">
          <a:xfrm rot="10800000">
            <a:off x="5807259" y="2442556"/>
            <a:ext cx="1063441" cy="339792"/>
          </a:xfrm>
          <a:prstGeom prst="rightArrow">
            <a:avLst/>
          </a:prstGeom>
          <a:solidFill>
            <a:srgbClr val="EC7061">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EC7061"/>
              </a:solidFill>
              <a:effectLst/>
              <a:uLnTx/>
              <a:uFillTx/>
              <a:latin typeface="Huawei Sans"/>
              <a:ea typeface="方正兰亭黑简体"/>
              <a:cs typeface="+mn-cs"/>
            </a:endParaRPr>
          </a:p>
        </p:txBody>
      </p:sp>
      <p:sp>
        <p:nvSpPr>
          <p:cNvPr id="50" name="箭头: 右 80">
            <a:extLst>
              <a:ext uri="{FF2B5EF4-FFF2-40B4-BE49-F238E27FC236}">
                <a16:creationId xmlns:a16="http://schemas.microsoft.com/office/drawing/2014/main" id="{D7A38BF1-6F99-4A78-B148-A3926FE3F219}"/>
              </a:ext>
            </a:extLst>
          </p:cNvPr>
          <p:cNvSpPr/>
          <p:nvPr/>
        </p:nvSpPr>
        <p:spPr bwMode="gray">
          <a:xfrm rot="10800000">
            <a:off x="5807259" y="5019062"/>
            <a:ext cx="1063441" cy="339792"/>
          </a:xfrm>
          <a:prstGeom prst="rightArrow">
            <a:avLst/>
          </a:prstGeom>
          <a:solidFill>
            <a:srgbClr val="EC7061">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EC7061"/>
              </a:solidFill>
              <a:effectLst/>
              <a:uLnTx/>
              <a:uFillTx/>
              <a:latin typeface="Huawei Sans"/>
              <a:ea typeface="方正兰亭黑简体"/>
              <a:cs typeface="+mn-cs"/>
            </a:endParaRPr>
          </a:p>
        </p:txBody>
      </p:sp>
      <p:sp>
        <p:nvSpPr>
          <p:cNvPr id="51" name="文本框 50">
            <a:extLst>
              <a:ext uri="{FF2B5EF4-FFF2-40B4-BE49-F238E27FC236}">
                <a16:creationId xmlns:a16="http://schemas.microsoft.com/office/drawing/2014/main" id="{D4BAC107-7E64-4BE6-8820-B30C713575AD}"/>
              </a:ext>
            </a:extLst>
          </p:cNvPr>
          <p:cNvSpPr txBox="1"/>
          <p:nvPr/>
        </p:nvSpPr>
        <p:spPr bwMode="gray">
          <a:xfrm>
            <a:off x="8538091" y="2345727"/>
            <a:ext cx="1569660"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rPr>
              <a:t>编写业务包</a:t>
            </a:r>
            <a:r>
              <a:rPr kumimoji="0" lang="en-US" altLang="zh-CN" sz="1600" b="1" i="0" u="none" strike="noStrike" kern="0" cap="none" spc="0" normalizeH="0" baseline="0" noProof="0" dirty="0">
                <a:ln>
                  <a:noFill/>
                </a:ln>
                <a:effectLst/>
                <a:uLnTx/>
                <a:uFillTx/>
              </a:rPr>
              <a:t>SSP</a:t>
            </a:r>
            <a:endParaRPr kumimoji="0" lang="zh-CN" altLang="en-US" sz="1600" b="1" i="0" u="none" strike="noStrike" kern="0" cap="none" spc="0" normalizeH="0" baseline="0" noProof="0" dirty="0">
              <a:ln>
                <a:noFill/>
              </a:ln>
              <a:effectLst/>
              <a:uLnTx/>
              <a:uFillTx/>
            </a:endParaRPr>
          </a:p>
        </p:txBody>
      </p:sp>
      <p:sp>
        <p:nvSpPr>
          <p:cNvPr id="52" name="文本框 51">
            <a:extLst>
              <a:ext uri="{FF2B5EF4-FFF2-40B4-BE49-F238E27FC236}">
                <a16:creationId xmlns:a16="http://schemas.microsoft.com/office/drawing/2014/main" id="{239FE52B-AEED-447D-89AA-1F44BDE4E327}"/>
              </a:ext>
            </a:extLst>
          </p:cNvPr>
          <p:cNvSpPr txBox="1"/>
          <p:nvPr/>
        </p:nvSpPr>
        <p:spPr bwMode="gray">
          <a:xfrm>
            <a:off x="8568200" y="4913331"/>
            <a:ext cx="2060179"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rPr>
              <a:t>编写网元驱动包</a:t>
            </a:r>
            <a:r>
              <a:rPr kumimoji="0" lang="en-US" altLang="zh-CN" sz="1600" b="1" i="0" u="none" strike="noStrike" kern="0" cap="none" spc="0" normalizeH="0" baseline="0" noProof="0" dirty="0">
                <a:ln>
                  <a:noFill/>
                </a:ln>
                <a:effectLst/>
                <a:uLnTx/>
                <a:uFillTx/>
              </a:rPr>
              <a:t>SND</a:t>
            </a:r>
            <a:endParaRPr kumimoji="0" lang="zh-CN" altLang="en-US" sz="1600" b="1" i="0" u="none" strike="noStrike" kern="0" cap="none" spc="0" normalizeH="0" baseline="0" noProof="0" dirty="0">
              <a:ln>
                <a:noFill/>
              </a:ln>
              <a:effectLst/>
              <a:uLnTx/>
              <a:uFillTx/>
            </a:endParaRPr>
          </a:p>
        </p:txBody>
      </p:sp>
      <p:sp>
        <p:nvSpPr>
          <p:cNvPr id="61" name="文本框 60">
            <a:extLst>
              <a:ext uri="{FF2B5EF4-FFF2-40B4-BE49-F238E27FC236}">
                <a16:creationId xmlns:a16="http://schemas.microsoft.com/office/drawing/2014/main" id="{95AD1491-B107-4881-80FE-BABD29112465}"/>
              </a:ext>
            </a:extLst>
          </p:cNvPr>
          <p:cNvSpPr txBox="1"/>
          <p:nvPr/>
        </p:nvSpPr>
        <p:spPr bwMode="gray">
          <a:xfrm>
            <a:off x="6002418" y="2151179"/>
            <a:ext cx="543739"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EC7061"/>
                </a:solidFill>
                <a:effectLst/>
                <a:uLnTx/>
                <a:uFillTx/>
              </a:rPr>
              <a:t>加载</a:t>
            </a:r>
          </a:p>
        </p:txBody>
      </p:sp>
      <p:sp>
        <p:nvSpPr>
          <p:cNvPr id="62" name="文本框 61">
            <a:extLst>
              <a:ext uri="{FF2B5EF4-FFF2-40B4-BE49-F238E27FC236}">
                <a16:creationId xmlns:a16="http://schemas.microsoft.com/office/drawing/2014/main" id="{80E12F9F-B94C-410D-B71A-ABDFCC6856CD}"/>
              </a:ext>
            </a:extLst>
          </p:cNvPr>
          <p:cNvSpPr txBox="1"/>
          <p:nvPr/>
        </p:nvSpPr>
        <p:spPr bwMode="gray">
          <a:xfrm>
            <a:off x="6002418" y="4689033"/>
            <a:ext cx="543739"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EC7061"/>
                </a:solidFill>
                <a:effectLst/>
                <a:uLnTx/>
                <a:uFillTx/>
              </a:rPr>
              <a:t>加载</a:t>
            </a:r>
          </a:p>
        </p:txBody>
      </p:sp>
      <p:sp>
        <p:nvSpPr>
          <p:cNvPr id="63" name="椭圆 62">
            <a:extLst>
              <a:ext uri="{FF2B5EF4-FFF2-40B4-BE49-F238E27FC236}">
                <a16:creationId xmlns:a16="http://schemas.microsoft.com/office/drawing/2014/main" id="{3B4305B4-C39F-445B-A771-0DDD2D50AAB8}"/>
              </a:ext>
            </a:extLst>
          </p:cNvPr>
          <p:cNvSpPr/>
          <p:nvPr/>
        </p:nvSpPr>
        <p:spPr bwMode="gray">
          <a:xfrm>
            <a:off x="5797536" y="4736271"/>
            <a:ext cx="242090" cy="242090"/>
          </a:xfrm>
          <a:prstGeom prst="ellipse">
            <a:avLst/>
          </a:prstGeom>
          <a:solidFill>
            <a:srgbClr val="30B5C5"/>
          </a:solidFill>
          <a:ln w="12700" cap="flat" cmpd="sng" algn="ctr">
            <a:noFill/>
            <a:prstDash val="solid"/>
            <a:miter lim="800000"/>
          </a:ln>
          <a:effectLst/>
        </p:spPr>
        <p:txBody>
          <a:bodyPr wrap="none" lIns="0" tIns="0" rIns="0" bIns="0"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Huawei Sans"/>
                <a:ea typeface="方正兰亭黑简体"/>
                <a:cs typeface="+mn-cs"/>
              </a:rPr>
              <a:t>2</a:t>
            </a:r>
            <a:endParaRPr kumimoji="0" lang="zh-CN" altLang="en-US" sz="1400" b="1" i="0" u="none" strike="noStrike" kern="1200" cap="none" spc="0" normalizeH="0" baseline="0" noProof="0" dirty="0">
              <a:ln>
                <a:noFill/>
              </a:ln>
              <a:solidFill>
                <a:prstClr val="white"/>
              </a:solidFill>
              <a:effectLst/>
              <a:uLnTx/>
              <a:uFillTx/>
              <a:latin typeface="Huawei Sans"/>
              <a:ea typeface="方正兰亭黑简体"/>
              <a:cs typeface="+mn-cs"/>
            </a:endParaRPr>
          </a:p>
        </p:txBody>
      </p:sp>
      <p:sp>
        <p:nvSpPr>
          <p:cNvPr id="64" name="椭圆 63">
            <a:extLst>
              <a:ext uri="{FF2B5EF4-FFF2-40B4-BE49-F238E27FC236}">
                <a16:creationId xmlns:a16="http://schemas.microsoft.com/office/drawing/2014/main" id="{56A8D67F-C57B-407B-B20F-383E92FA4FF5}"/>
              </a:ext>
            </a:extLst>
          </p:cNvPr>
          <p:cNvSpPr/>
          <p:nvPr/>
        </p:nvSpPr>
        <p:spPr bwMode="gray">
          <a:xfrm>
            <a:off x="8356993" y="4970315"/>
            <a:ext cx="242090" cy="242090"/>
          </a:xfrm>
          <a:prstGeom prst="ellipse">
            <a:avLst/>
          </a:prstGeom>
          <a:solidFill>
            <a:srgbClr val="30B5C5"/>
          </a:solidFill>
          <a:ln w="12700" cap="flat" cmpd="sng" algn="ctr">
            <a:noFill/>
            <a:prstDash val="solid"/>
            <a:miter lim="800000"/>
          </a:ln>
          <a:effectLst/>
        </p:spPr>
        <p:txBody>
          <a:bodyPr wrap="none" lIns="0" tIns="0" rIns="0" bIns="0"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Huawei Sans"/>
                <a:ea typeface="方正兰亭黑简体"/>
                <a:cs typeface="+mn-cs"/>
              </a:rPr>
              <a:t>1</a:t>
            </a:r>
            <a:endParaRPr kumimoji="0" lang="zh-CN" altLang="en-US" sz="1400" b="1" i="0" u="none" strike="noStrike" kern="1200" cap="none" spc="0" normalizeH="0" baseline="0" noProof="0" dirty="0">
              <a:ln>
                <a:noFill/>
              </a:ln>
              <a:solidFill>
                <a:prstClr val="white"/>
              </a:solidFill>
              <a:effectLst/>
              <a:uLnTx/>
              <a:uFillTx/>
              <a:latin typeface="Huawei Sans"/>
              <a:ea typeface="方正兰亭黑简体"/>
              <a:cs typeface="+mn-cs"/>
            </a:endParaRPr>
          </a:p>
        </p:txBody>
      </p:sp>
      <p:sp>
        <p:nvSpPr>
          <p:cNvPr id="65" name="椭圆 64">
            <a:extLst>
              <a:ext uri="{FF2B5EF4-FFF2-40B4-BE49-F238E27FC236}">
                <a16:creationId xmlns:a16="http://schemas.microsoft.com/office/drawing/2014/main" id="{239CF20D-2E45-405A-9EDD-40A2B88DB37B}"/>
              </a:ext>
            </a:extLst>
          </p:cNvPr>
          <p:cNvSpPr/>
          <p:nvPr/>
        </p:nvSpPr>
        <p:spPr bwMode="gray">
          <a:xfrm>
            <a:off x="5783888" y="2182211"/>
            <a:ext cx="242090" cy="242090"/>
          </a:xfrm>
          <a:prstGeom prst="ellipse">
            <a:avLst/>
          </a:prstGeom>
          <a:solidFill>
            <a:srgbClr val="30B5C5"/>
          </a:solidFill>
          <a:ln w="12700" cap="flat" cmpd="sng" algn="ctr">
            <a:noFill/>
            <a:prstDash val="solid"/>
            <a:miter lim="800000"/>
          </a:ln>
          <a:effectLst/>
        </p:spPr>
        <p:txBody>
          <a:bodyPr wrap="none" lIns="0" tIns="0" rIns="0" bIns="0"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Huawei Sans"/>
                <a:ea typeface="方正兰亭黑简体"/>
                <a:cs typeface="+mn-cs"/>
              </a:rPr>
              <a:t>4</a:t>
            </a:r>
            <a:endParaRPr kumimoji="0" lang="zh-CN" altLang="en-US" sz="1400" b="1" i="0" u="none" strike="noStrike" kern="1200" cap="none" spc="0" normalizeH="0" baseline="0" noProof="0" dirty="0">
              <a:ln>
                <a:noFill/>
              </a:ln>
              <a:solidFill>
                <a:prstClr val="white"/>
              </a:solidFill>
              <a:effectLst/>
              <a:uLnTx/>
              <a:uFillTx/>
              <a:latin typeface="Huawei Sans"/>
              <a:ea typeface="方正兰亭黑简体"/>
              <a:cs typeface="+mn-cs"/>
            </a:endParaRPr>
          </a:p>
        </p:txBody>
      </p:sp>
      <p:sp>
        <p:nvSpPr>
          <p:cNvPr id="66" name="椭圆 65">
            <a:extLst>
              <a:ext uri="{FF2B5EF4-FFF2-40B4-BE49-F238E27FC236}">
                <a16:creationId xmlns:a16="http://schemas.microsoft.com/office/drawing/2014/main" id="{0D2980EF-AB9B-40A1-917D-8FE914376436}"/>
              </a:ext>
            </a:extLst>
          </p:cNvPr>
          <p:cNvSpPr/>
          <p:nvPr/>
        </p:nvSpPr>
        <p:spPr bwMode="gray">
          <a:xfrm>
            <a:off x="8324141" y="2413411"/>
            <a:ext cx="242090" cy="242090"/>
          </a:xfrm>
          <a:prstGeom prst="ellipse">
            <a:avLst/>
          </a:prstGeom>
          <a:solidFill>
            <a:srgbClr val="30B5C5"/>
          </a:solidFill>
          <a:ln w="12700" cap="flat" cmpd="sng" algn="ctr">
            <a:noFill/>
            <a:prstDash val="solid"/>
            <a:miter lim="800000"/>
          </a:ln>
          <a:effectLst/>
        </p:spPr>
        <p:txBody>
          <a:bodyPr wrap="none" lIns="0" tIns="0" rIns="0" bIns="0"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Huawei Sans"/>
                <a:ea typeface="方正兰亭黑简体"/>
                <a:cs typeface="+mn-cs"/>
              </a:rPr>
              <a:t>3</a:t>
            </a:r>
            <a:endParaRPr kumimoji="0" lang="zh-CN" altLang="en-US" sz="1400" b="1" i="0" u="none" strike="noStrike" kern="1200" cap="none" spc="0" normalizeH="0" baseline="0" noProof="0" dirty="0">
              <a:ln>
                <a:noFill/>
              </a:ln>
              <a:solidFill>
                <a:prstClr val="white"/>
              </a:solidFill>
              <a:effectLst/>
              <a:uLnTx/>
              <a:uFillTx/>
              <a:latin typeface="Huawei Sans"/>
              <a:ea typeface="方正兰亭黑简体"/>
              <a:cs typeface="+mn-cs"/>
            </a:endParaRPr>
          </a:p>
        </p:txBody>
      </p:sp>
      <p:sp>
        <p:nvSpPr>
          <p:cNvPr id="68" name="矩形: 圆角 17">
            <a:extLst>
              <a:ext uri="{FF2B5EF4-FFF2-40B4-BE49-F238E27FC236}">
                <a16:creationId xmlns:a16="http://schemas.microsoft.com/office/drawing/2014/main" id="{F26DBF4F-3F0E-4EFF-856B-50FCAD8C85DD}"/>
              </a:ext>
            </a:extLst>
          </p:cNvPr>
          <p:cNvSpPr/>
          <p:nvPr/>
        </p:nvSpPr>
        <p:spPr bwMode="gray">
          <a:xfrm>
            <a:off x="7129794" y="2105757"/>
            <a:ext cx="1113168" cy="883312"/>
          </a:xfrm>
          <a:prstGeom prst="roundRect">
            <a:avLst/>
          </a:prstGeom>
          <a:solidFill>
            <a:srgbClr val="F3FBFE"/>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70" name="文本框 69">
            <a:extLst>
              <a:ext uri="{FF2B5EF4-FFF2-40B4-BE49-F238E27FC236}">
                <a16:creationId xmlns:a16="http://schemas.microsoft.com/office/drawing/2014/main" id="{EC3AAF6C-DF05-47A0-9092-B8BE6BF7498C}"/>
              </a:ext>
            </a:extLst>
          </p:cNvPr>
          <p:cNvSpPr txBox="1"/>
          <p:nvPr/>
        </p:nvSpPr>
        <p:spPr bwMode="gray">
          <a:xfrm>
            <a:off x="7456146" y="2067656"/>
            <a:ext cx="317119" cy="233183"/>
          </a:xfrm>
          <a:prstGeom prst="rect">
            <a:avLst/>
          </a:prstGeom>
          <a:noFill/>
        </p:spPr>
        <p:txBody>
          <a:bodyPr wrap="none" rtlCol="0">
            <a:noAutofit/>
          </a:bodyPr>
          <a:lstStyle/>
          <a:p>
            <a:pPr marL="0" marR="0" lvl="0" indent="0" defTabSz="91403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rPr>
              <a:t>IDE</a:t>
            </a:r>
            <a:endParaRPr kumimoji="0" lang="zh-CN" altLang="en-US" sz="1200" b="0" i="0" u="none" strike="noStrike" kern="0" cap="none" spc="0" normalizeH="0" baseline="0" noProof="0" dirty="0">
              <a:ln>
                <a:noFill/>
              </a:ln>
              <a:solidFill>
                <a:srgbClr val="000000"/>
              </a:solidFill>
              <a:effectLst/>
              <a:uLnTx/>
              <a:uFillTx/>
            </a:endParaRPr>
          </a:p>
        </p:txBody>
      </p:sp>
      <p:sp>
        <p:nvSpPr>
          <p:cNvPr id="71" name="文本框 70">
            <a:extLst>
              <a:ext uri="{FF2B5EF4-FFF2-40B4-BE49-F238E27FC236}">
                <a16:creationId xmlns:a16="http://schemas.microsoft.com/office/drawing/2014/main" id="{EC3AAF6C-DF05-47A0-9092-B8BE6BF7498C}"/>
              </a:ext>
            </a:extLst>
          </p:cNvPr>
          <p:cNvSpPr txBox="1"/>
          <p:nvPr/>
        </p:nvSpPr>
        <p:spPr bwMode="gray">
          <a:xfrm>
            <a:off x="7519646" y="4620356"/>
            <a:ext cx="317119" cy="233183"/>
          </a:xfrm>
          <a:prstGeom prst="rect">
            <a:avLst/>
          </a:prstGeom>
          <a:noFill/>
        </p:spPr>
        <p:txBody>
          <a:bodyPr wrap="none" rtlCol="0">
            <a:noAutofit/>
          </a:bodyPr>
          <a:lstStyle/>
          <a:p>
            <a:pPr marL="0" marR="0" lvl="0" indent="0" defTabSz="91403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rPr>
              <a:t>IDE</a:t>
            </a:r>
            <a:endParaRPr kumimoji="0" lang="zh-CN" altLang="en-US" sz="1200" b="0" i="0" u="none" strike="noStrike" kern="0" cap="none" spc="0" normalizeH="0" baseline="0" noProof="0" dirty="0">
              <a:ln>
                <a:noFill/>
              </a:ln>
              <a:solidFill>
                <a:srgbClr val="000000"/>
              </a:solidFill>
              <a:effectLst/>
              <a:uLnTx/>
              <a:uFillTx/>
            </a:endParaRPr>
          </a:p>
        </p:txBody>
      </p:sp>
      <p:sp>
        <p:nvSpPr>
          <p:cNvPr id="3" name="文本框 2"/>
          <p:cNvSpPr txBox="1"/>
          <p:nvPr/>
        </p:nvSpPr>
        <p:spPr>
          <a:xfrm>
            <a:off x="7343641" y="2422887"/>
            <a:ext cx="791979" cy="307777"/>
          </a:xfrm>
          <a:prstGeom prst="rect">
            <a:avLst/>
          </a:prstGeom>
          <a:solidFill>
            <a:srgbClr val="81C15F"/>
          </a:solidFill>
        </p:spPr>
        <p:txBody>
          <a:bodyPr wrap="square" rtlCol="0">
            <a:spAutoFit/>
          </a:bodyPr>
          <a:lstStyle/>
          <a:p>
            <a:pPr algn="ctr"/>
            <a:r>
              <a:rPr lang="en-US" altLang="zh-CN" sz="1400" dirty="0">
                <a:solidFill>
                  <a:schemeClr val="bg1"/>
                </a:solidFill>
              </a:rPr>
              <a:t>Python</a:t>
            </a:r>
            <a:endParaRPr lang="zh-CN" altLang="en-US" sz="1400" dirty="0">
              <a:solidFill>
                <a:schemeClr val="bg1"/>
              </a:solidFill>
            </a:endParaRPr>
          </a:p>
        </p:txBody>
      </p:sp>
      <p:sp>
        <p:nvSpPr>
          <p:cNvPr id="29" name="文本框 28"/>
          <p:cNvSpPr txBox="1"/>
          <p:nvPr/>
        </p:nvSpPr>
        <p:spPr>
          <a:xfrm>
            <a:off x="7343641" y="4979312"/>
            <a:ext cx="791979" cy="307777"/>
          </a:xfrm>
          <a:prstGeom prst="rect">
            <a:avLst/>
          </a:prstGeom>
          <a:solidFill>
            <a:srgbClr val="81C15F"/>
          </a:solidFill>
        </p:spPr>
        <p:txBody>
          <a:bodyPr wrap="square" rtlCol="0">
            <a:spAutoFit/>
          </a:bodyPr>
          <a:lstStyle/>
          <a:p>
            <a:pPr algn="ctr"/>
            <a:r>
              <a:rPr lang="en-US" altLang="zh-CN" sz="1400" dirty="0">
                <a:solidFill>
                  <a:schemeClr val="bg1"/>
                </a:solidFill>
              </a:rPr>
              <a:t>Python</a:t>
            </a:r>
            <a:endParaRPr lang="zh-CN" altLang="en-US" sz="1400" dirty="0">
              <a:solidFill>
                <a:schemeClr val="bg1"/>
              </a:solidFill>
            </a:endParaRPr>
          </a:p>
        </p:txBody>
      </p:sp>
      <p:grpSp>
        <p:nvGrpSpPr>
          <p:cNvPr id="10" name="组合 9">
            <a:extLst>
              <a:ext uri="{FF2B5EF4-FFF2-40B4-BE49-F238E27FC236}">
                <a16:creationId xmlns:a16="http://schemas.microsoft.com/office/drawing/2014/main" id="{A10FF4D3-B185-E42D-B9F4-96F5897DF580}"/>
              </a:ext>
            </a:extLst>
          </p:cNvPr>
          <p:cNvGrpSpPr/>
          <p:nvPr/>
        </p:nvGrpSpPr>
        <p:grpSpPr>
          <a:xfrm>
            <a:off x="5515849" y="1011559"/>
            <a:ext cx="6255000" cy="555480"/>
            <a:chOff x="5515849" y="1011559"/>
            <a:chExt cx="6255000" cy="555480"/>
          </a:xfrm>
        </p:grpSpPr>
        <mc:AlternateContent xmlns:mc="http://schemas.openxmlformats.org/markup-compatibility/2006" xmlns:p14="http://schemas.microsoft.com/office/powerpoint/2010/main">
          <mc:Choice Requires="p14">
            <p:contentPart p14:bwMode="auto" r:id="rId3">
              <p14:nvContentPartPr>
                <p14:cNvPr id="4" name="墨迹 3">
                  <a:extLst>
                    <a:ext uri="{FF2B5EF4-FFF2-40B4-BE49-F238E27FC236}">
                      <a16:creationId xmlns:a16="http://schemas.microsoft.com/office/drawing/2014/main" id="{0C5CB5C3-A54C-58B3-8FAE-49E13E3D26A2}"/>
                    </a:ext>
                  </a:extLst>
                </p14:cNvPr>
                <p14:cNvContentPartPr/>
                <p14:nvPr/>
              </p14:nvContentPartPr>
              <p14:xfrm>
                <a:off x="5515849" y="1071679"/>
                <a:ext cx="3092760" cy="389880"/>
              </p14:xfrm>
            </p:contentPart>
          </mc:Choice>
          <mc:Fallback xmlns="">
            <p:pic>
              <p:nvPicPr>
                <p:cNvPr id="4" name="墨迹 3">
                  <a:extLst>
                    <a:ext uri="{FF2B5EF4-FFF2-40B4-BE49-F238E27FC236}">
                      <a16:creationId xmlns:a16="http://schemas.microsoft.com/office/drawing/2014/main" id="{0C5CB5C3-A54C-58B3-8FAE-49E13E3D26A2}"/>
                    </a:ext>
                  </a:extLst>
                </p:cNvPr>
                <p:cNvPicPr/>
                <p:nvPr/>
              </p:nvPicPr>
              <p:blipFill>
                <a:blip r:embed="rId4"/>
                <a:stretch>
                  <a:fillRect/>
                </a:stretch>
              </p:blipFill>
              <p:spPr>
                <a:xfrm>
                  <a:off x="5507209" y="1062679"/>
                  <a:ext cx="311040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墨迹 4">
                  <a:extLst>
                    <a:ext uri="{FF2B5EF4-FFF2-40B4-BE49-F238E27FC236}">
                      <a16:creationId xmlns:a16="http://schemas.microsoft.com/office/drawing/2014/main" id="{90A74053-FD7B-3DCC-6CCB-0C7151197BA5}"/>
                    </a:ext>
                  </a:extLst>
                </p14:cNvPr>
                <p14:cNvContentPartPr/>
                <p14:nvPr/>
              </p14:nvContentPartPr>
              <p14:xfrm>
                <a:off x="5568769" y="1019119"/>
                <a:ext cx="3660120" cy="466200"/>
              </p14:xfrm>
            </p:contentPart>
          </mc:Choice>
          <mc:Fallback xmlns="">
            <p:pic>
              <p:nvPicPr>
                <p:cNvPr id="5" name="墨迹 4">
                  <a:extLst>
                    <a:ext uri="{FF2B5EF4-FFF2-40B4-BE49-F238E27FC236}">
                      <a16:creationId xmlns:a16="http://schemas.microsoft.com/office/drawing/2014/main" id="{90A74053-FD7B-3DCC-6CCB-0C7151197BA5}"/>
                    </a:ext>
                  </a:extLst>
                </p:cNvPr>
                <p:cNvPicPr/>
                <p:nvPr/>
              </p:nvPicPr>
              <p:blipFill>
                <a:blip r:embed="rId6"/>
                <a:stretch>
                  <a:fillRect/>
                </a:stretch>
              </p:blipFill>
              <p:spPr>
                <a:xfrm>
                  <a:off x="5559769" y="1010479"/>
                  <a:ext cx="3677760" cy="483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墨迹 6">
                  <a:extLst>
                    <a:ext uri="{FF2B5EF4-FFF2-40B4-BE49-F238E27FC236}">
                      <a16:creationId xmlns:a16="http://schemas.microsoft.com/office/drawing/2014/main" id="{FF453C6D-3576-7618-F481-131C4C234358}"/>
                    </a:ext>
                  </a:extLst>
                </p14:cNvPr>
                <p14:cNvContentPartPr/>
                <p14:nvPr/>
              </p14:nvContentPartPr>
              <p14:xfrm>
                <a:off x="9457129" y="1011559"/>
                <a:ext cx="2012400" cy="555480"/>
              </p14:xfrm>
            </p:contentPart>
          </mc:Choice>
          <mc:Fallback xmlns="">
            <p:pic>
              <p:nvPicPr>
                <p:cNvPr id="7" name="墨迹 6">
                  <a:extLst>
                    <a:ext uri="{FF2B5EF4-FFF2-40B4-BE49-F238E27FC236}">
                      <a16:creationId xmlns:a16="http://schemas.microsoft.com/office/drawing/2014/main" id="{FF453C6D-3576-7618-F481-131C4C234358}"/>
                    </a:ext>
                  </a:extLst>
                </p:cNvPr>
                <p:cNvPicPr/>
                <p:nvPr/>
              </p:nvPicPr>
              <p:blipFill>
                <a:blip r:embed="rId8"/>
                <a:stretch>
                  <a:fillRect/>
                </a:stretch>
              </p:blipFill>
              <p:spPr>
                <a:xfrm>
                  <a:off x="9448489" y="1002919"/>
                  <a:ext cx="2030040" cy="573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墨迹 8">
                  <a:extLst>
                    <a:ext uri="{FF2B5EF4-FFF2-40B4-BE49-F238E27FC236}">
                      <a16:creationId xmlns:a16="http://schemas.microsoft.com/office/drawing/2014/main" id="{0AF2ED62-3CDD-B23A-A95C-14F92CBC1FA2}"/>
                    </a:ext>
                  </a:extLst>
                </p14:cNvPr>
                <p14:cNvContentPartPr/>
                <p14:nvPr/>
              </p14:nvContentPartPr>
              <p14:xfrm>
                <a:off x="9653329" y="1048999"/>
                <a:ext cx="2117520" cy="46080"/>
              </p14:xfrm>
            </p:contentPart>
          </mc:Choice>
          <mc:Fallback xmlns="">
            <p:pic>
              <p:nvPicPr>
                <p:cNvPr id="9" name="墨迹 8">
                  <a:extLst>
                    <a:ext uri="{FF2B5EF4-FFF2-40B4-BE49-F238E27FC236}">
                      <a16:creationId xmlns:a16="http://schemas.microsoft.com/office/drawing/2014/main" id="{0AF2ED62-3CDD-B23A-A95C-14F92CBC1FA2}"/>
                    </a:ext>
                  </a:extLst>
                </p:cNvPr>
                <p:cNvPicPr/>
                <p:nvPr/>
              </p:nvPicPr>
              <p:blipFill>
                <a:blip r:embed="rId10"/>
                <a:stretch>
                  <a:fillRect/>
                </a:stretch>
              </p:blipFill>
              <p:spPr>
                <a:xfrm>
                  <a:off x="9644689" y="1040359"/>
                  <a:ext cx="2135160" cy="63720"/>
                </a:xfrm>
                <a:prstGeom prst="rect">
                  <a:avLst/>
                </a:prstGeom>
              </p:spPr>
            </p:pic>
          </mc:Fallback>
        </mc:AlternateContent>
      </p:grpSp>
      <p:grpSp>
        <p:nvGrpSpPr>
          <p:cNvPr id="14" name="组合 13">
            <a:extLst>
              <a:ext uri="{FF2B5EF4-FFF2-40B4-BE49-F238E27FC236}">
                <a16:creationId xmlns:a16="http://schemas.microsoft.com/office/drawing/2014/main" id="{EC2E69D7-5C5F-7945-8F1D-F71A76E55E24}"/>
              </a:ext>
            </a:extLst>
          </p:cNvPr>
          <p:cNvGrpSpPr/>
          <p:nvPr/>
        </p:nvGrpSpPr>
        <p:grpSpPr>
          <a:xfrm>
            <a:off x="644689" y="1752439"/>
            <a:ext cx="3862800" cy="228240"/>
            <a:chOff x="644689" y="1752439"/>
            <a:chExt cx="3862800" cy="228240"/>
          </a:xfrm>
        </p:grpSpPr>
        <mc:AlternateContent xmlns:mc="http://schemas.openxmlformats.org/markup-compatibility/2006" xmlns:p14="http://schemas.microsoft.com/office/powerpoint/2010/main">
          <mc:Choice Requires="p14">
            <p:contentPart p14:bwMode="auto" r:id="rId11">
              <p14:nvContentPartPr>
                <p14:cNvPr id="11" name="墨迹 10">
                  <a:extLst>
                    <a:ext uri="{FF2B5EF4-FFF2-40B4-BE49-F238E27FC236}">
                      <a16:creationId xmlns:a16="http://schemas.microsoft.com/office/drawing/2014/main" id="{98B30F2C-DBA1-8F2D-F461-9F877E699987}"/>
                    </a:ext>
                  </a:extLst>
                </p14:cNvPr>
                <p14:cNvContentPartPr/>
                <p14:nvPr/>
              </p14:nvContentPartPr>
              <p14:xfrm>
                <a:off x="644689" y="1873399"/>
                <a:ext cx="1355040" cy="31320"/>
              </p14:xfrm>
            </p:contentPart>
          </mc:Choice>
          <mc:Fallback xmlns="">
            <p:pic>
              <p:nvPicPr>
                <p:cNvPr id="11" name="墨迹 10">
                  <a:extLst>
                    <a:ext uri="{FF2B5EF4-FFF2-40B4-BE49-F238E27FC236}">
                      <a16:creationId xmlns:a16="http://schemas.microsoft.com/office/drawing/2014/main" id="{98B30F2C-DBA1-8F2D-F461-9F877E699987}"/>
                    </a:ext>
                  </a:extLst>
                </p:cNvPr>
                <p:cNvPicPr/>
                <p:nvPr/>
              </p:nvPicPr>
              <p:blipFill>
                <a:blip r:embed="rId12"/>
                <a:stretch>
                  <a:fillRect/>
                </a:stretch>
              </p:blipFill>
              <p:spPr>
                <a:xfrm>
                  <a:off x="635689" y="1864399"/>
                  <a:ext cx="13726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墨迹 11">
                  <a:extLst>
                    <a:ext uri="{FF2B5EF4-FFF2-40B4-BE49-F238E27FC236}">
                      <a16:creationId xmlns:a16="http://schemas.microsoft.com/office/drawing/2014/main" id="{00C8C4E2-0C18-FFE1-1741-ADCF0BE50F86}"/>
                    </a:ext>
                  </a:extLst>
                </p14:cNvPr>
                <p14:cNvContentPartPr/>
                <p14:nvPr/>
              </p14:nvContentPartPr>
              <p14:xfrm>
                <a:off x="3020329" y="1752439"/>
                <a:ext cx="1487160" cy="84240"/>
              </p14:xfrm>
            </p:contentPart>
          </mc:Choice>
          <mc:Fallback xmlns="">
            <p:pic>
              <p:nvPicPr>
                <p:cNvPr id="12" name="墨迹 11">
                  <a:extLst>
                    <a:ext uri="{FF2B5EF4-FFF2-40B4-BE49-F238E27FC236}">
                      <a16:creationId xmlns:a16="http://schemas.microsoft.com/office/drawing/2014/main" id="{00C8C4E2-0C18-FFE1-1741-ADCF0BE50F86}"/>
                    </a:ext>
                  </a:extLst>
                </p:cNvPr>
                <p:cNvPicPr/>
                <p:nvPr/>
              </p:nvPicPr>
              <p:blipFill>
                <a:blip r:embed="rId14"/>
                <a:stretch>
                  <a:fillRect/>
                </a:stretch>
              </p:blipFill>
              <p:spPr>
                <a:xfrm>
                  <a:off x="3011329" y="1743439"/>
                  <a:ext cx="150480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墨迹 12">
                  <a:extLst>
                    <a:ext uri="{FF2B5EF4-FFF2-40B4-BE49-F238E27FC236}">
                      <a16:creationId xmlns:a16="http://schemas.microsoft.com/office/drawing/2014/main" id="{DFFDD0E5-B58F-6E5F-EC1E-F413B2BC1D6B}"/>
                    </a:ext>
                  </a:extLst>
                </p14:cNvPr>
                <p14:cNvContentPartPr/>
                <p14:nvPr/>
              </p14:nvContentPartPr>
              <p14:xfrm>
                <a:off x="3848689" y="1822279"/>
                <a:ext cx="222480" cy="158400"/>
              </p14:xfrm>
            </p:contentPart>
          </mc:Choice>
          <mc:Fallback xmlns="">
            <p:pic>
              <p:nvPicPr>
                <p:cNvPr id="13" name="墨迹 12">
                  <a:extLst>
                    <a:ext uri="{FF2B5EF4-FFF2-40B4-BE49-F238E27FC236}">
                      <a16:creationId xmlns:a16="http://schemas.microsoft.com/office/drawing/2014/main" id="{DFFDD0E5-B58F-6E5F-EC1E-F413B2BC1D6B}"/>
                    </a:ext>
                  </a:extLst>
                </p:cNvPr>
                <p:cNvPicPr/>
                <p:nvPr/>
              </p:nvPicPr>
              <p:blipFill>
                <a:blip r:embed="rId16"/>
                <a:stretch>
                  <a:fillRect/>
                </a:stretch>
              </p:blipFill>
              <p:spPr>
                <a:xfrm>
                  <a:off x="3839689" y="1813279"/>
                  <a:ext cx="240120" cy="176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15" name="墨迹 14">
                <a:extLst>
                  <a:ext uri="{FF2B5EF4-FFF2-40B4-BE49-F238E27FC236}">
                    <a16:creationId xmlns:a16="http://schemas.microsoft.com/office/drawing/2014/main" id="{4F0B641B-0AFC-C2D6-2D8E-9D2E8F2A4032}"/>
                  </a:ext>
                </a:extLst>
              </p14:cNvPr>
              <p14:cNvContentPartPr/>
              <p14:nvPr/>
            </p14:nvContentPartPr>
            <p14:xfrm>
              <a:off x="8319169" y="5305639"/>
              <a:ext cx="2106360" cy="16200"/>
            </p14:xfrm>
          </p:contentPart>
        </mc:Choice>
        <mc:Fallback xmlns="">
          <p:pic>
            <p:nvPicPr>
              <p:cNvPr id="15" name="墨迹 14">
                <a:extLst>
                  <a:ext uri="{FF2B5EF4-FFF2-40B4-BE49-F238E27FC236}">
                    <a16:creationId xmlns:a16="http://schemas.microsoft.com/office/drawing/2014/main" id="{4F0B641B-0AFC-C2D6-2D8E-9D2E8F2A4032}"/>
                  </a:ext>
                </a:extLst>
              </p:cNvPr>
              <p:cNvPicPr/>
              <p:nvPr/>
            </p:nvPicPr>
            <p:blipFill>
              <a:blip r:embed="rId18"/>
              <a:stretch>
                <a:fillRect/>
              </a:stretch>
            </p:blipFill>
            <p:spPr>
              <a:xfrm>
                <a:off x="8310169" y="5296999"/>
                <a:ext cx="2124000" cy="33840"/>
              </a:xfrm>
              <a:prstGeom prst="rect">
                <a:avLst/>
              </a:prstGeom>
            </p:spPr>
          </p:pic>
        </mc:Fallback>
      </mc:AlternateContent>
      <p:grpSp>
        <p:nvGrpSpPr>
          <p:cNvPr id="32" name="组合 31">
            <a:extLst>
              <a:ext uri="{FF2B5EF4-FFF2-40B4-BE49-F238E27FC236}">
                <a16:creationId xmlns:a16="http://schemas.microsoft.com/office/drawing/2014/main" id="{BF8F1F22-7591-EED2-6F25-91F9B3DB67F0}"/>
              </a:ext>
            </a:extLst>
          </p:cNvPr>
          <p:cNvGrpSpPr/>
          <p:nvPr/>
        </p:nvGrpSpPr>
        <p:grpSpPr>
          <a:xfrm>
            <a:off x="4804129" y="4152199"/>
            <a:ext cx="3207240" cy="1671120"/>
            <a:chOff x="4804129" y="4152199"/>
            <a:chExt cx="3207240" cy="1671120"/>
          </a:xfrm>
        </p:grpSpPr>
        <mc:AlternateContent xmlns:mc="http://schemas.openxmlformats.org/markup-compatibility/2006" xmlns:p14="http://schemas.microsoft.com/office/powerpoint/2010/main">
          <mc:Choice Requires="p14">
            <p:contentPart p14:bwMode="auto" r:id="rId19">
              <p14:nvContentPartPr>
                <p14:cNvPr id="16" name="墨迹 15">
                  <a:extLst>
                    <a:ext uri="{FF2B5EF4-FFF2-40B4-BE49-F238E27FC236}">
                      <a16:creationId xmlns:a16="http://schemas.microsoft.com/office/drawing/2014/main" id="{01E8E54B-C857-38A1-3087-7297A9F53C82}"/>
                    </a:ext>
                  </a:extLst>
                </p14:cNvPr>
                <p14:cNvContentPartPr/>
                <p14:nvPr/>
              </p14:nvContentPartPr>
              <p14:xfrm>
                <a:off x="7468489" y="4539559"/>
                <a:ext cx="460440" cy="362520"/>
              </p14:xfrm>
            </p:contentPart>
          </mc:Choice>
          <mc:Fallback xmlns="">
            <p:pic>
              <p:nvPicPr>
                <p:cNvPr id="16" name="墨迹 15">
                  <a:extLst>
                    <a:ext uri="{FF2B5EF4-FFF2-40B4-BE49-F238E27FC236}">
                      <a16:creationId xmlns:a16="http://schemas.microsoft.com/office/drawing/2014/main" id="{01E8E54B-C857-38A1-3087-7297A9F53C82}"/>
                    </a:ext>
                  </a:extLst>
                </p:cNvPr>
                <p:cNvPicPr/>
                <p:nvPr/>
              </p:nvPicPr>
              <p:blipFill>
                <a:blip r:embed="rId20"/>
                <a:stretch>
                  <a:fillRect/>
                </a:stretch>
              </p:blipFill>
              <p:spPr>
                <a:xfrm>
                  <a:off x="7459489" y="4530919"/>
                  <a:ext cx="47808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墨迹 16">
                  <a:extLst>
                    <a:ext uri="{FF2B5EF4-FFF2-40B4-BE49-F238E27FC236}">
                      <a16:creationId xmlns:a16="http://schemas.microsoft.com/office/drawing/2014/main" id="{5D7A11BB-7D8C-BD91-B521-EA5C36DC40D1}"/>
                    </a:ext>
                  </a:extLst>
                </p14:cNvPr>
                <p14:cNvContentPartPr/>
                <p14:nvPr/>
              </p14:nvContentPartPr>
              <p14:xfrm>
                <a:off x="7585489" y="4279279"/>
                <a:ext cx="142200" cy="241560"/>
              </p14:xfrm>
            </p:contentPart>
          </mc:Choice>
          <mc:Fallback xmlns="">
            <p:pic>
              <p:nvPicPr>
                <p:cNvPr id="17" name="墨迹 16">
                  <a:extLst>
                    <a:ext uri="{FF2B5EF4-FFF2-40B4-BE49-F238E27FC236}">
                      <a16:creationId xmlns:a16="http://schemas.microsoft.com/office/drawing/2014/main" id="{5D7A11BB-7D8C-BD91-B521-EA5C36DC40D1}"/>
                    </a:ext>
                  </a:extLst>
                </p:cNvPr>
                <p:cNvPicPr/>
                <p:nvPr/>
              </p:nvPicPr>
              <p:blipFill>
                <a:blip r:embed="rId22"/>
                <a:stretch>
                  <a:fillRect/>
                </a:stretch>
              </p:blipFill>
              <p:spPr>
                <a:xfrm>
                  <a:off x="7576849" y="4270639"/>
                  <a:ext cx="15984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墨迹 17">
                  <a:extLst>
                    <a:ext uri="{FF2B5EF4-FFF2-40B4-BE49-F238E27FC236}">
                      <a16:creationId xmlns:a16="http://schemas.microsoft.com/office/drawing/2014/main" id="{6788A02E-D9E2-A665-9875-362AB94D5AEC}"/>
                    </a:ext>
                  </a:extLst>
                </p14:cNvPr>
                <p14:cNvContentPartPr/>
                <p14:nvPr/>
              </p14:nvContentPartPr>
              <p14:xfrm>
                <a:off x="7629049" y="4152199"/>
                <a:ext cx="226800" cy="210600"/>
              </p14:xfrm>
            </p:contentPart>
          </mc:Choice>
          <mc:Fallback xmlns="">
            <p:pic>
              <p:nvPicPr>
                <p:cNvPr id="18" name="墨迹 17">
                  <a:extLst>
                    <a:ext uri="{FF2B5EF4-FFF2-40B4-BE49-F238E27FC236}">
                      <a16:creationId xmlns:a16="http://schemas.microsoft.com/office/drawing/2014/main" id="{6788A02E-D9E2-A665-9875-362AB94D5AEC}"/>
                    </a:ext>
                  </a:extLst>
                </p:cNvPr>
                <p:cNvPicPr/>
                <p:nvPr/>
              </p:nvPicPr>
              <p:blipFill>
                <a:blip r:embed="rId24"/>
                <a:stretch>
                  <a:fillRect/>
                </a:stretch>
              </p:blipFill>
              <p:spPr>
                <a:xfrm>
                  <a:off x="7620409" y="4143559"/>
                  <a:ext cx="24444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墨迹 18">
                  <a:extLst>
                    <a:ext uri="{FF2B5EF4-FFF2-40B4-BE49-F238E27FC236}">
                      <a16:creationId xmlns:a16="http://schemas.microsoft.com/office/drawing/2014/main" id="{F070132D-D87C-6DE1-33F7-A777B25A8FB5}"/>
                    </a:ext>
                  </a:extLst>
                </p14:cNvPr>
                <p14:cNvContentPartPr/>
                <p14:nvPr/>
              </p14:nvContentPartPr>
              <p14:xfrm>
                <a:off x="7855849" y="4332199"/>
                <a:ext cx="155520" cy="142920"/>
              </p14:xfrm>
            </p:contentPart>
          </mc:Choice>
          <mc:Fallback xmlns="">
            <p:pic>
              <p:nvPicPr>
                <p:cNvPr id="19" name="墨迹 18">
                  <a:extLst>
                    <a:ext uri="{FF2B5EF4-FFF2-40B4-BE49-F238E27FC236}">
                      <a16:creationId xmlns:a16="http://schemas.microsoft.com/office/drawing/2014/main" id="{F070132D-D87C-6DE1-33F7-A777B25A8FB5}"/>
                    </a:ext>
                  </a:extLst>
                </p:cNvPr>
                <p:cNvPicPr/>
                <p:nvPr/>
              </p:nvPicPr>
              <p:blipFill>
                <a:blip r:embed="rId26"/>
                <a:stretch>
                  <a:fillRect/>
                </a:stretch>
              </p:blipFill>
              <p:spPr>
                <a:xfrm>
                  <a:off x="7846849" y="4323199"/>
                  <a:ext cx="1731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墨迹 20">
                  <a:extLst>
                    <a:ext uri="{FF2B5EF4-FFF2-40B4-BE49-F238E27FC236}">
                      <a16:creationId xmlns:a16="http://schemas.microsoft.com/office/drawing/2014/main" id="{49F46459-D62B-7CDD-E29B-D7CB186B9D89}"/>
                    </a:ext>
                  </a:extLst>
                </p14:cNvPr>
                <p14:cNvContentPartPr/>
                <p14:nvPr/>
              </p14:nvContentPartPr>
              <p14:xfrm>
                <a:off x="5211649" y="5141479"/>
                <a:ext cx="2148840" cy="8280"/>
              </p14:xfrm>
            </p:contentPart>
          </mc:Choice>
          <mc:Fallback xmlns="">
            <p:pic>
              <p:nvPicPr>
                <p:cNvPr id="21" name="墨迹 20">
                  <a:extLst>
                    <a:ext uri="{FF2B5EF4-FFF2-40B4-BE49-F238E27FC236}">
                      <a16:creationId xmlns:a16="http://schemas.microsoft.com/office/drawing/2014/main" id="{49F46459-D62B-7CDD-E29B-D7CB186B9D89}"/>
                    </a:ext>
                  </a:extLst>
                </p:cNvPr>
                <p:cNvPicPr/>
                <p:nvPr/>
              </p:nvPicPr>
              <p:blipFill>
                <a:blip r:embed="rId28"/>
                <a:stretch>
                  <a:fillRect/>
                </a:stretch>
              </p:blipFill>
              <p:spPr>
                <a:xfrm>
                  <a:off x="5202649" y="5132839"/>
                  <a:ext cx="21664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墨迹 21">
                  <a:extLst>
                    <a:ext uri="{FF2B5EF4-FFF2-40B4-BE49-F238E27FC236}">
                      <a16:creationId xmlns:a16="http://schemas.microsoft.com/office/drawing/2014/main" id="{2C78BD2B-78FA-7728-ADD6-B010ADB98BF4}"/>
                    </a:ext>
                  </a:extLst>
                </p14:cNvPr>
                <p14:cNvContentPartPr/>
                <p14:nvPr/>
              </p14:nvContentPartPr>
              <p14:xfrm>
                <a:off x="5191129" y="5051479"/>
                <a:ext cx="122760" cy="199080"/>
              </p14:xfrm>
            </p:contentPart>
          </mc:Choice>
          <mc:Fallback xmlns="">
            <p:pic>
              <p:nvPicPr>
                <p:cNvPr id="22" name="墨迹 21">
                  <a:extLst>
                    <a:ext uri="{FF2B5EF4-FFF2-40B4-BE49-F238E27FC236}">
                      <a16:creationId xmlns:a16="http://schemas.microsoft.com/office/drawing/2014/main" id="{2C78BD2B-78FA-7728-ADD6-B010ADB98BF4}"/>
                    </a:ext>
                  </a:extLst>
                </p:cNvPr>
                <p:cNvPicPr/>
                <p:nvPr/>
              </p:nvPicPr>
              <p:blipFill>
                <a:blip r:embed="rId30"/>
                <a:stretch>
                  <a:fillRect/>
                </a:stretch>
              </p:blipFill>
              <p:spPr>
                <a:xfrm>
                  <a:off x="5182489" y="5042479"/>
                  <a:ext cx="14040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墨迹 22">
                  <a:extLst>
                    <a:ext uri="{FF2B5EF4-FFF2-40B4-BE49-F238E27FC236}">
                      <a16:creationId xmlns:a16="http://schemas.microsoft.com/office/drawing/2014/main" id="{BDC63813-1996-02B3-813E-6B4DFEC4BFD1}"/>
                    </a:ext>
                  </a:extLst>
                </p14:cNvPr>
                <p14:cNvContentPartPr/>
                <p14:nvPr/>
              </p14:nvContentPartPr>
              <p14:xfrm>
                <a:off x="6160609" y="5268919"/>
                <a:ext cx="262800" cy="143640"/>
              </p14:xfrm>
            </p:contentPart>
          </mc:Choice>
          <mc:Fallback xmlns="">
            <p:pic>
              <p:nvPicPr>
                <p:cNvPr id="23" name="墨迹 22">
                  <a:extLst>
                    <a:ext uri="{FF2B5EF4-FFF2-40B4-BE49-F238E27FC236}">
                      <a16:creationId xmlns:a16="http://schemas.microsoft.com/office/drawing/2014/main" id="{BDC63813-1996-02B3-813E-6B4DFEC4BFD1}"/>
                    </a:ext>
                  </a:extLst>
                </p:cNvPr>
                <p:cNvPicPr/>
                <p:nvPr/>
              </p:nvPicPr>
              <p:blipFill>
                <a:blip r:embed="rId32"/>
                <a:stretch>
                  <a:fillRect/>
                </a:stretch>
              </p:blipFill>
              <p:spPr>
                <a:xfrm>
                  <a:off x="6151969" y="5259919"/>
                  <a:ext cx="2804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5" name="墨迹 24">
                  <a:extLst>
                    <a:ext uri="{FF2B5EF4-FFF2-40B4-BE49-F238E27FC236}">
                      <a16:creationId xmlns:a16="http://schemas.microsoft.com/office/drawing/2014/main" id="{835669A5-0E9A-4867-C00A-179ED3A562EE}"/>
                    </a:ext>
                  </a:extLst>
                </p14:cNvPr>
                <p14:cNvContentPartPr/>
                <p14:nvPr/>
              </p14:nvContentPartPr>
              <p14:xfrm>
                <a:off x="5039209" y="4227079"/>
                <a:ext cx="408960" cy="1596240"/>
              </p14:xfrm>
            </p:contentPart>
          </mc:Choice>
          <mc:Fallback xmlns="">
            <p:pic>
              <p:nvPicPr>
                <p:cNvPr id="25" name="墨迹 24">
                  <a:extLst>
                    <a:ext uri="{FF2B5EF4-FFF2-40B4-BE49-F238E27FC236}">
                      <a16:creationId xmlns:a16="http://schemas.microsoft.com/office/drawing/2014/main" id="{835669A5-0E9A-4867-C00A-179ED3A562EE}"/>
                    </a:ext>
                  </a:extLst>
                </p:cNvPr>
                <p:cNvPicPr/>
                <p:nvPr/>
              </p:nvPicPr>
              <p:blipFill>
                <a:blip r:embed="rId34"/>
                <a:stretch>
                  <a:fillRect/>
                </a:stretch>
              </p:blipFill>
              <p:spPr>
                <a:xfrm>
                  <a:off x="5030569" y="4218439"/>
                  <a:ext cx="426600" cy="16138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6" name="墨迹 25">
                  <a:extLst>
                    <a:ext uri="{FF2B5EF4-FFF2-40B4-BE49-F238E27FC236}">
                      <a16:creationId xmlns:a16="http://schemas.microsoft.com/office/drawing/2014/main" id="{00714D38-91CB-6346-F9F7-D254ABBB82CC}"/>
                    </a:ext>
                  </a:extLst>
                </p14:cNvPr>
                <p14:cNvContentPartPr/>
                <p14:nvPr/>
              </p14:nvContentPartPr>
              <p14:xfrm>
                <a:off x="4818889" y="4332199"/>
                <a:ext cx="264600" cy="360"/>
              </p14:xfrm>
            </p:contentPart>
          </mc:Choice>
          <mc:Fallback xmlns="">
            <p:pic>
              <p:nvPicPr>
                <p:cNvPr id="26" name="墨迹 25">
                  <a:extLst>
                    <a:ext uri="{FF2B5EF4-FFF2-40B4-BE49-F238E27FC236}">
                      <a16:creationId xmlns:a16="http://schemas.microsoft.com/office/drawing/2014/main" id="{00714D38-91CB-6346-F9F7-D254ABBB82CC}"/>
                    </a:ext>
                  </a:extLst>
                </p:cNvPr>
                <p:cNvPicPr/>
                <p:nvPr/>
              </p:nvPicPr>
              <p:blipFill>
                <a:blip r:embed="rId36"/>
                <a:stretch>
                  <a:fillRect/>
                </a:stretch>
              </p:blipFill>
              <p:spPr>
                <a:xfrm>
                  <a:off x="4810249" y="4323199"/>
                  <a:ext cx="2822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7" name="墨迹 26">
                  <a:extLst>
                    <a:ext uri="{FF2B5EF4-FFF2-40B4-BE49-F238E27FC236}">
                      <a16:creationId xmlns:a16="http://schemas.microsoft.com/office/drawing/2014/main" id="{7F8A5AD2-C8D6-955D-8EFD-80EA6D9899DD}"/>
                    </a:ext>
                  </a:extLst>
                </p14:cNvPr>
                <p14:cNvContentPartPr/>
                <p14:nvPr/>
              </p14:nvContentPartPr>
              <p14:xfrm>
                <a:off x="4841569" y="4369279"/>
                <a:ext cx="151920" cy="16920"/>
              </p14:xfrm>
            </p:contentPart>
          </mc:Choice>
          <mc:Fallback xmlns="">
            <p:pic>
              <p:nvPicPr>
                <p:cNvPr id="27" name="墨迹 26">
                  <a:extLst>
                    <a:ext uri="{FF2B5EF4-FFF2-40B4-BE49-F238E27FC236}">
                      <a16:creationId xmlns:a16="http://schemas.microsoft.com/office/drawing/2014/main" id="{7F8A5AD2-C8D6-955D-8EFD-80EA6D9899DD}"/>
                    </a:ext>
                  </a:extLst>
                </p:cNvPr>
                <p:cNvPicPr/>
                <p:nvPr/>
              </p:nvPicPr>
              <p:blipFill>
                <a:blip r:embed="rId38"/>
                <a:stretch>
                  <a:fillRect/>
                </a:stretch>
              </p:blipFill>
              <p:spPr>
                <a:xfrm>
                  <a:off x="4832569" y="4360639"/>
                  <a:ext cx="1695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0" name="墨迹 29">
                  <a:extLst>
                    <a:ext uri="{FF2B5EF4-FFF2-40B4-BE49-F238E27FC236}">
                      <a16:creationId xmlns:a16="http://schemas.microsoft.com/office/drawing/2014/main" id="{DB4686F4-9633-81FC-E799-3E7AEF88A595}"/>
                    </a:ext>
                  </a:extLst>
                </p14:cNvPr>
                <p14:cNvContentPartPr/>
                <p14:nvPr/>
              </p14:nvContentPartPr>
              <p14:xfrm>
                <a:off x="4804129" y="5531359"/>
                <a:ext cx="250920" cy="9360"/>
              </p14:xfrm>
            </p:contentPart>
          </mc:Choice>
          <mc:Fallback xmlns="">
            <p:pic>
              <p:nvPicPr>
                <p:cNvPr id="30" name="墨迹 29">
                  <a:extLst>
                    <a:ext uri="{FF2B5EF4-FFF2-40B4-BE49-F238E27FC236}">
                      <a16:creationId xmlns:a16="http://schemas.microsoft.com/office/drawing/2014/main" id="{DB4686F4-9633-81FC-E799-3E7AEF88A595}"/>
                    </a:ext>
                  </a:extLst>
                </p:cNvPr>
                <p:cNvPicPr/>
                <p:nvPr/>
              </p:nvPicPr>
              <p:blipFill>
                <a:blip r:embed="rId40"/>
                <a:stretch>
                  <a:fillRect/>
                </a:stretch>
              </p:blipFill>
              <p:spPr>
                <a:xfrm>
                  <a:off x="4795489" y="5522359"/>
                  <a:ext cx="26856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1" name="墨迹 30">
                  <a:extLst>
                    <a:ext uri="{FF2B5EF4-FFF2-40B4-BE49-F238E27FC236}">
                      <a16:creationId xmlns:a16="http://schemas.microsoft.com/office/drawing/2014/main" id="{3E6683AC-EEC9-D87F-BD64-E81570185C01}"/>
                    </a:ext>
                  </a:extLst>
                </p14:cNvPr>
                <p14:cNvContentPartPr/>
                <p14:nvPr/>
              </p14:nvContentPartPr>
              <p14:xfrm>
                <a:off x="4909249" y="5650879"/>
                <a:ext cx="114840" cy="360"/>
              </p14:xfrm>
            </p:contentPart>
          </mc:Choice>
          <mc:Fallback xmlns="">
            <p:pic>
              <p:nvPicPr>
                <p:cNvPr id="31" name="墨迹 30">
                  <a:extLst>
                    <a:ext uri="{FF2B5EF4-FFF2-40B4-BE49-F238E27FC236}">
                      <a16:creationId xmlns:a16="http://schemas.microsoft.com/office/drawing/2014/main" id="{3E6683AC-EEC9-D87F-BD64-E81570185C01}"/>
                    </a:ext>
                  </a:extLst>
                </p:cNvPr>
                <p:cNvPicPr/>
                <p:nvPr/>
              </p:nvPicPr>
              <p:blipFill>
                <a:blip r:embed="rId42"/>
                <a:stretch>
                  <a:fillRect/>
                </a:stretch>
              </p:blipFill>
              <p:spPr>
                <a:xfrm>
                  <a:off x="4900249" y="5642239"/>
                  <a:ext cx="132480" cy="18000"/>
                </a:xfrm>
                <a:prstGeom prst="rect">
                  <a:avLst/>
                </a:prstGeom>
              </p:spPr>
            </p:pic>
          </mc:Fallback>
        </mc:AlternateContent>
      </p:grpSp>
      <p:grpSp>
        <p:nvGrpSpPr>
          <p:cNvPr id="56" name="组合 55">
            <a:extLst>
              <a:ext uri="{FF2B5EF4-FFF2-40B4-BE49-F238E27FC236}">
                <a16:creationId xmlns:a16="http://schemas.microsoft.com/office/drawing/2014/main" id="{96ED7C2F-4900-B503-DA38-06D65879C957}"/>
              </a:ext>
            </a:extLst>
          </p:cNvPr>
          <p:cNvGrpSpPr/>
          <p:nvPr/>
        </p:nvGrpSpPr>
        <p:grpSpPr>
          <a:xfrm>
            <a:off x="8326729" y="2773039"/>
            <a:ext cx="2444400" cy="415440"/>
            <a:chOff x="8326729" y="2773039"/>
            <a:chExt cx="2444400" cy="415440"/>
          </a:xfrm>
        </p:grpSpPr>
        <mc:AlternateContent xmlns:mc="http://schemas.openxmlformats.org/markup-compatibility/2006" xmlns:p14="http://schemas.microsoft.com/office/powerpoint/2010/main">
          <mc:Choice Requires="p14">
            <p:contentPart p14:bwMode="auto" r:id="rId43">
              <p14:nvContentPartPr>
                <p14:cNvPr id="33" name="墨迹 32">
                  <a:extLst>
                    <a:ext uri="{FF2B5EF4-FFF2-40B4-BE49-F238E27FC236}">
                      <a16:creationId xmlns:a16="http://schemas.microsoft.com/office/drawing/2014/main" id="{7F6C2406-CD60-D15D-BFBC-8D285B711B71}"/>
                    </a:ext>
                  </a:extLst>
                </p14:cNvPr>
                <p14:cNvContentPartPr/>
                <p14:nvPr/>
              </p14:nvContentPartPr>
              <p14:xfrm>
                <a:off x="8326729" y="2773039"/>
                <a:ext cx="1666440" cy="360"/>
              </p14:xfrm>
            </p:contentPart>
          </mc:Choice>
          <mc:Fallback xmlns="">
            <p:pic>
              <p:nvPicPr>
                <p:cNvPr id="33" name="墨迹 32">
                  <a:extLst>
                    <a:ext uri="{FF2B5EF4-FFF2-40B4-BE49-F238E27FC236}">
                      <a16:creationId xmlns:a16="http://schemas.microsoft.com/office/drawing/2014/main" id="{7F6C2406-CD60-D15D-BFBC-8D285B711B71}"/>
                    </a:ext>
                  </a:extLst>
                </p:cNvPr>
                <p:cNvPicPr/>
                <p:nvPr/>
              </p:nvPicPr>
              <p:blipFill>
                <a:blip r:embed="rId44"/>
                <a:stretch>
                  <a:fillRect/>
                </a:stretch>
              </p:blipFill>
              <p:spPr>
                <a:xfrm>
                  <a:off x="8318089" y="2764039"/>
                  <a:ext cx="16840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墨迹 33">
                  <a:extLst>
                    <a:ext uri="{FF2B5EF4-FFF2-40B4-BE49-F238E27FC236}">
                      <a16:creationId xmlns:a16="http://schemas.microsoft.com/office/drawing/2014/main" id="{1B1E5229-A667-BAFE-ED4A-FC7A5B3206EB}"/>
                    </a:ext>
                  </a:extLst>
                </p14:cNvPr>
                <p14:cNvContentPartPr/>
                <p14:nvPr/>
              </p14:nvContentPartPr>
              <p14:xfrm>
                <a:off x="9114049" y="2840359"/>
                <a:ext cx="22680" cy="108720"/>
              </p14:xfrm>
            </p:contentPart>
          </mc:Choice>
          <mc:Fallback xmlns="">
            <p:pic>
              <p:nvPicPr>
                <p:cNvPr id="34" name="墨迹 33">
                  <a:extLst>
                    <a:ext uri="{FF2B5EF4-FFF2-40B4-BE49-F238E27FC236}">
                      <a16:creationId xmlns:a16="http://schemas.microsoft.com/office/drawing/2014/main" id="{1B1E5229-A667-BAFE-ED4A-FC7A5B3206EB}"/>
                    </a:ext>
                  </a:extLst>
                </p:cNvPr>
                <p:cNvPicPr/>
                <p:nvPr/>
              </p:nvPicPr>
              <p:blipFill>
                <a:blip r:embed="rId46"/>
                <a:stretch>
                  <a:fillRect/>
                </a:stretch>
              </p:blipFill>
              <p:spPr>
                <a:xfrm>
                  <a:off x="9105049" y="2831719"/>
                  <a:ext cx="403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墨迹 34">
                  <a:extLst>
                    <a:ext uri="{FF2B5EF4-FFF2-40B4-BE49-F238E27FC236}">
                      <a16:creationId xmlns:a16="http://schemas.microsoft.com/office/drawing/2014/main" id="{1770032B-54AE-340B-5C88-7303512412DE}"/>
                    </a:ext>
                  </a:extLst>
                </p14:cNvPr>
                <p14:cNvContentPartPr/>
                <p14:nvPr/>
              </p14:nvContentPartPr>
              <p14:xfrm>
                <a:off x="9077329" y="2892919"/>
                <a:ext cx="111240" cy="233640"/>
              </p14:xfrm>
            </p:contentPart>
          </mc:Choice>
          <mc:Fallback xmlns="">
            <p:pic>
              <p:nvPicPr>
                <p:cNvPr id="35" name="墨迹 34">
                  <a:extLst>
                    <a:ext uri="{FF2B5EF4-FFF2-40B4-BE49-F238E27FC236}">
                      <a16:creationId xmlns:a16="http://schemas.microsoft.com/office/drawing/2014/main" id="{1770032B-54AE-340B-5C88-7303512412DE}"/>
                    </a:ext>
                  </a:extLst>
                </p:cNvPr>
                <p:cNvPicPr/>
                <p:nvPr/>
              </p:nvPicPr>
              <p:blipFill>
                <a:blip r:embed="rId48"/>
                <a:stretch>
                  <a:fillRect/>
                </a:stretch>
              </p:blipFill>
              <p:spPr>
                <a:xfrm>
                  <a:off x="9068329" y="2883919"/>
                  <a:ext cx="12888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7" name="墨迹 36">
                  <a:extLst>
                    <a:ext uri="{FF2B5EF4-FFF2-40B4-BE49-F238E27FC236}">
                      <a16:creationId xmlns:a16="http://schemas.microsoft.com/office/drawing/2014/main" id="{D0CEA518-3CC2-E1A7-8CAE-B72A62560397}"/>
                    </a:ext>
                  </a:extLst>
                </p14:cNvPr>
                <p14:cNvContentPartPr/>
                <p14:nvPr/>
              </p14:nvContentPartPr>
              <p14:xfrm>
                <a:off x="9017209" y="3110359"/>
                <a:ext cx="160560" cy="53640"/>
              </p14:xfrm>
            </p:contentPart>
          </mc:Choice>
          <mc:Fallback xmlns="">
            <p:pic>
              <p:nvPicPr>
                <p:cNvPr id="37" name="墨迹 36">
                  <a:extLst>
                    <a:ext uri="{FF2B5EF4-FFF2-40B4-BE49-F238E27FC236}">
                      <a16:creationId xmlns:a16="http://schemas.microsoft.com/office/drawing/2014/main" id="{D0CEA518-3CC2-E1A7-8CAE-B72A62560397}"/>
                    </a:ext>
                  </a:extLst>
                </p:cNvPr>
                <p:cNvPicPr/>
                <p:nvPr/>
              </p:nvPicPr>
              <p:blipFill>
                <a:blip r:embed="rId50"/>
                <a:stretch>
                  <a:fillRect/>
                </a:stretch>
              </p:blipFill>
              <p:spPr>
                <a:xfrm>
                  <a:off x="9008209" y="3101719"/>
                  <a:ext cx="1782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8" name="墨迹 37">
                  <a:extLst>
                    <a:ext uri="{FF2B5EF4-FFF2-40B4-BE49-F238E27FC236}">
                      <a16:creationId xmlns:a16="http://schemas.microsoft.com/office/drawing/2014/main" id="{A14D2CC8-B076-C3A2-EF47-82EBFD49650A}"/>
                    </a:ext>
                  </a:extLst>
                </p14:cNvPr>
                <p14:cNvContentPartPr/>
                <p14:nvPr/>
              </p14:nvContentPartPr>
              <p14:xfrm>
                <a:off x="9197929" y="2877799"/>
                <a:ext cx="174960" cy="302040"/>
              </p14:xfrm>
            </p:contentPart>
          </mc:Choice>
          <mc:Fallback xmlns="">
            <p:pic>
              <p:nvPicPr>
                <p:cNvPr id="38" name="墨迹 37">
                  <a:extLst>
                    <a:ext uri="{FF2B5EF4-FFF2-40B4-BE49-F238E27FC236}">
                      <a16:creationId xmlns:a16="http://schemas.microsoft.com/office/drawing/2014/main" id="{A14D2CC8-B076-C3A2-EF47-82EBFD49650A}"/>
                    </a:ext>
                  </a:extLst>
                </p:cNvPr>
                <p:cNvPicPr/>
                <p:nvPr/>
              </p:nvPicPr>
              <p:blipFill>
                <a:blip r:embed="rId52"/>
                <a:stretch>
                  <a:fillRect/>
                </a:stretch>
              </p:blipFill>
              <p:spPr>
                <a:xfrm>
                  <a:off x="9189289" y="2869159"/>
                  <a:ext cx="19260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9" name="墨迹 38">
                  <a:extLst>
                    <a:ext uri="{FF2B5EF4-FFF2-40B4-BE49-F238E27FC236}">
                      <a16:creationId xmlns:a16="http://schemas.microsoft.com/office/drawing/2014/main" id="{35AE6852-1AEE-AD4F-9741-ACBCE9217BEF}"/>
                    </a:ext>
                  </a:extLst>
                </p14:cNvPr>
                <p14:cNvContentPartPr/>
                <p14:nvPr/>
              </p14:nvContentPartPr>
              <p14:xfrm>
                <a:off x="9623809" y="3147799"/>
                <a:ext cx="2880" cy="360"/>
              </p14:xfrm>
            </p:contentPart>
          </mc:Choice>
          <mc:Fallback xmlns="">
            <p:pic>
              <p:nvPicPr>
                <p:cNvPr id="39" name="墨迹 38">
                  <a:extLst>
                    <a:ext uri="{FF2B5EF4-FFF2-40B4-BE49-F238E27FC236}">
                      <a16:creationId xmlns:a16="http://schemas.microsoft.com/office/drawing/2014/main" id="{35AE6852-1AEE-AD4F-9741-ACBCE9217BEF}"/>
                    </a:ext>
                  </a:extLst>
                </p:cNvPr>
                <p:cNvPicPr/>
                <p:nvPr/>
              </p:nvPicPr>
              <p:blipFill>
                <a:blip r:embed="rId54"/>
                <a:stretch>
                  <a:fillRect/>
                </a:stretch>
              </p:blipFill>
              <p:spPr>
                <a:xfrm>
                  <a:off x="9614809" y="3138799"/>
                  <a:ext cx="20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3" name="墨迹 52">
                  <a:extLst>
                    <a:ext uri="{FF2B5EF4-FFF2-40B4-BE49-F238E27FC236}">
                      <a16:creationId xmlns:a16="http://schemas.microsoft.com/office/drawing/2014/main" id="{BC87281B-BCCB-8A4A-4996-2BE3294223B8}"/>
                    </a:ext>
                  </a:extLst>
                </p14:cNvPr>
                <p14:cNvContentPartPr/>
                <p14:nvPr/>
              </p14:nvContentPartPr>
              <p14:xfrm>
                <a:off x="10065529" y="2961679"/>
                <a:ext cx="183960" cy="13680"/>
              </p14:xfrm>
            </p:contentPart>
          </mc:Choice>
          <mc:Fallback xmlns="">
            <p:pic>
              <p:nvPicPr>
                <p:cNvPr id="53" name="墨迹 52">
                  <a:extLst>
                    <a:ext uri="{FF2B5EF4-FFF2-40B4-BE49-F238E27FC236}">
                      <a16:creationId xmlns:a16="http://schemas.microsoft.com/office/drawing/2014/main" id="{BC87281B-BCCB-8A4A-4996-2BE3294223B8}"/>
                    </a:ext>
                  </a:extLst>
                </p:cNvPr>
                <p:cNvPicPr/>
                <p:nvPr/>
              </p:nvPicPr>
              <p:blipFill>
                <a:blip r:embed="rId56"/>
                <a:stretch>
                  <a:fillRect/>
                </a:stretch>
              </p:blipFill>
              <p:spPr>
                <a:xfrm>
                  <a:off x="10056889" y="2953039"/>
                  <a:ext cx="20160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4" name="墨迹 53">
                  <a:extLst>
                    <a:ext uri="{FF2B5EF4-FFF2-40B4-BE49-F238E27FC236}">
                      <a16:creationId xmlns:a16="http://schemas.microsoft.com/office/drawing/2014/main" id="{70539CE5-8B47-08D7-FB25-F1DE24C5EC18}"/>
                    </a:ext>
                  </a:extLst>
                </p14:cNvPr>
                <p14:cNvContentPartPr/>
                <p14:nvPr/>
              </p14:nvContentPartPr>
              <p14:xfrm>
                <a:off x="10109809" y="2885719"/>
                <a:ext cx="158400" cy="277200"/>
              </p14:xfrm>
            </p:contentPart>
          </mc:Choice>
          <mc:Fallback xmlns="">
            <p:pic>
              <p:nvPicPr>
                <p:cNvPr id="54" name="墨迹 53">
                  <a:extLst>
                    <a:ext uri="{FF2B5EF4-FFF2-40B4-BE49-F238E27FC236}">
                      <a16:creationId xmlns:a16="http://schemas.microsoft.com/office/drawing/2014/main" id="{70539CE5-8B47-08D7-FB25-F1DE24C5EC18}"/>
                    </a:ext>
                  </a:extLst>
                </p:cNvPr>
                <p:cNvPicPr/>
                <p:nvPr/>
              </p:nvPicPr>
              <p:blipFill>
                <a:blip r:embed="rId58"/>
                <a:stretch>
                  <a:fillRect/>
                </a:stretch>
              </p:blipFill>
              <p:spPr>
                <a:xfrm>
                  <a:off x="10100809" y="2876719"/>
                  <a:ext cx="17604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5" name="墨迹 54">
                  <a:extLst>
                    <a:ext uri="{FF2B5EF4-FFF2-40B4-BE49-F238E27FC236}">
                      <a16:creationId xmlns:a16="http://schemas.microsoft.com/office/drawing/2014/main" id="{16714081-3472-545F-3895-DA788F61B5B6}"/>
                    </a:ext>
                  </a:extLst>
                </p14:cNvPr>
                <p14:cNvContentPartPr/>
                <p14:nvPr/>
              </p14:nvContentPartPr>
              <p14:xfrm>
                <a:off x="10268929" y="2863039"/>
                <a:ext cx="502200" cy="325440"/>
              </p14:xfrm>
            </p:contentPart>
          </mc:Choice>
          <mc:Fallback xmlns="">
            <p:pic>
              <p:nvPicPr>
                <p:cNvPr id="55" name="墨迹 54">
                  <a:extLst>
                    <a:ext uri="{FF2B5EF4-FFF2-40B4-BE49-F238E27FC236}">
                      <a16:creationId xmlns:a16="http://schemas.microsoft.com/office/drawing/2014/main" id="{16714081-3472-545F-3895-DA788F61B5B6}"/>
                    </a:ext>
                  </a:extLst>
                </p:cNvPr>
                <p:cNvPicPr/>
                <p:nvPr/>
              </p:nvPicPr>
              <p:blipFill>
                <a:blip r:embed="rId60"/>
                <a:stretch>
                  <a:fillRect/>
                </a:stretch>
              </p:blipFill>
              <p:spPr>
                <a:xfrm>
                  <a:off x="10259929" y="2854399"/>
                  <a:ext cx="519840" cy="343080"/>
                </a:xfrm>
                <a:prstGeom prst="rect">
                  <a:avLst/>
                </a:prstGeom>
              </p:spPr>
            </p:pic>
          </mc:Fallback>
        </mc:AlternateContent>
      </p:grpSp>
      <p:grpSp>
        <p:nvGrpSpPr>
          <p:cNvPr id="59" name="组合 58">
            <a:extLst>
              <a:ext uri="{FF2B5EF4-FFF2-40B4-BE49-F238E27FC236}">
                <a16:creationId xmlns:a16="http://schemas.microsoft.com/office/drawing/2014/main" id="{150FF4B8-897B-AD42-FAD5-1F1CC98DC9A7}"/>
              </a:ext>
            </a:extLst>
          </p:cNvPr>
          <p:cNvGrpSpPr/>
          <p:nvPr/>
        </p:nvGrpSpPr>
        <p:grpSpPr>
          <a:xfrm>
            <a:off x="5191849" y="2750359"/>
            <a:ext cx="2708280" cy="313560"/>
            <a:chOff x="5191849" y="2750359"/>
            <a:chExt cx="2708280" cy="313560"/>
          </a:xfrm>
        </p:grpSpPr>
        <mc:AlternateContent xmlns:mc="http://schemas.openxmlformats.org/markup-compatibility/2006" xmlns:p14="http://schemas.microsoft.com/office/powerpoint/2010/main">
          <mc:Choice Requires="p14">
            <p:contentPart p14:bwMode="auto" r:id="rId61">
              <p14:nvContentPartPr>
                <p14:cNvPr id="57" name="墨迹 56">
                  <a:extLst>
                    <a:ext uri="{FF2B5EF4-FFF2-40B4-BE49-F238E27FC236}">
                      <a16:creationId xmlns:a16="http://schemas.microsoft.com/office/drawing/2014/main" id="{3B51A2BE-227C-5E58-D3F9-B6F92E68F979}"/>
                    </a:ext>
                  </a:extLst>
                </p14:cNvPr>
                <p14:cNvContentPartPr/>
                <p14:nvPr/>
              </p14:nvContentPartPr>
              <p14:xfrm>
                <a:off x="5328649" y="2780599"/>
                <a:ext cx="2571480" cy="68400"/>
              </p14:xfrm>
            </p:contentPart>
          </mc:Choice>
          <mc:Fallback xmlns="">
            <p:pic>
              <p:nvPicPr>
                <p:cNvPr id="57" name="墨迹 56">
                  <a:extLst>
                    <a:ext uri="{FF2B5EF4-FFF2-40B4-BE49-F238E27FC236}">
                      <a16:creationId xmlns:a16="http://schemas.microsoft.com/office/drawing/2014/main" id="{3B51A2BE-227C-5E58-D3F9-B6F92E68F979}"/>
                    </a:ext>
                  </a:extLst>
                </p:cNvPr>
                <p:cNvPicPr/>
                <p:nvPr/>
              </p:nvPicPr>
              <p:blipFill>
                <a:blip r:embed="rId62"/>
                <a:stretch>
                  <a:fillRect/>
                </a:stretch>
              </p:blipFill>
              <p:spPr>
                <a:xfrm>
                  <a:off x="5320009" y="2771959"/>
                  <a:ext cx="25891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8" name="墨迹 57">
                  <a:extLst>
                    <a:ext uri="{FF2B5EF4-FFF2-40B4-BE49-F238E27FC236}">
                      <a16:creationId xmlns:a16="http://schemas.microsoft.com/office/drawing/2014/main" id="{1ADF3B07-898A-B6BA-0A80-6D68F1432457}"/>
                    </a:ext>
                  </a:extLst>
                </p14:cNvPr>
                <p14:cNvContentPartPr/>
                <p14:nvPr/>
              </p14:nvContentPartPr>
              <p14:xfrm>
                <a:off x="5191849" y="2750359"/>
                <a:ext cx="159840" cy="313560"/>
              </p14:xfrm>
            </p:contentPart>
          </mc:Choice>
          <mc:Fallback xmlns="">
            <p:pic>
              <p:nvPicPr>
                <p:cNvPr id="58" name="墨迹 57">
                  <a:extLst>
                    <a:ext uri="{FF2B5EF4-FFF2-40B4-BE49-F238E27FC236}">
                      <a16:creationId xmlns:a16="http://schemas.microsoft.com/office/drawing/2014/main" id="{1ADF3B07-898A-B6BA-0A80-6D68F1432457}"/>
                    </a:ext>
                  </a:extLst>
                </p:cNvPr>
                <p:cNvPicPr/>
                <p:nvPr/>
              </p:nvPicPr>
              <p:blipFill>
                <a:blip r:embed="rId64"/>
                <a:stretch>
                  <a:fillRect/>
                </a:stretch>
              </p:blipFill>
              <p:spPr>
                <a:xfrm>
                  <a:off x="5182849" y="2741719"/>
                  <a:ext cx="177480" cy="331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5">
            <p14:nvContentPartPr>
              <p14:cNvPr id="60" name="墨迹 59">
                <a:extLst>
                  <a:ext uri="{FF2B5EF4-FFF2-40B4-BE49-F238E27FC236}">
                    <a16:creationId xmlns:a16="http://schemas.microsoft.com/office/drawing/2014/main" id="{B8D5D3E0-6523-5C7B-5F6B-D1096CB2EB7A}"/>
                  </a:ext>
                </a:extLst>
              </p14:cNvPr>
              <p14:cNvContentPartPr/>
              <p14:nvPr/>
            </p14:nvContentPartPr>
            <p14:xfrm>
              <a:off x="9835129" y="5313559"/>
              <a:ext cx="188280" cy="122400"/>
            </p14:xfrm>
          </p:contentPart>
        </mc:Choice>
        <mc:Fallback xmlns="">
          <p:pic>
            <p:nvPicPr>
              <p:cNvPr id="60" name="墨迹 59">
                <a:extLst>
                  <a:ext uri="{FF2B5EF4-FFF2-40B4-BE49-F238E27FC236}">
                    <a16:creationId xmlns:a16="http://schemas.microsoft.com/office/drawing/2014/main" id="{B8D5D3E0-6523-5C7B-5F6B-D1096CB2EB7A}"/>
                  </a:ext>
                </a:extLst>
              </p:cNvPr>
              <p:cNvPicPr/>
              <p:nvPr/>
            </p:nvPicPr>
            <p:blipFill>
              <a:blip r:embed="rId66"/>
              <a:stretch>
                <a:fillRect/>
              </a:stretch>
            </p:blipFill>
            <p:spPr>
              <a:xfrm>
                <a:off x="9826129" y="5304919"/>
                <a:ext cx="205920" cy="140040"/>
              </a:xfrm>
              <a:prstGeom prst="rect">
                <a:avLst/>
              </a:prstGeom>
            </p:spPr>
          </p:pic>
        </mc:Fallback>
      </mc:AlternateContent>
    </p:spTree>
    <p:extLst>
      <p:ext uri="{BB962C8B-B14F-4D97-AF65-F5344CB8AC3E}">
        <p14:creationId xmlns:p14="http://schemas.microsoft.com/office/powerpoint/2010/main" val="1981914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FE75B4-2BE3-45BD-8C06-974F7E083571}"/>
              </a:ext>
            </a:extLst>
          </p:cNvPr>
          <p:cNvSpPr>
            <a:spLocks noGrp="1"/>
          </p:cNvSpPr>
          <p:nvPr>
            <p:ph type="title"/>
          </p:nvPr>
        </p:nvSpPr>
        <p:spPr bwMode="gray"/>
        <p:txBody>
          <a:bodyPr/>
          <a:lstStyle/>
          <a:p>
            <a:r>
              <a:rPr lang="en-US" altLang="zh-CN"/>
              <a:t>NCE</a:t>
            </a:r>
            <a:r>
              <a:rPr lang="zh-CN" altLang="en-US"/>
              <a:t>业务开放可编程架构</a:t>
            </a:r>
          </a:p>
        </p:txBody>
      </p:sp>
      <p:sp>
        <p:nvSpPr>
          <p:cNvPr id="3" name="Rectangle 163">
            <a:extLst>
              <a:ext uri="{FF2B5EF4-FFF2-40B4-BE49-F238E27FC236}">
                <a16:creationId xmlns:a16="http://schemas.microsoft.com/office/drawing/2014/main" id="{CE2B643B-6726-44DD-8F71-E8B985944FFE}"/>
              </a:ext>
            </a:extLst>
          </p:cNvPr>
          <p:cNvSpPr/>
          <p:nvPr/>
        </p:nvSpPr>
        <p:spPr bwMode="gray">
          <a:xfrm>
            <a:off x="451694" y="1255416"/>
            <a:ext cx="5902399" cy="4319262"/>
          </a:xfrm>
          <a:prstGeom prst="roundRect">
            <a:avLst>
              <a:gd name="adj" fmla="val 0"/>
            </a:avLst>
          </a:prstGeom>
          <a:noFill/>
          <a:ln w="9525" cap="flat" cmpd="sng" algn="ctr">
            <a:noFill/>
            <a:prstDash val="solid"/>
          </a:ln>
          <a:effectLst/>
        </p:spPr>
        <p:txBody>
          <a:bodyPr wrap="square" rtlCol="0" anchor="ctr">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endParaRPr lang="en-US" sz="1050" kern="0" dirty="0">
              <a:solidFill>
                <a:srgbClr val="000000"/>
              </a:solidFill>
              <a:cs typeface="Microsoft YaHei" charset="-122"/>
              <a:sym typeface="+mn-lt"/>
            </a:endParaRPr>
          </a:p>
        </p:txBody>
      </p:sp>
      <p:sp>
        <p:nvSpPr>
          <p:cNvPr id="4" name="任意多边形 70">
            <a:extLst>
              <a:ext uri="{FF2B5EF4-FFF2-40B4-BE49-F238E27FC236}">
                <a16:creationId xmlns:a16="http://schemas.microsoft.com/office/drawing/2014/main" id="{BD4A53C8-94FB-4A84-B545-2F626DC8D957}"/>
              </a:ext>
            </a:extLst>
          </p:cNvPr>
          <p:cNvSpPr/>
          <p:nvPr/>
        </p:nvSpPr>
        <p:spPr bwMode="gray">
          <a:xfrm>
            <a:off x="1217369" y="1476743"/>
            <a:ext cx="4655728" cy="3954270"/>
          </a:xfrm>
          <a:custGeom>
            <a:avLst/>
            <a:gdLst>
              <a:gd name="connsiteX0" fmla="*/ 0 w 4604383"/>
              <a:gd name="connsiteY0" fmla="*/ 470929 h 4077287"/>
              <a:gd name="connsiteX1" fmla="*/ 1294574 w 4604383"/>
              <a:gd name="connsiteY1" fmla="*/ 470929 h 4077287"/>
              <a:gd name="connsiteX2" fmla="*/ 1294574 w 4604383"/>
              <a:gd name="connsiteY2" fmla="*/ 3346675 h 4077287"/>
              <a:gd name="connsiteX3" fmla="*/ 4604383 w 4604383"/>
              <a:gd name="connsiteY3" fmla="*/ 3346675 h 4077287"/>
              <a:gd name="connsiteX4" fmla="*/ 4604383 w 4604383"/>
              <a:gd name="connsiteY4" fmla="*/ 4077287 h 4077287"/>
              <a:gd name="connsiteX5" fmla="*/ 0 w 4604383"/>
              <a:gd name="connsiteY5" fmla="*/ 4077287 h 4077287"/>
              <a:gd name="connsiteX6" fmla="*/ 0 w 4604383"/>
              <a:gd name="connsiteY6" fmla="*/ 0 h 4077287"/>
              <a:gd name="connsiteX7" fmla="*/ 4604383 w 4604383"/>
              <a:gd name="connsiteY7" fmla="*/ 0 h 4077287"/>
              <a:gd name="connsiteX8" fmla="*/ 4604383 w 4604383"/>
              <a:gd name="connsiteY8" fmla="*/ 470928 h 4077287"/>
              <a:gd name="connsiteX9" fmla="*/ 0 w 4604383"/>
              <a:gd name="connsiteY9" fmla="*/ 470928 h 407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04383" h="4077287">
                <a:moveTo>
                  <a:pt x="0" y="470929"/>
                </a:moveTo>
                <a:lnTo>
                  <a:pt x="1294574" y="470929"/>
                </a:lnTo>
                <a:lnTo>
                  <a:pt x="1294574" y="3346675"/>
                </a:lnTo>
                <a:lnTo>
                  <a:pt x="4604383" y="3346675"/>
                </a:lnTo>
                <a:lnTo>
                  <a:pt x="4604383" y="4077287"/>
                </a:lnTo>
                <a:lnTo>
                  <a:pt x="0" y="4077287"/>
                </a:lnTo>
                <a:close/>
                <a:moveTo>
                  <a:pt x="0" y="0"/>
                </a:moveTo>
                <a:lnTo>
                  <a:pt x="4604383" y="0"/>
                </a:lnTo>
                <a:lnTo>
                  <a:pt x="4604383" y="470928"/>
                </a:lnTo>
                <a:lnTo>
                  <a:pt x="0" y="470928"/>
                </a:lnTo>
                <a:close/>
              </a:path>
            </a:pathLst>
          </a:custGeom>
          <a:solidFill>
            <a:srgbClr val="BEE9EE"/>
          </a:solidFill>
          <a:ln>
            <a:noFill/>
          </a:ln>
          <a:effectLst/>
        </p:spPr>
        <p:txBody>
          <a:bodyPr vert="horz" wrap="square" lIns="68549" tIns="34275" rIns="68549" bIns="34275" numCol="1" anchor="t"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pPr>
            <a:endParaRPr lang="en-US" altLang="zh-CN" sz="1400" b="1" dirty="0">
              <a:solidFill>
                <a:prstClr val="white"/>
              </a:solidFill>
              <a:cs typeface="Microsoft YaHei" charset="-122"/>
            </a:endParaRPr>
          </a:p>
        </p:txBody>
      </p:sp>
      <p:sp>
        <p:nvSpPr>
          <p:cNvPr id="5" name="矩形 4">
            <a:extLst>
              <a:ext uri="{FF2B5EF4-FFF2-40B4-BE49-F238E27FC236}">
                <a16:creationId xmlns:a16="http://schemas.microsoft.com/office/drawing/2014/main" id="{BF28DC64-7C52-428B-9852-2565E6FE0919}"/>
              </a:ext>
            </a:extLst>
          </p:cNvPr>
          <p:cNvSpPr/>
          <p:nvPr/>
        </p:nvSpPr>
        <p:spPr bwMode="gray">
          <a:xfrm>
            <a:off x="2939678" y="4894809"/>
            <a:ext cx="1120201" cy="342766"/>
          </a:xfrm>
          <a:prstGeom prst="rect">
            <a:avLst/>
          </a:prstGeom>
          <a:solidFill>
            <a:srgbClr val="389CA5"/>
          </a:solidFill>
          <a:ln>
            <a:noFill/>
          </a:ln>
          <a:effectLst/>
        </p:spPr>
        <p:txBody>
          <a:bodyPr vert="horz" wrap="square" lIns="0" tIns="34275" rIns="0"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r>
              <a:rPr lang="en-US" sz="1400" kern="0" dirty="0">
                <a:solidFill>
                  <a:srgbClr val="F3FBFE"/>
                </a:solidFill>
                <a:cs typeface="Arial" charset="0"/>
              </a:rPr>
              <a:t>NETCONF</a:t>
            </a:r>
            <a:endParaRPr lang="en-US" altLang="zh-CN" sz="1400" kern="0" dirty="0">
              <a:solidFill>
                <a:srgbClr val="F3FBFE"/>
              </a:solidFill>
              <a:cs typeface="Arial" charset="0"/>
            </a:endParaRPr>
          </a:p>
        </p:txBody>
      </p:sp>
      <p:sp>
        <p:nvSpPr>
          <p:cNvPr id="6" name="矩形 5">
            <a:extLst>
              <a:ext uri="{FF2B5EF4-FFF2-40B4-BE49-F238E27FC236}">
                <a16:creationId xmlns:a16="http://schemas.microsoft.com/office/drawing/2014/main" id="{82C4CD35-7935-4056-AD36-DE33C7815670}"/>
              </a:ext>
            </a:extLst>
          </p:cNvPr>
          <p:cNvSpPr/>
          <p:nvPr/>
        </p:nvSpPr>
        <p:spPr bwMode="gray">
          <a:xfrm>
            <a:off x="4378247" y="4894809"/>
            <a:ext cx="1074029" cy="342766"/>
          </a:xfrm>
          <a:prstGeom prst="rect">
            <a:avLst/>
          </a:prstGeom>
          <a:solidFill>
            <a:srgbClr val="389CA5"/>
          </a:solidFill>
          <a:ln>
            <a:noFill/>
          </a:ln>
          <a:effectLst/>
        </p:spPr>
        <p:txBody>
          <a:bodyPr vert="horz" wrap="square" lIns="0" tIns="34275" rIns="0"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r>
              <a:rPr lang="en-US" sz="1400" kern="0" dirty="0" err="1">
                <a:solidFill>
                  <a:srgbClr val="F3FBFE"/>
                </a:solidFill>
                <a:cs typeface="Arial" charset="0"/>
              </a:rPr>
              <a:t>STelnet</a:t>
            </a:r>
            <a:endParaRPr lang="en-US" altLang="zh-CN" sz="1400" kern="0" dirty="0">
              <a:solidFill>
                <a:srgbClr val="F3FBFE"/>
              </a:solidFill>
              <a:cs typeface="Arial" charset="0"/>
            </a:endParaRPr>
          </a:p>
        </p:txBody>
      </p:sp>
      <p:sp>
        <p:nvSpPr>
          <p:cNvPr id="7" name="矩形 6">
            <a:extLst>
              <a:ext uri="{FF2B5EF4-FFF2-40B4-BE49-F238E27FC236}">
                <a16:creationId xmlns:a16="http://schemas.microsoft.com/office/drawing/2014/main" id="{2A904835-A8D5-4E7C-8F13-62E5B5DB8C1C}"/>
              </a:ext>
            </a:extLst>
          </p:cNvPr>
          <p:cNvSpPr/>
          <p:nvPr/>
        </p:nvSpPr>
        <p:spPr bwMode="gray">
          <a:xfrm>
            <a:off x="1341201" y="2225269"/>
            <a:ext cx="1070319" cy="444644"/>
          </a:xfrm>
          <a:prstGeom prst="rect">
            <a:avLst/>
          </a:prstGeom>
          <a:solidFill>
            <a:srgbClr val="389CA5"/>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r>
              <a:rPr lang="zh-CN" altLang="en-US" sz="1400" kern="0" dirty="0">
                <a:solidFill>
                  <a:srgbClr val="F3FBFE"/>
                </a:solidFill>
                <a:cs typeface="Microsoft YaHei" charset="-122"/>
              </a:rPr>
              <a:t>工程管理</a:t>
            </a:r>
            <a:endParaRPr lang="en-US" altLang="zh-CN" sz="1400" kern="0" dirty="0">
              <a:solidFill>
                <a:srgbClr val="F3FBFE"/>
              </a:solidFill>
              <a:cs typeface="Microsoft YaHei" charset="-122"/>
            </a:endParaRPr>
          </a:p>
        </p:txBody>
      </p:sp>
      <p:sp>
        <p:nvSpPr>
          <p:cNvPr id="8" name="圆角矩形 76">
            <a:extLst>
              <a:ext uri="{FF2B5EF4-FFF2-40B4-BE49-F238E27FC236}">
                <a16:creationId xmlns:a16="http://schemas.microsoft.com/office/drawing/2014/main" id="{81B26868-5841-4392-AD26-EE1606C95EC6}"/>
              </a:ext>
            </a:extLst>
          </p:cNvPr>
          <p:cNvSpPr/>
          <p:nvPr/>
        </p:nvSpPr>
        <p:spPr bwMode="gray">
          <a:xfrm>
            <a:off x="2686557" y="2102779"/>
            <a:ext cx="3186539" cy="2102933"/>
          </a:xfrm>
          <a:prstGeom prst="roundRect">
            <a:avLst>
              <a:gd name="adj" fmla="val 0"/>
            </a:avLst>
          </a:prstGeom>
          <a:solidFill>
            <a:srgbClr val="F7FFF3"/>
          </a:solidFill>
          <a:ln w="19050">
            <a:solidFill>
              <a:srgbClr val="4DA664">
                <a:alpha val="30000"/>
              </a:srgbClr>
            </a:solidFill>
          </a:ln>
          <a:effectLst/>
        </p:spPr>
        <p:txBody>
          <a:bodyPr vert="horz" wrap="square" lIns="91404" tIns="45702" rIns="91404" bIns="45702" numCol="1" rtlCol="0" anchor="t" anchorCtr="0" compatLnSpc="1">
            <a:prstTxWarp prst="textNoShape">
              <a:avLst/>
            </a:prstTxWarp>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base">
              <a:spcBef>
                <a:spcPct val="0"/>
              </a:spcBef>
              <a:spcAft>
                <a:spcPct val="0"/>
              </a:spcAft>
              <a:buClr>
                <a:srgbClr val="CC9900"/>
              </a:buClr>
              <a:defRPr/>
            </a:pPr>
            <a:r>
              <a:rPr lang="en-US" sz="1400" b="1" kern="0" dirty="0">
                <a:solidFill>
                  <a:srgbClr val="4DA664"/>
                </a:solidFill>
                <a:cs typeface="Arial" charset="0"/>
              </a:rPr>
              <a:t>SSP</a:t>
            </a:r>
            <a:endParaRPr lang="en-US" altLang="zh-CN" sz="1400" b="1" kern="0" dirty="0">
              <a:solidFill>
                <a:srgbClr val="4DA664"/>
              </a:solidFill>
              <a:cs typeface="Arial" charset="0"/>
            </a:endParaRPr>
          </a:p>
        </p:txBody>
      </p:sp>
      <p:sp>
        <p:nvSpPr>
          <p:cNvPr id="9" name="矩形 8">
            <a:extLst>
              <a:ext uri="{FF2B5EF4-FFF2-40B4-BE49-F238E27FC236}">
                <a16:creationId xmlns:a16="http://schemas.microsoft.com/office/drawing/2014/main" id="{ABB9D68B-99B5-45B1-8C03-9DF64017EE7D}"/>
              </a:ext>
            </a:extLst>
          </p:cNvPr>
          <p:cNvSpPr/>
          <p:nvPr/>
        </p:nvSpPr>
        <p:spPr bwMode="gray">
          <a:xfrm>
            <a:off x="2901762" y="2441319"/>
            <a:ext cx="2811082" cy="369515"/>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pPr>
            <a:r>
              <a:rPr lang="zh-CN" altLang="en-US" sz="1400" dirty="0">
                <a:solidFill>
                  <a:srgbClr val="F3FBFE"/>
                </a:solidFill>
                <a:cs typeface="Arial" charset="0"/>
              </a:rPr>
              <a:t>业务</a:t>
            </a:r>
            <a:r>
              <a:rPr lang="en-US" sz="1400" dirty="0">
                <a:solidFill>
                  <a:srgbClr val="F3FBFE"/>
                </a:solidFill>
                <a:cs typeface="Arial" charset="0"/>
              </a:rPr>
              <a:t>YANG</a:t>
            </a:r>
            <a:r>
              <a:rPr lang="zh-CN" altLang="en-US" sz="1400" dirty="0">
                <a:solidFill>
                  <a:srgbClr val="F3FBFE"/>
                </a:solidFill>
                <a:cs typeface="Arial" charset="0"/>
              </a:rPr>
              <a:t>模型</a:t>
            </a:r>
            <a:endParaRPr lang="en-US" altLang="zh-CN" sz="1400" dirty="0">
              <a:solidFill>
                <a:srgbClr val="F3FBFE"/>
              </a:solidFill>
              <a:cs typeface="Arial" charset="0"/>
            </a:endParaRPr>
          </a:p>
        </p:txBody>
      </p:sp>
      <p:sp>
        <p:nvSpPr>
          <p:cNvPr id="10" name="矩形 9">
            <a:extLst>
              <a:ext uri="{FF2B5EF4-FFF2-40B4-BE49-F238E27FC236}">
                <a16:creationId xmlns:a16="http://schemas.microsoft.com/office/drawing/2014/main" id="{CD348644-732F-4047-B655-359CA2892017}"/>
              </a:ext>
            </a:extLst>
          </p:cNvPr>
          <p:cNvSpPr/>
          <p:nvPr/>
        </p:nvSpPr>
        <p:spPr bwMode="gray">
          <a:xfrm>
            <a:off x="2901761" y="2997057"/>
            <a:ext cx="2811082" cy="470509"/>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pPr>
            <a:r>
              <a:rPr lang="en-US" sz="1400" dirty="0">
                <a:solidFill>
                  <a:srgbClr val="F3FBFE"/>
                </a:solidFill>
                <a:cs typeface="Arial" charset="0"/>
              </a:rPr>
              <a:t>Python </a:t>
            </a:r>
          </a:p>
          <a:p>
            <a:pPr algn="ctr" defTabSz="914034" fontAlgn="ctr">
              <a:spcBef>
                <a:spcPct val="0"/>
              </a:spcBef>
              <a:spcAft>
                <a:spcPct val="0"/>
              </a:spcAft>
            </a:pPr>
            <a:r>
              <a:rPr lang="en-US" sz="1400" dirty="0">
                <a:solidFill>
                  <a:srgbClr val="F3FBFE"/>
                </a:solidFill>
                <a:cs typeface="Arial" charset="0"/>
              </a:rPr>
              <a:t>Mapping</a:t>
            </a:r>
            <a:endParaRPr lang="en-US" altLang="zh-CN" sz="1400" dirty="0">
              <a:solidFill>
                <a:srgbClr val="F3FBFE"/>
              </a:solidFill>
              <a:cs typeface="Arial" charset="0"/>
            </a:endParaRPr>
          </a:p>
        </p:txBody>
      </p:sp>
      <p:sp>
        <p:nvSpPr>
          <p:cNvPr id="11" name="矩形 10">
            <a:extLst>
              <a:ext uri="{FF2B5EF4-FFF2-40B4-BE49-F238E27FC236}">
                <a16:creationId xmlns:a16="http://schemas.microsoft.com/office/drawing/2014/main" id="{809C38A4-D27A-4573-A11A-C485CA1E28C1}"/>
              </a:ext>
            </a:extLst>
          </p:cNvPr>
          <p:cNvSpPr/>
          <p:nvPr/>
        </p:nvSpPr>
        <p:spPr bwMode="gray">
          <a:xfrm>
            <a:off x="2686557" y="4340114"/>
            <a:ext cx="1405780" cy="349499"/>
          </a:xfrm>
          <a:prstGeom prst="rect">
            <a:avLst/>
          </a:prstGeom>
          <a:solidFill>
            <a:srgbClr val="EC7061"/>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pPr>
            <a:r>
              <a:rPr lang="en-US" sz="1400" dirty="0">
                <a:solidFill>
                  <a:srgbClr val="F3FBFE"/>
                </a:solidFill>
                <a:cs typeface="Arial" charset="0"/>
              </a:rPr>
              <a:t>Huawei SND...</a:t>
            </a:r>
            <a:endParaRPr lang="en-US" altLang="zh-CN" sz="1400" dirty="0">
              <a:solidFill>
                <a:srgbClr val="F3FBFE"/>
              </a:solidFill>
              <a:cs typeface="Arial" charset="0"/>
            </a:endParaRPr>
          </a:p>
        </p:txBody>
      </p:sp>
      <p:sp>
        <p:nvSpPr>
          <p:cNvPr id="12" name="矩形 11">
            <a:extLst>
              <a:ext uri="{FF2B5EF4-FFF2-40B4-BE49-F238E27FC236}">
                <a16:creationId xmlns:a16="http://schemas.microsoft.com/office/drawing/2014/main" id="{891AA872-FAD7-4CF5-8C9A-D02374AC3A63}"/>
              </a:ext>
            </a:extLst>
          </p:cNvPr>
          <p:cNvSpPr/>
          <p:nvPr/>
        </p:nvSpPr>
        <p:spPr bwMode="gray">
          <a:xfrm>
            <a:off x="4214724" y="4340114"/>
            <a:ext cx="1658373" cy="361257"/>
          </a:xfrm>
          <a:prstGeom prst="rect">
            <a:avLst/>
          </a:prstGeom>
          <a:solidFill>
            <a:srgbClr val="EC7061"/>
          </a:solidFill>
          <a:ln>
            <a:noFill/>
          </a:ln>
          <a:effectLst/>
        </p:spPr>
        <p:txBody>
          <a:bodyPr vert="horz" wrap="square" lIns="0" tIns="34275" rIns="0"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pPr>
            <a:r>
              <a:rPr lang="en-US" sz="1400" dirty="0">
                <a:solidFill>
                  <a:srgbClr val="F3FBFE"/>
                </a:solidFill>
                <a:cs typeface="Arial" charset="0"/>
              </a:rPr>
              <a:t>3rd-party SND...</a:t>
            </a:r>
            <a:endParaRPr lang="en-US" altLang="zh-CN" sz="1400" dirty="0">
              <a:solidFill>
                <a:srgbClr val="F3FBFE"/>
              </a:solidFill>
              <a:cs typeface="Arial" charset="0"/>
            </a:endParaRPr>
          </a:p>
        </p:txBody>
      </p:sp>
      <p:sp>
        <p:nvSpPr>
          <p:cNvPr id="13" name="矩形 12">
            <a:extLst>
              <a:ext uri="{FF2B5EF4-FFF2-40B4-BE49-F238E27FC236}">
                <a16:creationId xmlns:a16="http://schemas.microsoft.com/office/drawing/2014/main" id="{137E15A4-76C4-4784-AADB-BC672305DFC5}"/>
              </a:ext>
            </a:extLst>
          </p:cNvPr>
          <p:cNvSpPr/>
          <p:nvPr/>
        </p:nvSpPr>
        <p:spPr bwMode="gray">
          <a:xfrm>
            <a:off x="2901761" y="3591372"/>
            <a:ext cx="1190575" cy="488138"/>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pPr>
            <a:r>
              <a:rPr lang="zh-CN" altLang="en-US" sz="1400" dirty="0">
                <a:solidFill>
                  <a:srgbClr val="F3FBFE"/>
                </a:solidFill>
                <a:cs typeface="Arial" charset="0"/>
              </a:rPr>
              <a:t>网元</a:t>
            </a:r>
            <a:r>
              <a:rPr lang="en-US" altLang="zh-CN" sz="1400" dirty="0">
                <a:solidFill>
                  <a:srgbClr val="F3FBFE"/>
                </a:solidFill>
                <a:cs typeface="Arial" charset="0"/>
              </a:rPr>
              <a:t>YANG</a:t>
            </a:r>
            <a:r>
              <a:rPr lang="zh-CN" altLang="en-US" sz="1400" dirty="0">
                <a:solidFill>
                  <a:srgbClr val="F3FBFE"/>
                </a:solidFill>
                <a:cs typeface="Arial" charset="0"/>
              </a:rPr>
              <a:t> 模型</a:t>
            </a:r>
            <a:endParaRPr lang="en-US" altLang="zh-CN" sz="1400" dirty="0">
              <a:solidFill>
                <a:srgbClr val="F3FBFE"/>
              </a:solidFill>
              <a:cs typeface="Arial" charset="0"/>
            </a:endParaRPr>
          </a:p>
        </p:txBody>
      </p:sp>
      <p:sp>
        <p:nvSpPr>
          <p:cNvPr id="14" name="矩形 13">
            <a:extLst>
              <a:ext uri="{FF2B5EF4-FFF2-40B4-BE49-F238E27FC236}">
                <a16:creationId xmlns:a16="http://schemas.microsoft.com/office/drawing/2014/main" id="{F5D81E1A-338B-420C-B3D7-9032ECD5849D}"/>
              </a:ext>
            </a:extLst>
          </p:cNvPr>
          <p:cNvSpPr/>
          <p:nvPr/>
        </p:nvSpPr>
        <p:spPr bwMode="gray">
          <a:xfrm>
            <a:off x="4214723" y="3601969"/>
            <a:ext cx="1448502" cy="477540"/>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pPr>
            <a:r>
              <a:rPr lang="zh-CN" altLang="en-US" sz="1400" dirty="0">
                <a:solidFill>
                  <a:srgbClr val="F3FBFE"/>
                </a:solidFill>
                <a:cs typeface="Arial" charset="0"/>
              </a:rPr>
              <a:t>网元</a:t>
            </a:r>
            <a:r>
              <a:rPr lang="en-US" altLang="zh-CN" sz="1400" dirty="0">
                <a:solidFill>
                  <a:srgbClr val="F3FBFE"/>
                </a:solidFill>
                <a:cs typeface="Arial" charset="0"/>
              </a:rPr>
              <a:t>YANG</a:t>
            </a:r>
            <a:r>
              <a:rPr lang="zh-CN" altLang="en-US" sz="1400" dirty="0">
                <a:solidFill>
                  <a:srgbClr val="F3FBFE"/>
                </a:solidFill>
                <a:cs typeface="Arial" charset="0"/>
              </a:rPr>
              <a:t>模型</a:t>
            </a:r>
            <a:endParaRPr lang="en-US" altLang="zh-CN" sz="1400" dirty="0">
              <a:solidFill>
                <a:srgbClr val="F3FBFE"/>
              </a:solidFill>
              <a:cs typeface="Arial" charset="0"/>
            </a:endParaRPr>
          </a:p>
        </p:txBody>
      </p:sp>
      <p:sp>
        <p:nvSpPr>
          <p:cNvPr id="15" name="矩形 14">
            <a:extLst>
              <a:ext uri="{FF2B5EF4-FFF2-40B4-BE49-F238E27FC236}">
                <a16:creationId xmlns:a16="http://schemas.microsoft.com/office/drawing/2014/main" id="{000526D2-4405-4306-8E71-C601F770A1B4}"/>
              </a:ext>
            </a:extLst>
          </p:cNvPr>
          <p:cNvSpPr/>
          <p:nvPr/>
        </p:nvSpPr>
        <p:spPr bwMode="gray">
          <a:xfrm>
            <a:off x="1341201" y="2773660"/>
            <a:ext cx="1070319" cy="442542"/>
          </a:xfrm>
          <a:prstGeom prst="rect">
            <a:avLst/>
          </a:prstGeom>
          <a:solidFill>
            <a:srgbClr val="389CA5"/>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r>
              <a:rPr lang="zh-CN" altLang="en-US" sz="1400" kern="0" dirty="0">
                <a:solidFill>
                  <a:srgbClr val="F3FBFE"/>
                </a:solidFill>
                <a:cs typeface="Microsoft YaHei" charset="-122"/>
              </a:rPr>
              <a:t>事务机制</a:t>
            </a:r>
            <a:endParaRPr lang="en-US" altLang="zh-CN" sz="1400" kern="0" dirty="0">
              <a:solidFill>
                <a:srgbClr val="F3FBFE"/>
              </a:solidFill>
              <a:cs typeface="Microsoft YaHei" charset="-122"/>
            </a:endParaRPr>
          </a:p>
        </p:txBody>
      </p:sp>
      <p:sp>
        <p:nvSpPr>
          <p:cNvPr id="16" name="矩形 15">
            <a:extLst>
              <a:ext uri="{FF2B5EF4-FFF2-40B4-BE49-F238E27FC236}">
                <a16:creationId xmlns:a16="http://schemas.microsoft.com/office/drawing/2014/main" id="{507BE71E-8691-4F89-9E35-CA91B4513852}"/>
              </a:ext>
            </a:extLst>
          </p:cNvPr>
          <p:cNvSpPr/>
          <p:nvPr/>
        </p:nvSpPr>
        <p:spPr bwMode="gray">
          <a:xfrm>
            <a:off x="1341201" y="3325733"/>
            <a:ext cx="1070319" cy="435019"/>
          </a:xfrm>
          <a:prstGeom prst="rect">
            <a:avLst/>
          </a:prstGeom>
          <a:solidFill>
            <a:srgbClr val="389CA5"/>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r>
              <a:rPr lang="en-US" sz="1400" kern="0" dirty="0" err="1">
                <a:solidFill>
                  <a:srgbClr val="F3FBFE"/>
                </a:solidFill>
                <a:cs typeface="Arial" charset="0"/>
              </a:rPr>
              <a:t>EasyMap</a:t>
            </a:r>
            <a:endParaRPr lang="en-US" altLang="zh-CN" sz="1400" kern="0" dirty="0">
              <a:solidFill>
                <a:srgbClr val="F3FBFE"/>
              </a:solidFill>
              <a:cs typeface="Arial" charset="0"/>
            </a:endParaRPr>
          </a:p>
        </p:txBody>
      </p:sp>
      <p:sp>
        <p:nvSpPr>
          <p:cNvPr id="17" name="矩形 16">
            <a:extLst>
              <a:ext uri="{FF2B5EF4-FFF2-40B4-BE49-F238E27FC236}">
                <a16:creationId xmlns:a16="http://schemas.microsoft.com/office/drawing/2014/main" id="{019AFD73-8A9B-4339-A6C1-8EC6BED0EAA8}"/>
              </a:ext>
            </a:extLst>
          </p:cNvPr>
          <p:cNvSpPr/>
          <p:nvPr/>
        </p:nvSpPr>
        <p:spPr bwMode="gray">
          <a:xfrm>
            <a:off x="1341201" y="3886474"/>
            <a:ext cx="1079554" cy="438356"/>
          </a:xfrm>
          <a:prstGeom prst="rect">
            <a:avLst/>
          </a:prstGeom>
          <a:solidFill>
            <a:srgbClr val="389CA5"/>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r>
              <a:rPr lang="en-US" sz="1400" kern="0" dirty="0" err="1">
                <a:solidFill>
                  <a:srgbClr val="F3FBFE"/>
                </a:solidFill>
                <a:cs typeface="Arial" charset="0"/>
              </a:rPr>
              <a:t>DataStore</a:t>
            </a:r>
            <a:endParaRPr lang="en-US" altLang="zh-CN" sz="1400" kern="0" dirty="0">
              <a:solidFill>
                <a:srgbClr val="F3FBFE"/>
              </a:solidFill>
              <a:cs typeface="Arial" charset="0"/>
            </a:endParaRPr>
          </a:p>
        </p:txBody>
      </p:sp>
      <p:sp>
        <p:nvSpPr>
          <p:cNvPr id="18" name="矩形 17">
            <a:extLst>
              <a:ext uri="{FF2B5EF4-FFF2-40B4-BE49-F238E27FC236}">
                <a16:creationId xmlns:a16="http://schemas.microsoft.com/office/drawing/2014/main" id="{D2F3E090-031C-4A94-AC35-D008582007D6}"/>
              </a:ext>
            </a:extLst>
          </p:cNvPr>
          <p:cNvSpPr/>
          <p:nvPr/>
        </p:nvSpPr>
        <p:spPr bwMode="gray">
          <a:xfrm>
            <a:off x="1341201" y="4455473"/>
            <a:ext cx="1079554" cy="421155"/>
          </a:xfrm>
          <a:prstGeom prst="rect">
            <a:avLst/>
          </a:prstGeom>
          <a:solidFill>
            <a:srgbClr val="389CA5"/>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r>
              <a:rPr lang="en-US" sz="1400" kern="0" dirty="0">
                <a:solidFill>
                  <a:srgbClr val="F3FBFE"/>
                </a:solidFill>
                <a:cs typeface="Microsoft YaHei" charset="-122"/>
              </a:rPr>
              <a:t>Python </a:t>
            </a:r>
          </a:p>
          <a:p>
            <a:pPr algn="ctr" defTabSz="914034" fontAlgn="ctr">
              <a:spcBef>
                <a:spcPct val="0"/>
              </a:spcBef>
              <a:spcAft>
                <a:spcPct val="0"/>
              </a:spcAft>
              <a:defRPr/>
            </a:pPr>
            <a:r>
              <a:rPr lang="zh-CN" altLang="en-US" sz="1400" kern="0" dirty="0">
                <a:solidFill>
                  <a:srgbClr val="F3FBFE"/>
                </a:solidFill>
                <a:cs typeface="Microsoft YaHei" charset="-122"/>
              </a:rPr>
              <a:t>框架</a:t>
            </a:r>
            <a:endParaRPr lang="en-US" altLang="zh-CN" sz="1400" kern="0" dirty="0">
              <a:solidFill>
                <a:srgbClr val="F3FBFE"/>
              </a:solidFill>
              <a:cs typeface="Microsoft YaHei" charset="-122"/>
            </a:endParaRPr>
          </a:p>
        </p:txBody>
      </p:sp>
      <p:sp>
        <p:nvSpPr>
          <p:cNvPr id="19" name="矩形 18">
            <a:extLst>
              <a:ext uri="{FF2B5EF4-FFF2-40B4-BE49-F238E27FC236}">
                <a16:creationId xmlns:a16="http://schemas.microsoft.com/office/drawing/2014/main" id="{155E691A-12E1-41F1-B96D-344EB0194991}"/>
              </a:ext>
            </a:extLst>
          </p:cNvPr>
          <p:cNvSpPr/>
          <p:nvPr/>
        </p:nvSpPr>
        <p:spPr bwMode="gray">
          <a:xfrm>
            <a:off x="2008250" y="1541545"/>
            <a:ext cx="1100275" cy="319144"/>
          </a:xfrm>
          <a:prstGeom prst="rect">
            <a:avLst/>
          </a:prstGeom>
          <a:solidFill>
            <a:srgbClr val="389CA5"/>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r>
              <a:rPr lang="en-US" altLang="zh-CN" sz="1400" kern="0" dirty="0">
                <a:solidFill>
                  <a:srgbClr val="F3FBFE"/>
                </a:solidFill>
                <a:cs typeface="Arial" charset="0"/>
              </a:rPr>
              <a:t>Web UI</a:t>
            </a:r>
          </a:p>
        </p:txBody>
      </p:sp>
      <p:sp>
        <p:nvSpPr>
          <p:cNvPr id="20" name="矩形 19">
            <a:extLst>
              <a:ext uri="{FF2B5EF4-FFF2-40B4-BE49-F238E27FC236}">
                <a16:creationId xmlns:a16="http://schemas.microsoft.com/office/drawing/2014/main" id="{422086B5-7207-4770-B09E-BF4580FFFE1A}"/>
              </a:ext>
            </a:extLst>
          </p:cNvPr>
          <p:cNvSpPr/>
          <p:nvPr/>
        </p:nvSpPr>
        <p:spPr bwMode="gray">
          <a:xfrm>
            <a:off x="3219972" y="1541545"/>
            <a:ext cx="1150888" cy="319144"/>
          </a:xfrm>
          <a:prstGeom prst="rect">
            <a:avLst/>
          </a:prstGeom>
          <a:solidFill>
            <a:srgbClr val="389CA5"/>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r>
              <a:rPr lang="en-US" altLang="zh-CN" sz="1400" kern="0" dirty="0">
                <a:solidFill>
                  <a:srgbClr val="F3FBFE"/>
                </a:solidFill>
                <a:cs typeface="Arial" charset="0"/>
              </a:rPr>
              <a:t>RESTCONF</a:t>
            </a:r>
          </a:p>
        </p:txBody>
      </p:sp>
      <p:sp>
        <p:nvSpPr>
          <p:cNvPr id="21" name="矩形 20">
            <a:extLst>
              <a:ext uri="{FF2B5EF4-FFF2-40B4-BE49-F238E27FC236}">
                <a16:creationId xmlns:a16="http://schemas.microsoft.com/office/drawing/2014/main" id="{9F527D70-4FFC-4DA7-AAE2-6141A3AE77D2}"/>
              </a:ext>
            </a:extLst>
          </p:cNvPr>
          <p:cNvSpPr/>
          <p:nvPr/>
        </p:nvSpPr>
        <p:spPr bwMode="gray">
          <a:xfrm>
            <a:off x="4494243" y="1541545"/>
            <a:ext cx="1100275" cy="319144"/>
          </a:xfrm>
          <a:prstGeom prst="rect">
            <a:avLst/>
          </a:prstGeom>
          <a:solidFill>
            <a:srgbClr val="389CA5"/>
          </a:solidFill>
          <a:ln>
            <a:noFill/>
          </a:ln>
          <a:effectLst/>
        </p:spPr>
        <p:txBody>
          <a:bodyPr vert="horz" wrap="square" lIns="68549" tIns="34275" rIns="68549" bIns="34275" numCol="1"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defRPr/>
            </a:pPr>
            <a:r>
              <a:rPr lang="en-US" altLang="zh-CN" sz="1400" kern="0" dirty="0">
                <a:solidFill>
                  <a:srgbClr val="F3FBFE"/>
                </a:solidFill>
                <a:cs typeface="Arial" charset="0"/>
              </a:rPr>
              <a:t>CLI</a:t>
            </a:r>
          </a:p>
        </p:txBody>
      </p:sp>
      <p:sp>
        <p:nvSpPr>
          <p:cNvPr id="22" name="圆角矩形 90">
            <a:extLst>
              <a:ext uri="{FF2B5EF4-FFF2-40B4-BE49-F238E27FC236}">
                <a16:creationId xmlns:a16="http://schemas.microsoft.com/office/drawing/2014/main" id="{58010213-2FA6-4C16-8FC7-F7035AB53322}"/>
              </a:ext>
            </a:extLst>
          </p:cNvPr>
          <p:cNvSpPr/>
          <p:nvPr/>
        </p:nvSpPr>
        <p:spPr bwMode="gray">
          <a:xfrm>
            <a:off x="1657758" y="5760258"/>
            <a:ext cx="850736" cy="318725"/>
          </a:xfrm>
          <a:prstGeom prst="roundRect">
            <a:avLst>
              <a:gd name="adj" fmla="val 0"/>
            </a:avLst>
          </a:prstGeom>
          <a:solidFill>
            <a:srgbClr val="389CA5"/>
          </a:solidFill>
          <a:ln>
            <a:noFill/>
          </a:ln>
          <a:effectLst/>
        </p:spPr>
        <p:txBody>
          <a:bodyPr vert="horz" wrap="square" lIns="68549" tIns="34275" rIns="68549" bIns="34275" numCol="1" anchor="t"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pPr>
            <a:r>
              <a:rPr lang="en-US" altLang="zh-CN" sz="1400" dirty="0">
                <a:solidFill>
                  <a:srgbClr val="F3FBFE"/>
                </a:solidFill>
                <a:cs typeface="Microsoft YaHei" charset="-122"/>
              </a:rPr>
              <a:t>NCE</a:t>
            </a:r>
            <a:r>
              <a:rPr lang="zh-CN" altLang="en-US" sz="1400" dirty="0">
                <a:solidFill>
                  <a:srgbClr val="F3FBFE"/>
                </a:solidFill>
                <a:cs typeface="Microsoft YaHei" charset="-122"/>
              </a:rPr>
              <a:t>提供</a:t>
            </a:r>
          </a:p>
        </p:txBody>
      </p:sp>
      <p:sp>
        <p:nvSpPr>
          <p:cNvPr id="23" name="圆角矩形 91">
            <a:extLst>
              <a:ext uri="{FF2B5EF4-FFF2-40B4-BE49-F238E27FC236}">
                <a16:creationId xmlns:a16="http://schemas.microsoft.com/office/drawing/2014/main" id="{E2398E38-ADA0-417B-B634-68963893F67E}"/>
              </a:ext>
            </a:extLst>
          </p:cNvPr>
          <p:cNvSpPr/>
          <p:nvPr/>
        </p:nvSpPr>
        <p:spPr bwMode="gray">
          <a:xfrm>
            <a:off x="4011511" y="5758539"/>
            <a:ext cx="942607" cy="307777"/>
          </a:xfrm>
          <a:prstGeom prst="roundRect">
            <a:avLst>
              <a:gd name="adj" fmla="val 0"/>
            </a:avLst>
          </a:prstGeom>
          <a:solidFill>
            <a:srgbClr val="4DA664"/>
          </a:solidFill>
          <a:ln>
            <a:noFill/>
          </a:ln>
          <a:effectLst/>
        </p:spPr>
        <p:txBody>
          <a:bodyPr vert="horz" wrap="square" lIns="68549" tIns="34275" rIns="68549" bIns="34275" numCol="1" anchor="t"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pPr>
            <a:r>
              <a:rPr lang="zh-CN" altLang="en-US" sz="1400" dirty="0">
                <a:solidFill>
                  <a:srgbClr val="F3FBFE"/>
                </a:solidFill>
                <a:cs typeface="Microsoft YaHei" charset="-122"/>
              </a:rPr>
              <a:t>客户提供</a:t>
            </a:r>
          </a:p>
        </p:txBody>
      </p:sp>
      <p:sp>
        <p:nvSpPr>
          <p:cNvPr id="24" name="文本框 92">
            <a:extLst>
              <a:ext uri="{FF2B5EF4-FFF2-40B4-BE49-F238E27FC236}">
                <a16:creationId xmlns:a16="http://schemas.microsoft.com/office/drawing/2014/main" id="{D6B7755D-89BB-4242-9BE7-139875EDBFAC}"/>
              </a:ext>
            </a:extLst>
          </p:cNvPr>
          <p:cNvSpPr txBox="1"/>
          <p:nvPr/>
        </p:nvSpPr>
        <p:spPr bwMode="gray">
          <a:xfrm>
            <a:off x="470490" y="5774159"/>
            <a:ext cx="1261884"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914034" fontAlgn="base">
              <a:spcBef>
                <a:spcPct val="0"/>
              </a:spcBef>
              <a:spcAft>
                <a:spcPct val="0"/>
              </a:spcAft>
            </a:pPr>
            <a:r>
              <a:rPr lang="zh-CN" altLang="en-US" sz="1400" dirty="0">
                <a:cs typeface="Microsoft YaHei" charset="-122"/>
              </a:rPr>
              <a:t>框架机制部分</a:t>
            </a:r>
          </a:p>
        </p:txBody>
      </p:sp>
      <p:sp>
        <p:nvSpPr>
          <p:cNvPr id="25" name="文本框 93">
            <a:extLst>
              <a:ext uri="{FF2B5EF4-FFF2-40B4-BE49-F238E27FC236}">
                <a16:creationId xmlns:a16="http://schemas.microsoft.com/office/drawing/2014/main" id="{EEAD77AC-F758-4D2A-B9D5-10DACF24369C}"/>
              </a:ext>
            </a:extLst>
          </p:cNvPr>
          <p:cNvSpPr txBox="1"/>
          <p:nvPr/>
        </p:nvSpPr>
        <p:spPr bwMode="gray">
          <a:xfrm>
            <a:off x="2779296" y="5758540"/>
            <a:ext cx="1261884"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914034" fontAlgn="base">
              <a:spcBef>
                <a:spcPct val="0"/>
              </a:spcBef>
              <a:spcAft>
                <a:spcPct val="0"/>
              </a:spcAft>
            </a:pPr>
            <a:r>
              <a:rPr lang="zh-CN" altLang="en-US" sz="1400" dirty="0">
                <a:cs typeface="Microsoft YaHei" charset="-122"/>
              </a:rPr>
              <a:t>开放编程部分</a:t>
            </a:r>
          </a:p>
        </p:txBody>
      </p:sp>
      <p:sp>
        <p:nvSpPr>
          <p:cNvPr id="26" name="圆角矩形 94">
            <a:extLst>
              <a:ext uri="{FF2B5EF4-FFF2-40B4-BE49-F238E27FC236}">
                <a16:creationId xmlns:a16="http://schemas.microsoft.com/office/drawing/2014/main" id="{30EA5D9F-4939-46B8-9F6F-B7140F165922}"/>
              </a:ext>
            </a:extLst>
          </p:cNvPr>
          <p:cNvSpPr/>
          <p:nvPr/>
        </p:nvSpPr>
        <p:spPr bwMode="gray">
          <a:xfrm>
            <a:off x="5047186" y="5758539"/>
            <a:ext cx="942607" cy="298509"/>
          </a:xfrm>
          <a:prstGeom prst="roundRect">
            <a:avLst>
              <a:gd name="adj" fmla="val 0"/>
            </a:avLst>
          </a:prstGeom>
          <a:solidFill>
            <a:srgbClr val="EC7061"/>
          </a:solidFill>
          <a:ln>
            <a:noFill/>
          </a:ln>
          <a:effectLst/>
        </p:spPr>
        <p:txBody>
          <a:bodyPr vert="horz" wrap="square" lIns="68549" tIns="34275" rIns="68549" bIns="34275" numCol="1" anchor="t"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4034" fontAlgn="ctr">
              <a:spcBef>
                <a:spcPct val="0"/>
              </a:spcBef>
              <a:spcAft>
                <a:spcPct val="0"/>
              </a:spcAft>
            </a:pPr>
            <a:r>
              <a:rPr lang="zh-CN" altLang="en-US" sz="1400" dirty="0">
                <a:solidFill>
                  <a:srgbClr val="F3FBFE"/>
                </a:solidFill>
                <a:cs typeface="Microsoft YaHei" charset="-122"/>
              </a:rPr>
              <a:t>华为提供</a:t>
            </a:r>
          </a:p>
        </p:txBody>
      </p:sp>
      <p:sp>
        <p:nvSpPr>
          <p:cNvPr id="27" name="矩形 26">
            <a:extLst>
              <a:ext uri="{FF2B5EF4-FFF2-40B4-BE49-F238E27FC236}">
                <a16:creationId xmlns:a16="http://schemas.microsoft.com/office/drawing/2014/main" id="{3DDDFA50-D639-4A5B-BF84-D6E8F1100B4B}"/>
              </a:ext>
            </a:extLst>
          </p:cNvPr>
          <p:cNvSpPr/>
          <p:nvPr/>
        </p:nvSpPr>
        <p:spPr bwMode="gray">
          <a:xfrm>
            <a:off x="6158013" y="1348517"/>
            <a:ext cx="5569593" cy="2715483"/>
          </a:xfrm>
          <a:prstGeom prst="rect">
            <a:avLst/>
          </a:prstGeom>
          <a:noFill/>
          <a:ln>
            <a:solidFill>
              <a:srgbClr val="56C4D2"/>
            </a:solidFill>
          </a:ln>
        </p:spPr>
        <p:txBody>
          <a:bodyPr wrap="square" lIns="215916" tIns="35986" rIns="179930" bIns="179930">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914034">
              <a:lnSpc>
                <a:spcPct val="200000"/>
              </a:lnSpc>
            </a:pPr>
            <a:r>
              <a:rPr lang="zh-CN" altLang="en-US" sz="1500" b="1" dirty="0"/>
              <a:t>开放设备和业务的可编程能力</a:t>
            </a:r>
            <a:endParaRPr lang="en-US" altLang="zh-CN" sz="1500" b="1" dirty="0"/>
          </a:p>
          <a:p>
            <a:pPr defTabSz="914034">
              <a:lnSpc>
                <a:spcPct val="150000"/>
              </a:lnSpc>
            </a:pPr>
            <a:r>
              <a:rPr lang="en-US" altLang="zh-CN" sz="1500" dirty="0"/>
              <a:t>1.</a:t>
            </a:r>
            <a:r>
              <a:rPr lang="zh-CN" altLang="en-US" sz="1500" dirty="0"/>
              <a:t> 开放设备能力：通过加载网元</a:t>
            </a:r>
            <a:r>
              <a:rPr lang="en-US" altLang="zh-CN" sz="1500" dirty="0"/>
              <a:t>YANG</a:t>
            </a:r>
            <a:r>
              <a:rPr lang="zh-CN" altLang="en-US" sz="1500" dirty="0"/>
              <a:t>模型，使能设备能力开放。</a:t>
            </a:r>
            <a:endParaRPr lang="en-US" altLang="zh-CN" sz="1500" dirty="0"/>
          </a:p>
          <a:p>
            <a:pPr defTabSz="914034">
              <a:lnSpc>
                <a:spcPct val="150000"/>
              </a:lnSpc>
            </a:pPr>
            <a:r>
              <a:rPr lang="en-US" altLang="zh-CN" sz="1500" dirty="0"/>
              <a:t>2.</a:t>
            </a:r>
            <a:r>
              <a:rPr lang="zh-CN" altLang="en-US" sz="1500" dirty="0"/>
              <a:t> 开放业务定义能力：通过自定义和加载业务</a:t>
            </a:r>
            <a:r>
              <a:rPr lang="en-US" altLang="zh-CN" sz="1500" dirty="0"/>
              <a:t>YANG</a:t>
            </a:r>
            <a:r>
              <a:rPr lang="zh-CN" altLang="en-US" sz="1500" dirty="0"/>
              <a:t>模型和业务逻辑，使能业务能力开放。 </a:t>
            </a:r>
            <a:endParaRPr lang="en-US" altLang="zh-CN" sz="1500" dirty="0"/>
          </a:p>
          <a:p>
            <a:pPr defTabSz="914034">
              <a:lnSpc>
                <a:spcPct val="150000"/>
              </a:lnSpc>
            </a:pPr>
            <a:r>
              <a:rPr lang="en-US" altLang="zh-CN" sz="1500" dirty="0"/>
              <a:t>3.</a:t>
            </a:r>
            <a:r>
              <a:rPr lang="zh-CN" altLang="en-US" sz="1500" dirty="0"/>
              <a:t> 开放北向能力：系统根据</a:t>
            </a:r>
            <a:r>
              <a:rPr lang="en-US" altLang="zh-CN" sz="1500" dirty="0"/>
              <a:t>YANG</a:t>
            </a:r>
            <a:r>
              <a:rPr lang="zh-CN" altLang="en-US" sz="1500" dirty="0"/>
              <a:t>模型自动生成北向</a:t>
            </a:r>
            <a:r>
              <a:rPr lang="en-US" altLang="zh-CN" sz="1500" dirty="0"/>
              <a:t>RESTCONF</a:t>
            </a:r>
            <a:r>
              <a:rPr lang="zh-CN" altLang="en-US" sz="1500" dirty="0"/>
              <a:t>等接口，快速对接北向人机和机机接口。 </a:t>
            </a:r>
          </a:p>
        </p:txBody>
      </p:sp>
      <p:sp>
        <p:nvSpPr>
          <p:cNvPr id="29" name="圆角矩形 97">
            <a:extLst>
              <a:ext uri="{FF2B5EF4-FFF2-40B4-BE49-F238E27FC236}">
                <a16:creationId xmlns:a16="http://schemas.microsoft.com/office/drawing/2014/main" id="{0621DB38-8058-4299-ACE8-DB8AFA13B8AB}"/>
              </a:ext>
            </a:extLst>
          </p:cNvPr>
          <p:cNvSpPr/>
          <p:nvPr/>
        </p:nvSpPr>
        <p:spPr bwMode="gray">
          <a:xfrm>
            <a:off x="1064455" y="1379221"/>
            <a:ext cx="4954888" cy="4195457"/>
          </a:xfrm>
          <a:prstGeom prst="roundRect">
            <a:avLst>
              <a:gd name="adj" fmla="val 0"/>
            </a:avLst>
          </a:prstGeom>
          <a:noFill/>
          <a:ln w="19050">
            <a:solidFill>
              <a:srgbClr val="56C4D2">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kumimoji="1" lang="zh-CN" altLang="en-US" sz="1400">
              <a:solidFill>
                <a:prstClr val="white"/>
              </a:solidFill>
              <a:cs typeface="Microsoft YaHei" charset="-122"/>
            </a:endParaRPr>
          </a:p>
        </p:txBody>
      </p:sp>
      <p:sp>
        <p:nvSpPr>
          <p:cNvPr id="33" name="椭圆 32">
            <a:extLst>
              <a:ext uri="{FF2B5EF4-FFF2-40B4-BE49-F238E27FC236}">
                <a16:creationId xmlns:a16="http://schemas.microsoft.com/office/drawing/2014/main" id="{8707F1A3-68F4-48ED-A916-598C2AAD1976}"/>
              </a:ext>
            </a:extLst>
          </p:cNvPr>
          <p:cNvSpPr/>
          <p:nvPr/>
        </p:nvSpPr>
        <p:spPr bwMode="gray">
          <a:xfrm>
            <a:off x="2411520" y="1838797"/>
            <a:ext cx="242090" cy="24209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en-US" altLang="zh-CN" sz="1400" b="1" dirty="0">
                <a:solidFill>
                  <a:prstClr val="white"/>
                </a:solidFill>
              </a:rPr>
              <a:t>3</a:t>
            </a:r>
            <a:endParaRPr lang="zh-CN" altLang="en-US" sz="1400" b="1" dirty="0">
              <a:solidFill>
                <a:prstClr val="white"/>
              </a:solidFill>
            </a:endParaRPr>
          </a:p>
        </p:txBody>
      </p:sp>
      <p:sp>
        <p:nvSpPr>
          <p:cNvPr id="34" name="椭圆 33">
            <a:extLst>
              <a:ext uri="{FF2B5EF4-FFF2-40B4-BE49-F238E27FC236}">
                <a16:creationId xmlns:a16="http://schemas.microsoft.com/office/drawing/2014/main" id="{967A0C50-9B8D-4B70-9A08-A7B1067EB94B}"/>
              </a:ext>
            </a:extLst>
          </p:cNvPr>
          <p:cNvSpPr/>
          <p:nvPr/>
        </p:nvSpPr>
        <p:spPr bwMode="gray">
          <a:xfrm>
            <a:off x="3614551" y="1839098"/>
            <a:ext cx="242090" cy="24209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en-US" altLang="zh-CN" sz="1400" b="1" dirty="0">
                <a:solidFill>
                  <a:prstClr val="white"/>
                </a:solidFill>
              </a:rPr>
              <a:t>3</a:t>
            </a:r>
            <a:endParaRPr lang="zh-CN" altLang="en-US" sz="1400" b="1" dirty="0">
              <a:solidFill>
                <a:prstClr val="white"/>
              </a:solidFill>
            </a:endParaRPr>
          </a:p>
        </p:txBody>
      </p:sp>
      <p:sp>
        <p:nvSpPr>
          <p:cNvPr id="35" name="椭圆 34">
            <a:extLst>
              <a:ext uri="{FF2B5EF4-FFF2-40B4-BE49-F238E27FC236}">
                <a16:creationId xmlns:a16="http://schemas.microsoft.com/office/drawing/2014/main" id="{B2FCDBED-6DC4-4B0C-927C-58E3BD5680DA}"/>
              </a:ext>
            </a:extLst>
          </p:cNvPr>
          <p:cNvSpPr/>
          <p:nvPr/>
        </p:nvSpPr>
        <p:spPr bwMode="gray">
          <a:xfrm>
            <a:off x="2641216" y="2505031"/>
            <a:ext cx="242090" cy="24209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en-US" altLang="zh-CN" sz="1400" b="1" dirty="0">
                <a:solidFill>
                  <a:prstClr val="white"/>
                </a:solidFill>
              </a:rPr>
              <a:t>2</a:t>
            </a:r>
            <a:endParaRPr lang="zh-CN" altLang="en-US" sz="1400" b="1" dirty="0">
              <a:solidFill>
                <a:prstClr val="white"/>
              </a:solidFill>
            </a:endParaRPr>
          </a:p>
        </p:txBody>
      </p:sp>
      <p:sp>
        <p:nvSpPr>
          <p:cNvPr id="36" name="椭圆 35">
            <a:extLst>
              <a:ext uri="{FF2B5EF4-FFF2-40B4-BE49-F238E27FC236}">
                <a16:creationId xmlns:a16="http://schemas.microsoft.com/office/drawing/2014/main" id="{FEFB0D02-5830-45D2-A829-D398183E2EFC}"/>
              </a:ext>
            </a:extLst>
          </p:cNvPr>
          <p:cNvSpPr/>
          <p:nvPr/>
        </p:nvSpPr>
        <p:spPr bwMode="gray">
          <a:xfrm>
            <a:off x="2438882" y="4365873"/>
            <a:ext cx="242090" cy="24209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en-US" altLang="zh-CN" sz="1400" b="1" dirty="0">
                <a:solidFill>
                  <a:prstClr val="white"/>
                </a:solidFill>
              </a:rPr>
              <a:t>1</a:t>
            </a:r>
            <a:endParaRPr lang="zh-CN" altLang="en-US" sz="1400" b="1" dirty="0">
              <a:solidFill>
                <a:prstClr val="white"/>
              </a:solidFill>
            </a:endParaRPr>
          </a:p>
        </p:txBody>
      </p:sp>
      <p:sp>
        <p:nvSpPr>
          <p:cNvPr id="38" name="矩形 37">
            <a:extLst>
              <a:ext uri="{FF2B5EF4-FFF2-40B4-BE49-F238E27FC236}">
                <a16:creationId xmlns:a16="http://schemas.microsoft.com/office/drawing/2014/main" id="{40F060DE-461F-40BF-8DE3-588D59BE593E}"/>
              </a:ext>
            </a:extLst>
          </p:cNvPr>
          <p:cNvSpPr/>
          <p:nvPr/>
        </p:nvSpPr>
        <p:spPr bwMode="gray">
          <a:xfrm rot="10800000">
            <a:off x="470695" y="1379221"/>
            <a:ext cx="553998" cy="4195457"/>
          </a:xfrm>
          <a:prstGeom prst="rect">
            <a:avLst/>
          </a:prstGeom>
          <a:noFill/>
        </p:spPr>
        <p:txBody>
          <a:bodyPr vert="eaVert" wrap="square" lIns="91440" tIns="45720" rIns="91440" bIns="4572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2400" dirty="0">
                <a:ln w="0"/>
                <a:effectLst>
                  <a:outerShdw blurRad="38100" dist="25400" dir="5400000" algn="ctr" rotWithShape="0">
                    <a:srgbClr val="6E747A">
                      <a:alpha val="43000"/>
                    </a:srgbClr>
                  </a:outerShdw>
                </a:effectLst>
              </a:rPr>
              <a:t>iMaster NCE</a:t>
            </a:r>
            <a:endParaRPr lang="zh-CN" altLang="en-US" sz="2400" dirty="0">
              <a:ln w="0"/>
              <a:effectLst>
                <a:outerShdw blurRad="38100" dist="25400" dir="5400000" algn="ctr" rotWithShape="0">
                  <a:srgbClr val="6E747A">
                    <a:alpha val="43000"/>
                  </a:srgbClr>
                </a:outerShdw>
              </a:effectLst>
            </a:endParaRPr>
          </a:p>
        </p:txBody>
      </p:sp>
      <p:sp>
        <p:nvSpPr>
          <p:cNvPr id="41" name="文本框 96">
            <a:extLst>
              <a:ext uri="{FF2B5EF4-FFF2-40B4-BE49-F238E27FC236}">
                <a16:creationId xmlns:a16="http://schemas.microsoft.com/office/drawing/2014/main" id="{5C12A434-7231-4D28-B8AA-46FAAB09D005}"/>
              </a:ext>
            </a:extLst>
          </p:cNvPr>
          <p:cNvSpPr txBox="1"/>
          <p:nvPr/>
        </p:nvSpPr>
        <p:spPr bwMode="gray">
          <a:xfrm>
            <a:off x="6158012" y="4175964"/>
            <a:ext cx="5569593" cy="1855172"/>
          </a:xfrm>
          <a:prstGeom prst="rect">
            <a:avLst/>
          </a:prstGeom>
          <a:noFill/>
          <a:ln>
            <a:solidFill>
              <a:srgbClr val="56C4D2"/>
            </a:solidFill>
          </a:ln>
        </p:spPr>
        <p:txBody>
          <a:bodyPr wrap="square" lIns="215916" tIns="35986" rIns="179930" bIns="179930" rtlCol="0">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l" defTabSz="913746" rtl="0" eaLnBrk="1" fontAlgn="auto" latinLnBrk="0" hangingPunct="1">
              <a:lnSpc>
                <a:spcPct val="200000"/>
              </a:lnSpc>
              <a:spcBef>
                <a:spcPts val="0"/>
              </a:spcBef>
              <a:spcAft>
                <a:spcPts val="0"/>
              </a:spcAft>
              <a:buClrTx/>
              <a:buSzTx/>
              <a:buFontTx/>
              <a:buNone/>
              <a:tabLst/>
              <a:defRPr/>
            </a:pPr>
            <a:r>
              <a:rPr kumimoji="1" lang="zh-CN" altLang="en-US" sz="1600" b="1" i="0" u="none" strike="noStrike" kern="1200" cap="none" spc="0" normalizeH="0" baseline="0" noProof="0" dirty="0">
                <a:ln>
                  <a:noFill/>
                </a:ln>
                <a:effectLst/>
                <a:uLnTx/>
                <a:uFillTx/>
                <a:latin typeface="Huawei Sans"/>
                <a:ea typeface="方正兰亭黑简体"/>
                <a:cs typeface="Arial" panose="020B0604020202020204" pitchFamily="34" charset="0"/>
              </a:rPr>
              <a:t>应用场景</a:t>
            </a:r>
            <a:endParaRPr kumimoji="1" lang="en-US" altLang="zh-CN" sz="1600" b="1" i="0" u="none" strike="noStrike" kern="1200" cap="none" spc="0" normalizeH="0" baseline="0" noProof="0" dirty="0">
              <a:ln>
                <a:noFill/>
              </a:ln>
              <a:effectLst/>
              <a:uLnTx/>
              <a:uFillTx/>
              <a:latin typeface="Huawei Sans"/>
              <a:ea typeface="方正兰亭黑简体"/>
              <a:cs typeface="Arial" panose="020B0604020202020204" pitchFamily="34" charset="0"/>
            </a:endParaRPr>
          </a:p>
        </p:txBody>
      </p:sp>
      <p:sp>
        <p:nvSpPr>
          <p:cNvPr id="42" name="矩形 41">
            <a:extLst>
              <a:ext uri="{FF2B5EF4-FFF2-40B4-BE49-F238E27FC236}">
                <a16:creationId xmlns:a16="http://schemas.microsoft.com/office/drawing/2014/main" id="{87DBBD91-9990-4C02-A8CE-6951C10B3EC2}"/>
              </a:ext>
            </a:extLst>
          </p:cNvPr>
          <p:cNvSpPr/>
          <p:nvPr/>
        </p:nvSpPr>
        <p:spPr bwMode="gray">
          <a:xfrm>
            <a:off x="6299611" y="4757805"/>
            <a:ext cx="5289425" cy="1131079"/>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342763" indent="-342763" defTabSz="913746">
              <a:lnSpc>
                <a:spcPct val="150000"/>
              </a:lnSpc>
              <a:buFont typeface="Arial" charset="0"/>
              <a:buChar char="•"/>
            </a:pPr>
            <a:r>
              <a:rPr kumimoji="1" lang="zh-CN" altLang="en-US" sz="1500" dirty="0">
                <a:solidFill>
                  <a:srgbClr val="BAE6F6">
                    <a:lumMod val="10000"/>
                  </a:srgbClr>
                </a:solidFill>
                <a:cs typeface="Arial" panose="020B0604020202020204" pitchFamily="34" charset="0"/>
              </a:rPr>
              <a:t>支持</a:t>
            </a:r>
            <a:r>
              <a:rPr kumimoji="1" lang="zh-CN" altLang="en-US" sz="1500" dirty="0">
                <a:cs typeface="Arial" panose="020B0604020202020204" pitchFamily="34" charset="0"/>
              </a:rPr>
              <a:t>跨厂商设备管理，快速对接第三方设备。</a:t>
            </a:r>
            <a:endParaRPr kumimoji="1" lang="en-US" altLang="zh-CN" sz="1500" dirty="0">
              <a:cs typeface="Arial" panose="020B0604020202020204" pitchFamily="34" charset="0"/>
            </a:endParaRPr>
          </a:p>
          <a:p>
            <a:pPr marL="342763" indent="-342763" defTabSz="913746">
              <a:lnSpc>
                <a:spcPct val="150000"/>
              </a:lnSpc>
              <a:buFont typeface="Arial" charset="0"/>
              <a:buChar char="•"/>
            </a:pPr>
            <a:r>
              <a:rPr kumimoji="1" lang="zh-CN" altLang="en-US" sz="1500" dirty="0">
                <a:cs typeface="Arial" panose="020B0604020202020204" pitchFamily="34" charset="0"/>
              </a:rPr>
              <a:t>快速构建业务，自动生成北向接口。</a:t>
            </a:r>
            <a:endParaRPr kumimoji="1" lang="en-US" altLang="zh-CN" sz="1500" dirty="0">
              <a:cs typeface="Arial" panose="020B0604020202020204" pitchFamily="34" charset="0"/>
            </a:endParaRPr>
          </a:p>
          <a:p>
            <a:pPr marL="342763" indent="-342763" defTabSz="913746">
              <a:lnSpc>
                <a:spcPct val="150000"/>
              </a:lnSpc>
              <a:buFont typeface="Arial" charset="0"/>
              <a:buChar char="•"/>
            </a:pPr>
            <a:r>
              <a:rPr kumimoji="1" lang="zh-CN" altLang="en-US" sz="1500" dirty="0">
                <a:cs typeface="Arial" panose="020B0604020202020204" pitchFamily="34" charset="0"/>
              </a:rPr>
              <a:t>南向支持</a:t>
            </a:r>
            <a:r>
              <a:rPr kumimoji="1" lang="en-US" altLang="zh-CN" sz="1500" dirty="0">
                <a:cs typeface="Arial" panose="020B0604020202020204" pitchFamily="34" charset="0"/>
              </a:rPr>
              <a:t>NETCONF</a:t>
            </a:r>
            <a:r>
              <a:rPr kumimoji="1" lang="zh-CN" altLang="en-US" sz="1500" dirty="0">
                <a:cs typeface="Arial" panose="020B0604020202020204" pitchFamily="34" charset="0"/>
              </a:rPr>
              <a:t>、</a:t>
            </a:r>
            <a:r>
              <a:rPr kumimoji="1" lang="en-US" altLang="zh-CN" sz="1500" dirty="0" err="1">
                <a:cs typeface="Arial" panose="020B0604020202020204" pitchFamily="34" charset="0"/>
              </a:rPr>
              <a:t>STelnet</a:t>
            </a:r>
            <a:r>
              <a:rPr kumimoji="1" lang="zh-CN" altLang="en-US" sz="1500" dirty="0">
                <a:cs typeface="Arial" panose="020B0604020202020204" pitchFamily="34" charset="0"/>
              </a:rPr>
              <a:t>两种</a:t>
            </a:r>
            <a:r>
              <a:rPr kumimoji="1" lang="zh-CN" altLang="en-US" sz="1500" dirty="0">
                <a:solidFill>
                  <a:srgbClr val="BAE6F6">
                    <a:lumMod val="10000"/>
                  </a:srgbClr>
                </a:solidFill>
                <a:cs typeface="Arial" panose="020B0604020202020204" pitchFamily="34" charset="0"/>
              </a:rPr>
              <a:t>协议的设备对接。</a:t>
            </a:r>
            <a:endParaRPr kumimoji="1" lang="en-US" altLang="zh-CN" sz="1500" dirty="0">
              <a:solidFill>
                <a:srgbClr val="BAE6F6">
                  <a:lumMod val="10000"/>
                </a:srgbClr>
              </a:solidFill>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8" name="墨迹 27">
                <a:extLst>
                  <a:ext uri="{FF2B5EF4-FFF2-40B4-BE49-F238E27FC236}">
                    <a16:creationId xmlns:a16="http://schemas.microsoft.com/office/drawing/2014/main" id="{1AC1FD1A-375E-3D53-7B50-1320D5325F1C}"/>
                  </a:ext>
                </a:extLst>
              </p14:cNvPr>
              <p14:cNvContentPartPr/>
              <p14:nvPr/>
            </p14:nvContentPartPr>
            <p14:xfrm>
              <a:off x="3904489" y="4791199"/>
              <a:ext cx="302760" cy="312120"/>
            </p14:xfrm>
          </p:contentPart>
        </mc:Choice>
        <mc:Fallback xmlns="">
          <p:pic>
            <p:nvPicPr>
              <p:cNvPr id="28" name="墨迹 27">
                <a:extLst>
                  <a:ext uri="{FF2B5EF4-FFF2-40B4-BE49-F238E27FC236}">
                    <a16:creationId xmlns:a16="http://schemas.microsoft.com/office/drawing/2014/main" id="{1AC1FD1A-375E-3D53-7B50-1320D5325F1C}"/>
                  </a:ext>
                </a:extLst>
              </p:cNvPr>
              <p:cNvPicPr/>
              <p:nvPr/>
            </p:nvPicPr>
            <p:blipFill>
              <a:blip r:embed="rId4"/>
              <a:stretch>
                <a:fillRect/>
              </a:stretch>
            </p:blipFill>
            <p:spPr>
              <a:xfrm>
                <a:off x="3895849" y="4782199"/>
                <a:ext cx="320400" cy="329760"/>
              </a:xfrm>
              <a:prstGeom prst="rect">
                <a:avLst/>
              </a:prstGeom>
            </p:spPr>
          </p:pic>
        </mc:Fallback>
      </mc:AlternateContent>
      <p:grpSp>
        <p:nvGrpSpPr>
          <p:cNvPr id="45" name="组合 44">
            <a:extLst>
              <a:ext uri="{FF2B5EF4-FFF2-40B4-BE49-F238E27FC236}">
                <a16:creationId xmlns:a16="http://schemas.microsoft.com/office/drawing/2014/main" id="{A3D7B0D0-C1E3-17B6-B6C9-395D01C8E2E6}"/>
              </a:ext>
            </a:extLst>
          </p:cNvPr>
          <p:cNvGrpSpPr/>
          <p:nvPr/>
        </p:nvGrpSpPr>
        <p:grpSpPr>
          <a:xfrm>
            <a:off x="2278369" y="5351359"/>
            <a:ext cx="811800" cy="470880"/>
            <a:chOff x="2278369" y="5351359"/>
            <a:chExt cx="811800" cy="470880"/>
          </a:xfrm>
        </p:grpSpPr>
        <mc:AlternateContent xmlns:mc="http://schemas.openxmlformats.org/markup-compatibility/2006" xmlns:p14="http://schemas.microsoft.com/office/powerpoint/2010/main">
          <mc:Choice Requires="p14">
            <p:contentPart p14:bwMode="auto" r:id="rId5">
              <p14:nvContentPartPr>
                <p14:cNvPr id="43" name="墨迹 42">
                  <a:extLst>
                    <a:ext uri="{FF2B5EF4-FFF2-40B4-BE49-F238E27FC236}">
                      <a16:creationId xmlns:a16="http://schemas.microsoft.com/office/drawing/2014/main" id="{064BC03D-D13B-59C2-3EC4-AA7AB4828585}"/>
                    </a:ext>
                  </a:extLst>
                </p14:cNvPr>
                <p14:cNvContentPartPr/>
                <p14:nvPr/>
              </p14:nvContentPartPr>
              <p14:xfrm>
                <a:off x="2378449" y="5351359"/>
                <a:ext cx="711720" cy="429840"/>
              </p14:xfrm>
            </p:contentPart>
          </mc:Choice>
          <mc:Fallback xmlns="">
            <p:pic>
              <p:nvPicPr>
                <p:cNvPr id="43" name="墨迹 42">
                  <a:extLst>
                    <a:ext uri="{FF2B5EF4-FFF2-40B4-BE49-F238E27FC236}">
                      <a16:creationId xmlns:a16="http://schemas.microsoft.com/office/drawing/2014/main" id="{064BC03D-D13B-59C2-3EC4-AA7AB4828585}"/>
                    </a:ext>
                  </a:extLst>
                </p:cNvPr>
                <p:cNvPicPr/>
                <p:nvPr/>
              </p:nvPicPr>
              <p:blipFill>
                <a:blip r:embed="rId6"/>
                <a:stretch>
                  <a:fillRect/>
                </a:stretch>
              </p:blipFill>
              <p:spPr>
                <a:xfrm>
                  <a:off x="2369449" y="5342719"/>
                  <a:ext cx="729360" cy="447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4" name="墨迹 43">
                  <a:extLst>
                    <a:ext uri="{FF2B5EF4-FFF2-40B4-BE49-F238E27FC236}">
                      <a16:creationId xmlns:a16="http://schemas.microsoft.com/office/drawing/2014/main" id="{E9FE3503-956A-90AC-757F-BF740F02FC34}"/>
                    </a:ext>
                  </a:extLst>
                </p14:cNvPr>
                <p14:cNvContentPartPr/>
                <p14:nvPr/>
              </p14:nvContentPartPr>
              <p14:xfrm>
                <a:off x="2278369" y="5696239"/>
                <a:ext cx="214920" cy="126000"/>
              </p14:xfrm>
            </p:contentPart>
          </mc:Choice>
          <mc:Fallback xmlns="">
            <p:pic>
              <p:nvPicPr>
                <p:cNvPr id="44" name="墨迹 43">
                  <a:extLst>
                    <a:ext uri="{FF2B5EF4-FFF2-40B4-BE49-F238E27FC236}">
                      <a16:creationId xmlns:a16="http://schemas.microsoft.com/office/drawing/2014/main" id="{E9FE3503-956A-90AC-757F-BF740F02FC34}"/>
                    </a:ext>
                  </a:extLst>
                </p:cNvPr>
                <p:cNvPicPr/>
                <p:nvPr/>
              </p:nvPicPr>
              <p:blipFill>
                <a:blip r:embed="rId8"/>
                <a:stretch>
                  <a:fillRect/>
                </a:stretch>
              </p:blipFill>
              <p:spPr>
                <a:xfrm>
                  <a:off x="2269729" y="5687239"/>
                  <a:ext cx="232560" cy="143640"/>
                </a:xfrm>
                <a:prstGeom prst="rect">
                  <a:avLst/>
                </a:prstGeom>
              </p:spPr>
            </p:pic>
          </mc:Fallback>
        </mc:AlternateContent>
      </p:grpSp>
      <p:grpSp>
        <p:nvGrpSpPr>
          <p:cNvPr id="51" name="组合 50">
            <a:extLst>
              <a:ext uri="{FF2B5EF4-FFF2-40B4-BE49-F238E27FC236}">
                <a16:creationId xmlns:a16="http://schemas.microsoft.com/office/drawing/2014/main" id="{E41B3EDF-690F-5BC4-7E23-371FB0A0F1F3}"/>
              </a:ext>
            </a:extLst>
          </p:cNvPr>
          <p:cNvGrpSpPr/>
          <p:nvPr/>
        </p:nvGrpSpPr>
        <p:grpSpPr>
          <a:xfrm>
            <a:off x="1101889" y="4398799"/>
            <a:ext cx="1170360" cy="691560"/>
            <a:chOff x="1101889" y="4398799"/>
            <a:chExt cx="1170360" cy="691560"/>
          </a:xfrm>
        </p:grpSpPr>
        <mc:AlternateContent xmlns:mc="http://schemas.openxmlformats.org/markup-compatibility/2006" xmlns:p14="http://schemas.microsoft.com/office/powerpoint/2010/main">
          <mc:Choice Requires="p14">
            <p:contentPart p14:bwMode="auto" r:id="rId9">
              <p14:nvContentPartPr>
                <p14:cNvPr id="46" name="墨迹 45">
                  <a:extLst>
                    <a:ext uri="{FF2B5EF4-FFF2-40B4-BE49-F238E27FC236}">
                      <a16:creationId xmlns:a16="http://schemas.microsoft.com/office/drawing/2014/main" id="{F4191357-E55D-DF19-0831-1F01B8CD4A6D}"/>
                    </a:ext>
                  </a:extLst>
                </p14:cNvPr>
                <p14:cNvContentPartPr/>
                <p14:nvPr/>
              </p14:nvContentPartPr>
              <p14:xfrm>
                <a:off x="1384489" y="4398799"/>
                <a:ext cx="887760" cy="691560"/>
              </p14:xfrm>
            </p:contentPart>
          </mc:Choice>
          <mc:Fallback xmlns="">
            <p:pic>
              <p:nvPicPr>
                <p:cNvPr id="46" name="墨迹 45">
                  <a:extLst>
                    <a:ext uri="{FF2B5EF4-FFF2-40B4-BE49-F238E27FC236}">
                      <a16:creationId xmlns:a16="http://schemas.microsoft.com/office/drawing/2014/main" id="{F4191357-E55D-DF19-0831-1F01B8CD4A6D}"/>
                    </a:ext>
                  </a:extLst>
                </p:cNvPr>
                <p:cNvPicPr/>
                <p:nvPr/>
              </p:nvPicPr>
              <p:blipFill>
                <a:blip r:embed="rId10"/>
                <a:stretch>
                  <a:fillRect/>
                </a:stretch>
              </p:blipFill>
              <p:spPr>
                <a:xfrm>
                  <a:off x="1375489" y="4389799"/>
                  <a:ext cx="905400" cy="709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7" name="墨迹 46">
                  <a:extLst>
                    <a:ext uri="{FF2B5EF4-FFF2-40B4-BE49-F238E27FC236}">
                      <a16:creationId xmlns:a16="http://schemas.microsoft.com/office/drawing/2014/main" id="{3373493B-7106-C9B9-2948-FD6DA47448A5}"/>
                    </a:ext>
                  </a:extLst>
                </p14:cNvPr>
                <p14:cNvContentPartPr/>
                <p14:nvPr/>
              </p14:nvContentPartPr>
              <p14:xfrm>
                <a:off x="1213849" y="4631719"/>
                <a:ext cx="299520" cy="360"/>
              </p14:xfrm>
            </p:contentPart>
          </mc:Choice>
          <mc:Fallback xmlns="">
            <p:pic>
              <p:nvPicPr>
                <p:cNvPr id="47" name="墨迹 46">
                  <a:extLst>
                    <a:ext uri="{FF2B5EF4-FFF2-40B4-BE49-F238E27FC236}">
                      <a16:creationId xmlns:a16="http://schemas.microsoft.com/office/drawing/2014/main" id="{3373493B-7106-C9B9-2948-FD6DA47448A5}"/>
                    </a:ext>
                  </a:extLst>
                </p:cNvPr>
                <p:cNvPicPr/>
                <p:nvPr/>
              </p:nvPicPr>
              <p:blipFill>
                <a:blip r:embed="rId12"/>
                <a:stretch>
                  <a:fillRect/>
                </a:stretch>
              </p:blipFill>
              <p:spPr>
                <a:xfrm>
                  <a:off x="1205209" y="4622719"/>
                  <a:ext cx="317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8" name="墨迹 47">
                  <a:extLst>
                    <a:ext uri="{FF2B5EF4-FFF2-40B4-BE49-F238E27FC236}">
                      <a16:creationId xmlns:a16="http://schemas.microsoft.com/office/drawing/2014/main" id="{E518EB86-F919-A908-7D3E-387F2B6553DA}"/>
                    </a:ext>
                  </a:extLst>
                </p14:cNvPr>
                <p14:cNvContentPartPr/>
                <p14:nvPr/>
              </p14:nvContentPartPr>
              <p14:xfrm>
                <a:off x="1101889" y="4796599"/>
                <a:ext cx="368280" cy="16200"/>
              </p14:xfrm>
            </p:contentPart>
          </mc:Choice>
          <mc:Fallback xmlns="">
            <p:pic>
              <p:nvPicPr>
                <p:cNvPr id="48" name="墨迹 47">
                  <a:extLst>
                    <a:ext uri="{FF2B5EF4-FFF2-40B4-BE49-F238E27FC236}">
                      <a16:creationId xmlns:a16="http://schemas.microsoft.com/office/drawing/2014/main" id="{E518EB86-F919-A908-7D3E-387F2B6553DA}"/>
                    </a:ext>
                  </a:extLst>
                </p:cNvPr>
                <p:cNvPicPr/>
                <p:nvPr/>
              </p:nvPicPr>
              <p:blipFill>
                <a:blip r:embed="rId14"/>
                <a:stretch>
                  <a:fillRect/>
                </a:stretch>
              </p:blipFill>
              <p:spPr>
                <a:xfrm>
                  <a:off x="1092889" y="4787599"/>
                  <a:ext cx="3859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0" name="墨迹 49">
                  <a:extLst>
                    <a:ext uri="{FF2B5EF4-FFF2-40B4-BE49-F238E27FC236}">
                      <a16:creationId xmlns:a16="http://schemas.microsoft.com/office/drawing/2014/main" id="{3B91CDBA-455F-5D6B-B92E-E223B6A8B4C3}"/>
                    </a:ext>
                  </a:extLst>
                </p14:cNvPr>
                <p14:cNvContentPartPr/>
                <p14:nvPr/>
              </p14:nvContentPartPr>
              <p14:xfrm>
                <a:off x="1168849" y="4946359"/>
                <a:ext cx="372960" cy="8280"/>
              </p14:xfrm>
            </p:contentPart>
          </mc:Choice>
          <mc:Fallback xmlns="">
            <p:pic>
              <p:nvPicPr>
                <p:cNvPr id="50" name="墨迹 49">
                  <a:extLst>
                    <a:ext uri="{FF2B5EF4-FFF2-40B4-BE49-F238E27FC236}">
                      <a16:creationId xmlns:a16="http://schemas.microsoft.com/office/drawing/2014/main" id="{3B91CDBA-455F-5D6B-B92E-E223B6A8B4C3}"/>
                    </a:ext>
                  </a:extLst>
                </p:cNvPr>
                <p:cNvPicPr/>
                <p:nvPr/>
              </p:nvPicPr>
              <p:blipFill>
                <a:blip r:embed="rId16"/>
                <a:stretch>
                  <a:fillRect/>
                </a:stretch>
              </p:blipFill>
              <p:spPr>
                <a:xfrm>
                  <a:off x="1160209" y="4937359"/>
                  <a:ext cx="390600" cy="25920"/>
                </a:xfrm>
                <a:prstGeom prst="rect">
                  <a:avLst/>
                </a:prstGeom>
              </p:spPr>
            </p:pic>
          </mc:Fallback>
        </mc:AlternateContent>
      </p:grpSp>
      <p:grpSp>
        <p:nvGrpSpPr>
          <p:cNvPr id="56" name="组合 55">
            <a:extLst>
              <a:ext uri="{FF2B5EF4-FFF2-40B4-BE49-F238E27FC236}">
                <a16:creationId xmlns:a16="http://schemas.microsoft.com/office/drawing/2014/main" id="{EDA1B7AA-B21E-B35C-C08C-0E5D3396AB52}"/>
              </a:ext>
            </a:extLst>
          </p:cNvPr>
          <p:cNvGrpSpPr/>
          <p:nvPr/>
        </p:nvGrpSpPr>
        <p:grpSpPr>
          <a:xfrm>
            <a:off x="1101889" y="2818039"/>
            <a:ext cx="313560" cy="273240"/>
            <a:chOff x="1101889" y="2818039"/>
            <a:chExt cx="313560" cy="273240"/>
          </a:xfrm>
        </p:grpSpPr>
        <mc:AlternateContent xmlns:mc="http://schemas.openxmlformats.org/markup-compatibility/2006" xmlns:p14="http://schemas.microsoft.com/office/powerpoint/2010/main">
          <mc:Choice Requires="p14">
            <p:contentPart p14:bwMode="auto" r:id="rId17">
              <p14:nvContentPartPr>
                <p14:cNvPr id="52" name="墨迹 51">
                  <a:extLst>
                    <a:ext uri="{FF2B5EF4-FFF2-40B4-BE49-F238E27FC236}">
                      <a16:creationId xmlns:a16="http://schemas.microsoft.com/office/drawing/2014/main" id="{DD3D6F22-7D3F-9B15-B4FD-A880970E5900}"/>
                    </a:ext>
                  </a:extLst>
                </p14:cNvPr>
                <p14:cNvContentPartPr/>
                <p14:nvPr/>
              </p14:nvContentPartPr>
              <p14:xfrm>
                <a:off x="1123849" y="2863039"/>
                <a:ext cx="247680" cy="360"/>
              </p14:xfrm>
            </p:contentPart>
          </mc:Choice>
          <mc:Fallback xmlns="">
            <p:pic>
              <p:nvPicPr>
                <p:cNvPr id="52" name="墨迹 51">
                  <a:extLst>
                    <a:ext uri="{FF2B5EF4-FFF2-40B4-BE49-F238E27FC236}">
                      <a16:creationId xmlns:a16="http://schemas.microsoft.com/office/drawing/2014/main" id="{DD3D6F22-7D3F-9B15-B4FD-A880970E5900}"/>
                    </a:ext>
                  </a:extLst>
                </p:cNvPr>
                <p:cNvPicPr/>
                <p:nvPr/>
              </p:nvPicPr>
              <p:blipFill>
                <a:blip r:embed="rId18"/>
                <a:stretch>
                  <a:fillRect/>
                </a:stretch>
              </p:blipFill>
              <p:spPr>
                <a:xfrm>
                  <a:off x="1115209" y="2854399"/>
                  <a:ext cx="265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3" name="墨迹 52">
                  <a:extLst>
                    <a:ext uri="{FF2B5EF4-FFF2-40B4-BE49-F238E27FC236}">
                      <a16:creationId xmlns:a16="http://schemas.microsoft.com/office/drawing/2014/main" id="{6E728CC9-5B04-CAE0-CCDF-99D2ABFD92FA}"/>
                    </a:ext>
                  </a:extLst>
                </p14:cNvPr>
                <p14:cNvContentPartPr/>
                <p14:nvPr/>
              </p14:nvContentPartPr>
              <p14:xfrm>
                <a:off x="1363609" y="2818039"/>
                <a:ext cx="51840" cy="111600"/>
              </p14:xfrm>
            </p:contentPart>
          </mc:Choice>
          <mc:Fallback xmlns="">
            <p:pic>
              <p:nvPicPr>
                <p:cNvPr id="53" name="墨迹 52">
                  <a:extLst>
                    <a:ext uri="{FF2B5EF4-FFF2-40B4-BE49-F238E27FC236}">
                      <a16:creationId xmlns:a16="http://schemas.microsoft.com/office/drawing/2014/main" id="{6E728CC9-5B04-CAE0-CCDF-99D2ABFD92FA}"/>
                    </a:ext>
                  </a:extLst>
                </p:cNvPr>
                <p:cNvPicPr/>
                <p:nvPr/>
              </p:nvPicPr>
              <p:blipFill>
                <a:blip r:embed="rId20"/>
                <a:stretch>
                  <a:fillRect/>
                </a:stretch>
              </p:blipFill>
              <p:spPr>
                <a:xfrm>
                  <a:off x="1354609" y="2809039"/>
                  <a:ext cx="694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4" name="墨迹 53">
                  <a:extLst>
                    <a:ext uri="{FF2B5EF4-FFF2-40B4-BE49-F238E27FC236}">
                      <a16:creationId xmlns:a16="http://schemas.microsoft.com/office/drawing/2014/main" id="{ACFA4CDC-1A45-2E1E-D07D-B46AA089D6E0}"/>
                    </a:ext>
                  </a:extLst>
                </p14:cNvPr>
                <p14:cNvContentPartPr/>
                <p14:nvPr/>
              </p14:nvContentPartPr>
              <p14:xfrm>
                <a:off x="1101889" y="3042679"/>
                <a:ext cx="180000" cy="360"/>
              </p14:xfrm>
            </p:contentPart>
          </mc:Choice>
          <mc:Fallback xmlns="">
            <p:pic>
              <p:nvPicPr>
                <p:cNvPr id="54" name="墨迹 53">
                  <a:extLst>
                    <a:ext uri="{FF2B5EF4-FFF2-40B4-BE49-F238E27FC236}">
                      <a16:creationId xmlns:a16="http://schemas.microsoft.com/office/drawing/2014/main" id="{ACFA4CDC-1A45-2E1E-D07D-B46AA089D6E0}"/>
                    </a:ext>
                  </a:extLst>
                </p:cNvPr>
                <p:cNvPicPr/>
                <p:nvPr/>
              </p:nvPicPr>
              <p:blipFill>
                <a:blip r:embed="rId22"/>
                <a:stretch>
                  <a:fillRect/>
                </a:stretch>
              </p:blipFill>
              <p:spPr>
                <a:xfrm>
                  <a:off x="1092889" y="3034039"/>
                  <a:ext cx="1976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5" name="墨迹 54">
                  <a:extLst>
                    <a:ext uri="{FF2B5EF4-FFF2-40B4-BE49-F238E27FC236}">
                      <a16:creationId xmlns:a16="http://schemas.microsoft.com/office/drawing/2014/main" id="{6D648F33-0EB7-4528-D0FC-CB07106CB46E}"/>
                    </a:ext>
                  </a:extLst>
                </p14:cNvPr>
                <p14:cNvContentPartPr/>
                <p14:nvPr/>
              </p14:nvContentPartPr>
              <p14:xfrm>
                <a:off x="1282969" y="2997679"/>
                <a:ext cx="58680" cy="93600"/>
              </p14:xfrm>
            </p:contentPart>
          </mc:Choice>
          <mc:Fallback xmlns="">
            <p:pic>
              <p:nvPicPr>
                <p:cNvPr id="55" name="墨迹 54">
                  <a:extLst>
                    <a:ext uri="{FF2B5EF4-FFF2-40B4-BE49-F238E27FC236}">
                      <a16:creationId xmlns:a16="http://schemas.microsoft.com/office/drawing/2014/main" id="{6D648F33-0EB7-4528-D0FC-CB07106CB46E}"/>
                    </a:ext>
                  </a:extLst>
                </p:cNvPr>
                <p:cNvPicPr/>
                <p:nvPr/>
              </p:nvPicPr>
              <p:blipFill>
                <a:blip r:embed="rId24"/>
                <a:stretch>
                  <a:fillRect/>
                </a:stretch>
              </p:blipFill>
              <p:spPr>
                <a:xfrm>
                  <a:off x="1274329" y="2989039"/>
                  <a:ext cx="76320" cy="111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
            <p14:nvContentPartPr>
              <p14:cNvPr id="57" name="墨迹 56">
                <a:extLst>
                  <a:ext uri="{FF2B5EF4-FFF2-40B4-BE49-F238E27FC236}">
                    <a16:creationId xmlns:a16="http://schemas.microsoft.com/office/drawing/2014/main" id="{205D8368-442C-C7DB-C536-4742B030BF49}"/>
                  </a:ext>
                </a:extLst>
              </p14:cNvPr>
              <p14:cNvContentPartPr/>
              <p14:nvPr/>
            </p14:nvContentPartPr>
            <p14:xfrm>
              <a:off x="2180449" y="1474879"/>
              <a:ext cx="893880" cy="497880"/>
            </p14:xfrm>
          </p:contentPart>
        </mc:Choice>
        <mc:Fallback xmlns="">
          <p:pic>
            <p:nvPicPr>
              <p:cNvPr id="57" name="墨迹 56">
                <a:extLst>
                  <a:ext uri="{FF2B5EF4-FFF2-40B4-BE49-F238E27FC236}">
                    <a16:creationId xmlns:a16="http://schemas.microsoft.com/office/drawing/2014/main" id="{205D8368-442C-C7DB-C536-4742B030BF49}"/>
                  </a:ext>
                </a:extLst>
              </p:cNvPr>
              <p:cNvPicPr/>
              <p:nvPr/>
            </p:nvPicPr>
            <p:blipFill>
              <a:blip r:embed="rId26"/>
              <a:stretch>
                <a:fillRect/>
              </a:stretch>
            </p:blipFill>
            <p:spPr>
              <a:xfrm>
                <a:off x="2171809" y="1465879"/>
                <a:ext cx="911520" cy="5155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65" name="墨迹 64">
                <a:extLst>
                  <a:ext uri="{FF2B5EF4-FFF2-40B4-BE49-F238E27FC236}">
                    <a16:creationId xmlns:a16="http://schemas.microsoft.com/office/drawing/2014/main" id="{40418D71-6B76-C59B-32D9-707B365F9D08}"/>
                  </a:ext>
                </a:extLst>
              </p14:cNvPr>
              <p14:cNvContentPartPr/>
              <p14:nvPr/>
            </p14:nvContentPartPr>
            <p14:xfrm>
              <a:off x="2832769" y="6048319"/>
              <a:ext cx="1027800" cy="68400"/>
            </p14:xfrm>
          </p:contentPart>
        </mc:Choice>
        <mc:Fallback xmlns="">
          <p:pic>
            <p:nvPicPr>
              <p:cNvPr id="65" name="墨迹 64">
                <a:extLst>
                  <a:ext uri="{FF2B5EF4-FFF2-40B4-BE49-F238E27FC236}">
                    <a16:creationId xmlns:a16="http://schemas.microsoft.com/office/drawing/2014/main" id="{40418D71-6B76-C59B-32D9-707B365F9D08}"/>
                  </a:ext>
                </a:extLst>
              </p:cNvPr>
              <p:cNvPicPr/>
              <p:nvPr/>
            </p:nvPicPr>
            <p:blipFill>
              <a:blip r:embed="rId28"/>
              <a:stretch>
                <a:fillRect/>
              </a:stretch>
            </p:blipFill>
            <p:spPr>
              <a:xfrm>
                <a:off x="2824129" y="6039679"/>
                <a:ext cx="104544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71" name="墨迹 70">
                <a:extLst>
                  <a:ext uri="{FF2B5EF4-FFF2-40B4-BE49-F238E27FC236}">
                    <a16:creationId xmlns:a16="http://schemas.microsoft.com/office/drawing/2014/main" id="{E01BD704-CABF-8F3C-6AFD-9E08D34E5F63}"/>
                  </a:ext>
                </a:extLst>
              </p14:cNvPr>
              <p14:cNvContentPartPr/>
              <p14:nvPr/>
            </p14:nvContentPartPr>
            <p14:xfrm>
              <a:off x="4396969" y="4233199"/>
              <a:ext cx="1374480" cy="474840"/>
            </p14:xfrm>
          </p:contentPart>
        </mc:Choice>
        <mc:Fallback xmlns="">
          <p:pic>
            <p:nvPicPr>
              <p:cNvPr id="71" name="墨迹 70">
                <a:extLst>
                  <a:ext uri="{FF2B5EF4-FFF2-40B4-BE49-F238E27FC236}">
                    <a16:creationId xmlns:a16="http://schemas.microsoft.com/office/drawing/2014/main" id="{E01BD704-CABF-8F3C-6AFD-9E08D34E5F63}"/>
                  </a:ext>
                </a:extLst>
              </p:cNvPr>
              <p:cNvPicPr/>
              <p:nvPr/>
            </p:nvPicPr>
            <p:blipFill>
              <a:blip r:embed="rId30"/>
              <a:stretch>
                <a:fillRect/>
              </a:stretch>
            </p:blipFill>
            <p:spPr>
              <a:xfrm>
                <a:off x="4387969" y="4224199"/>
                <a:ext cx="1392120" cy="492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72" name="墨迹 71">
                <a:extLst>
                  <a:ext uri="{FF2B5EF4-FFF2-40B4-BE49-F238E27FC236}">
                    <a16:creationId xmlns:a16="http://schemas.microsoft.com/office/drawing/2014/main" id="{D05F5751-15CC-6DBE-66D9-441F03DB8125}"/>
                  </a:ext>
                </a:extLst>
              </p14:cNvPr>
              <p14:cNvContentPartPr/>
              <p14:nvPr/>
            </p14:nvContentPartPr>
            <p14:xfrm>
              <a:off x="6767929" y="5133919"/>
              <a:ext cx="3546720" cy="22680"/>
            </p14:xfrm>
          </p:contentPart>
        </mc:Choice>
        <mc:Fallback xmlns="">
          <p:pic>
            <p:nvPicPr>
              <p:cNvPr id="72" name="墨迹 71">
                <a:extLst>
                  <a:ext uri="{FF2B5EF4-FFF2-40B4-BE49-F238E27FC236}">
                    <a16:creationId xmlns:a16="http://schemas.microsoft.com/office/drawing/2014/main" id="{D05F5751-15CC-6DBE-66D9-441F03DB8125}"/>
                  </a:ext>
                </a:extLst>
              </p:cNvPr>
              <p:cNvPicPr/>
              <p:nvPr/>
            </p:nvPicPr>
            <p:blipFill>
              <a:blip r:embed="rId32"/>
              <a:stretch>
                <a:fillRect/>
              </a:stretch>
            </p:blipFill>
            <p:spPr>
              <a:xfrm>
                <a:off x="6758929" y="5125279"/>
                <a:ext cx="3564360" cy="40320"/>
              </a:xfrm>
              <a:prstGeom prst="rect">
                <a:avLst/>
              </a:prstGeom>
            </p:spPr>
          </p:pic>
        </mc:Fallback>
      </mc:AlternateContent>
      <p:grpSp>
        <p:nvGrpSpPr>
          <p:cNvPr id="76" name="组合 75">
            <a:extLst>
              <a:ext uri="{FF2B5EF4-FFF2-40B4-BE49-F238E27FC236}">
                <a16:creationId xmlns:a16="http://schemas.microsoft.com/office/drawing/2014/main" id="{5ED48FE3-C2E9-F7AE-63B3-BA45EF57F325}"/>
              </a:ext>
            </a:extLst>
          </p:cNvPr>
          <p:cNvGrpSpPr/>
          <p:nvPr/>
        </p:nvGrpSpPr>
        <p:grpSpPr>
          <a:xfrm>
            <a:off x="5237209" y="4318519"/>
            <a:ext cx="1010160" cy="908280"/>
            <a:chOff x="5237209" y="4318519"/>
            <a:chExt cx="1010160" cy="908280"/>
          </a:xfrm>
        </p:grpSpPr>
        <mc:AlternateContent xmlns:mc="http://schemas.openxmlformats.org/markup-compatibility/2006" xmlns:p14="http://schemas.microsoft.com/office/powerpoint/2010/main">
          <mc:Choice Requires="p14">
            <p:contentPart p14:bwMode="auto" r:id="rId33">
              <p14:nvContentPartPr>
                <p14:cNvPr id="30" name="墨迹 29">
                  <a:extLst>
                    <a:ext uri="{FF2B5EF4-FFF2-40B4-BE49-F238E27FC236}">
                      <a16:creationId xmlns:a16="http://schemas.microsoft.com/office/drawing/2014/main" id="{117FF351-6356-7713-A818-832710C1D9B9}"/>
                    </a:ext>
                  </a:extLst>
                </p14:cNvPr>
                <p14:cNvContentPartPr/>
                <p14:nvPr/>
              </p14:nvContentPartPr>
              <p14:xfrm>
                <a:off x="5237209" y="4983439"/>
                <a:ext cx="354240" cy="108720"/>
              </p14:xfrm>
            </p:contentPart>
          </mc:Choice>
          <mc:Fallback xmlns="">
            <p:pic>
              <p:nvPicPr>
                <p:cNvPr id="30" name="墨迹 29">
                  <a:extLst>
                    <a:ext uri="{FF2B5EF4-FFF2-40B4-BE49-F238E27FC236}">
                      <a16:creationId xmlns:a16="http://schemas.microsoft.com/office/drawing/2014/main" id="{117FF351-6356-7713-A818-832710C1D9B9}"/>
                    </a:ext>
                  </a:extLst>
                </p:cNvPr>
                <p:cNvPicPr/>
                <p:nvPr/>
              </p:nvPicPr>
              <p:blipFill>
                <a:blip r:embed="rId34"/>
                <a:stretch>
                  <a:fillRect/>
                </a:stretch>
              </p:blipFill>
              <p:spPr>
                <a:xfrm>
                  <a:off x="5228569" y="4974439"/>
                  <a:ext cx="37188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1" name="墨迹 30">
                  <a:extLst>
                    <a:ext uri="{FF2B5EF4-FFF2-40B4-BE49-F238E27FC236}">
                      <a16:creationId xmlns:a16="http://schemas.microsoft.com/office/drawing/2014/main" id="{411533DC-4CF7-59DA-D212-A36B2F4C8545}"/>
                    </a:ext>
                  </a:extLst>
                </p14:cNvPr>
                <p14:cNvContentPartPr/>
                <p14:nvPr/>
              </p14:nvContentPartPr>
              <p14:xfrm>
                <a:off x="5391289" y="5021599"/>
                <a:ext cx="214920" cy="106920"/>
              </p14:xfrm>
            </p:contentPart>
          </mc:Choice>
          <mc:Fallback xmlns="">
            <p:pic>
              <p:nvPicPr>
                <p:cNvPr id="31" name="墨迹 30">
                  <a:extLst>
                    <a:ext uri="{FF2B5EF4-FFF2-40B4-BE49-F238E27FC236}">
                      <a16:creationId xmlns:a16="http://schemas.microsoft.com/office/drawing/2014/main" id="{411533DC-4CF7-59DA-D212-A36B2F4C8545}"/>
                    </a:ext>
                  </a:extLst>
                </p:cNvPr>
                <p:cNvPicPr/>
                <p:nvPr/>
              </p:nvPicPr>
              <p:blipFill>
                <a:blip r:embed="rId36"/>
                <a:stretch>
                  <a:fillRect/>
                </a:stretch>
              </p:blipFill>
              <p:spPr>
                <a:xfrm>
                  <a:off x="5382649" y="5012959"/>
                  <a:ext cx="2325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2" name="墨迹 31">
                  <a:extLst>
                    <a:ext uri="{FF2B5EF4-FFF2-40B4-BE49-F238E27FC236}">
                      <a16:creationId xmlns:a16="http://schemas.microsoft.com/office/drawing/2014/main" id="{3964C214-1AAA-9205-00B8-D68441038846}"/>
                    </a:ext>
                  </a:extLst>
                </p14:cNvPr>
                <p14:cNvContentPartPr/>
                <p14:nvPr/>
              </p14:nvContentPartPr>
              <p14:xfrm>
                <a:off x="5661649" y="4999279"/>
                <a:ext cx="5040" cy="162000"/>
              </p14:xfrm>
            </p:contentPart>
          </mc:Choice>
          <mc:Fallback xmlns="">
            <p:pic>
              <p:nvPicPr>
                <p:cNvPr id="32" name="墨迹 31">
                  <a:extLst>
                    <a:ext uri="{FF2B5EF4-FFF2-40B4-BE49-F238E27FC236}">
                      <a16:creationId xmlns:a16="http://schemas.microsoft.com/office/drawing/2014/main" id="{3964C214-1AAA-9205-00B8-D68441038846}"/>
                    </a:ext>
                  </a:extLst>
                </p:cNvPr>
                <p:cNvPicPr/>
                <p:nvPr/>
              </p:nvPicPr>
              <p:blipFill>
                <a:blip r:embed="rId38"/>
                <a:stretch>
                  <a:fillRect/>
                </a:stretch>
              </p:blipFill>
              <p:spPr>
                <a:xfrm>
                  <a:off x="5653009" y="4990279"/>
                  <a:ext cx="2268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7" name="墨迹 36">
                  <a:extLst>
                    <a:ext uri="{FF2B5EF4-FFF2-40B4-BE49-F238E27FC236}">
                      <a16:creationId xmlns:a16="http://schemas.microsoft.com/office/drawing/2014/main" id="{ED920924-C1BA-B13B-FB16-2B789025CFD8}"/>
                    </a:ext>
                  </a:extLst>
                </p14:cNvPr>
                <p14:cNvContentPartPr/>
                <p14:nvPr/>
              </p14:nvContentPartPr>
              <p14:xfrm>
                <a:off x="5696209" y="5096479"/>
                <a:ext cx="80640" cy="14040"/>
              </p14:xfrm>
            </p:contentPart>
          </mc:Choice>
          <mc:Fallback xmlns="">
            <p:pic>
              <p:nvPicPr>
                <p:cNvPr id="37" name="墨迹 36">
                  <a:extLst>
                    <a:ext uri="{FF2B5EF4-FFF2-40B4-BE49-F238E27FC236}">
                      <a16:creationId xmlns:a16="http://schemas.microsoft.com/office/drawing/2014/main" id="{ED920924-C1BA-B13B-FB16-2B789025CFD8}"/>
                    </a:ext>
                  </a:extLst>
                </p:cNvPr>
                <p:cNvPicPr/>
                <p:nvPr/>
              </p:nvPicPr>
              <p:blipFill>
                <a:blip r:embed="rId40"/>
                <a:stretch>
                  <a:fillRect/>
                </a:stretch>
              </p:blipFill>
              <p:spPr>
                <a:xfrm>
                  <a:off x="5687209" y="5087839"/>
                  <a:ext cx="982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9" name="墨迹 38">
                  <a:extLst>
                    <a:ext uri="{FF2B5EF4-FFF2-40B4-BE49-F238E27FC236}">
                      <a16:creationId xmlns:a16="http://schemas.microsoft.com/office/drawing/2014/main" id="{E0B8CCF8-951F-D358-5BA4-61B983F905D1}"/>
                    </a:ext>
                  </a:extLst>
                </p14:cNvPr>
                <p14:cNvContentPartPr/>
                <p14:nvPr/>
              </p14:nvContentPartPr>
              <p14:xfrm>
                <a:off x="5789089" y="5006479"/>
                <a:ext cx="19800" cy="220320"/>
              </p14:xfrm>
            </p:contentPart>
          </mc:Choice>
          <mc:Fallback xmlns="">
            <p:pic>
              <p:nvPicPr>
                <p:cNvPr id="39" name="墨迹 38">
                  <a:extLst>
                    <a:ext uri="{FF2B5EF4-FFF2-40B4-BE49-F238E27FC236}">
                      <a16:creationId xmlns:a16="http://schemas.microsoft.com/office/drawing/2014/main" id="{E0B8CCF8-951F-D358-5BA4-61B983F905D1}"/>
                    </a:ext>
                  </a:extLst>
                </p:cNvPr>
                <p:cNvPicPr/>
                <p:nvPr/>
              </p:nvPicPr>
              <p:blipFill>
                <a:blip r:embed="rId42"/>
                <a:stretch>
                  <a:fillRect/>
                </a:stretch>
              </p:blipFill>
              <p:spPr>
                <a:xfrm>
                  <a:off x="5780449" y="4997479"/>
                  <a:ext cx="3744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3" name="墨迹 72">
                  <a:extLst>
                    <a:ext uri="{FF2B5EF4-FFF2-40B4-BE49-F238E27FC236}">
                      <a16:creationId xmlns:a16="http://schemas.microsoft.com/office/drawing/2014/main" id="{99A12F65-7D12-BE62-1D2D-B9AD2296F94D}"/>
                    </a:ext>
                  </a:extLst>
                </p14:cNvPr>
                <p14:cNvContentPartPr/>
                <p14:nvPr/>
              </p14:nvContentPartPr>
              <p14:xfrm>
                <a:off x="5718529" y="4318519"/>
                <a:ext cx="528840" cy="163800"/>
              </p14:xfrm>
            </p:contentPart>
          </mc:Choice>
          <mc:Fallback xmlns="">
            <p:pic>
              <p:nvPicPr>
                <p:cNvPr id="73" name="墨迹 72">
                  <a:extLst>
                    <a:ext uri="{FF2B5EF4-FFF2-40B4-BE49-F238E27FC236}">
                      <a16:creationId xmlns:a16="http://schemas.microsoft.com/office/drawing/2014/main" id="{99A12F65-7D12-BE62-1D2D-B9AD2296F94D}"/>
                    </a:ext>
                  </a:extLst>
                </p:cNvPr>
                <p:cNvPicPr/>
                <p:nvPr/>
              </p:nvPicPr>
              <p:blipFill>
                <a:blip r:embed="rId44"/>
                <a:stretch>
                  <a:fillRect/>
                </a:stretch>
              </p:blipFill>
              <p:spPr>
                <a:xfrm>
                  <a:off x="5709889" y="4309519"/>
                  <a:ext cx="5464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4" name="墨迹 73">
                  <a:extLst>
                    <a:ext uri="{FF2B5EF4-FFF2-40B4-BE49-F238E27FC236}">
                      <a16:creationId xmlns:a16="http://schemas.microsoft.com/office/drawing/2014/main" id="{E2AEA85B-6DC8-BCEB-8169-AC1FDE50790B}"/>
                    </a:ext>
                  </a:extLst>
                </p14:cNvPr>
                <p14:cNvContentPartPr/>
                <p14:nvPr/>
              </p14:nvContentPartPr>
              <p14:xfrm>
                <a:off x="5778649" y="4481959"/>
                <a:ext cx="373680" cy="174240"/>
              </p14:xfrm>
            </p:contentPart>
          </mc:Choice>
          <mc:Fallback xmlns="">
            <p:pic>
              <p:nvPicPr>
                <p:cNvPr id="74" name="墨迹 73">
                  <a:extLst>
                    <a:ext uri="{FF2B5EF4-FFF2-40B4-BE49-F238E27FC236}">
                      <a16:creationId xmlns:a16="http://schemas.microsoft.com/office/drawing/2014/main" id="{E2AEA85B-6DC8-BCEB-8169-AC1FDE50790B}"/>
                    </a:ext>
                  </a:extLst>
                </p:cNvPr>
                <p:cNvPicPr/>
                <p:nvPr/>
              </p:nvPicPr>
              <p:blipFill>
                <a:blip r:embed="rId46"/>
                <a:stretch>
                  <a:fillRect/>
                </a:stretch>
              </p:blipFill>
              <p:spPr>
                <a:xfrm>
                  <a:off x="5769649" y="4473319"/>
                  <a:ext cx="3913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5" name="墨迹 74">
                  <a:extLst>
                    <a:ext uri="{FF2B5EF4-FFF2-40B4-BE49-F238E27FC236}">
                      <a16:creationId xmlns:a16="http://schemas.microsoft.com/office/drawing/2014/main" id="{DF0CCE5B-2E42-8DD8-C116-05C5FA0F73B6}"/>
                    </a:ext>
                  </a:extLst>
                </p14:cNvPr>
                <p14:cNvContentPartPr/>
                <p14:nvPr/>
              </p14:nvContentPartPr>
              <p14:xfrm>
                <a:off x="5786209" y="4601839"/>
                <a:ext cx="443520" cy="384480"/>
              </p14:xfrm>
            </p:contentPart>
          </mc:Choice>
          <mc:Fallback xmlns="">
            <p:pic>
              <p:nvPicPr>
                <p:cNvPr id="75" name="墨迹 74">
                  <a:extLst>
                    <a:ext uri="{FF2B5EF4-FFF2-40B4-BE49-F238E27FC236}">
                      <a16:creationId xmlns:a16="http://schemas.microsoft.com/office/drawing/2014/main" id="{DF0CCE5B-2E42-8DD8-C116-05C5FA0F73B6}"/>
                    </a:ext>
                  </a:extLst>
                </p:cNvPr>
                <p:cNvPicPr/>
                <p:nvPr/>
              </p:nvPicPr>
              <p:blipFill>
                <a:blip r:embed="rId48"/>
                <a:stretch>
                  <a:fillRect/>
                </a:stretch>
              </p:blipFill>
              <p:spPr>
                <a:xfrm>
                  <a:off x="5777209" y="4593199"/>
                  <a:ext cx="461160" cy="40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9">
            <p14:nvContentPartPr>
              <p14:cNvPr id="77" name="墨迹 76">
                <a:extLst>
                  <a:ext uri="{FF2B5EF4-FFF2-40B4-BE49-F238E27FC236}">
                    <a16:creationId xmlns:a16="http://schemas.microsoft.com/office/drawing/2014/main" id="{7ADA2671-D3CA-3278-6044-6B634CA880B2}"/>
                  </a:ext>
                </a:extLst>
              </p14:cNvPr>
              <p14:cNvContentPartPr/>
              <p14:nvPr/>
            </p14:nvContentPartPr>
            <p14:xfrm>
              <a:off x="2884969" y="2068519"/>
              <a:ext cx="3091320" cy="2242800"/>
            </p14:xfrm>
          </p:contentPart>
        </mc:Choice>
        <mc:Fallback xmlns="">
          <p:pic>
            <p:nvPicPr>
              <p:cNvPr id="77" name="墨迹 76">
                <a:extLst>
                  <a:ext uri="{FF2B5EF4-FFF2-40B4-BE49-F238E27FC236}">
                    <a16:creationId xmlns:a16="http://schemas.microsoft.com/office/drawing/2014/main" id="{7ADA2671-D3CA-3278-6044-6B634CA880B2}"/>
                  </a:ext>
                </a:extLst>
              </p:cNvPr>
              <p:cNvPicPr/>
              <p:nvPr/>
            </p:nvPicPr>
            <p:blipFill>
              <a:blip r:embed="rId50"/>
              <a:stretch>
                <a:fillRect/>
              </a:stretch>
            </p:blipFill>
            <p:spPr>
              <a:xfrm>
                <a:off x="2875969" y="2059519"/>
                <a:ext cx="3108960" cy="2260440"/>
              </a:xfrm>
              <a:prstGeom prst="rect">
                <a:avLst/>
              </a:prstGeom>
            </p:spPr>
          </p:pic>
        </mc:Fallback>
      </mc:AlternateContent>
    </p:spTree>
    <p:extLst>
      <p:ext uri="{BB962C8B-B14F-4D97-AF65-F5344CB8AC3E}">
        <p14:creationId xmlns:p14="http://schemas.microsoft.com/office/powerpoint/2010/main" val="444687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18118F-BC9F-473B-8AAC-ADF46C18F2B1}"/>
              </a:ext>
            </a:extLst>
          </p:cNvPr>
          <p:cNvSpPr>
            <a:spLocks noGrp="1"/>
          </p:cNvSpPr>
          <p:nvPr>
            <p:ph type="title"/>
          </p:nvPr>
        </p:nvSpPr>
        <p:spPr bwMode="gray"/>
        <p:txBody>
          <a:bodyPr/>
          <a:lstStyle/>
          <a:p>
            <a:r>
              <a:rPr lang="en-US" altLang="zh-CN"/>
              <a:t>NCE</a:t>
            </a:r>
            <a:r>
              <a:rPr lang="zh-CN" altLang="en-US"/>
              <a:t>业务开放可编程原理</a:t>
            </a:r>
            <a:endParaRPr lang="zh-CN" altLang="en-US" dirty="0"/>
          </a:p>
        </p:txBody>
      </p:sp>
      <p:sp>
        <p:nvSpPr>
          <p:cNvPr id="39" name="文本占位符 38"/>
          <p:cNvSpPr>
            <a:spLocks noGrp="1"/>
          </p:cNvSpPr>
          <p:nvPr>
            <p:ph type="body" sz="quarter" idx="10"/>
          </p:nvPr>
        </p:nvSpPr>
        <p:spPr bwMode="gray"/>
        <p:txBody>
          <a:bodyPr/>
          <a:lstStyle/>
          <a:p>
            <a:r>
              <a:rPr lang="en-US" altLang="zh-CN" sz="1600" dirty="0"/>
              <a:t>NCE</a:t>
            </a:r>
            <a:r>
              <a:rPr lang="zh-CN" altLang="en-US" sz="1600" dirty="0"/>
              <a:t>业务开放可编程由</a:t>
            </a:r>
            <a:r>
              <a:rPr lang="zh-CN" altLang="en-US" sz="1600" dirty="0">
                <a:highlight>
                  <a:srgbClr val="FFFF00"/>
                </a:highlight>
              </a:rPr>
              <a:t>设计态</a:t>
            </a:r>
            <a:r>
              <a:rPr lang="zh-CN" altLang="en-US" sz="1600" dirty="0"/>
              <a:t>和</a:t>
            </a:r>
            <a:r>
              <a:rPr lang="zh-CN" altLang="en-US" sz="1600" dirty="0">
                <a:highlight>
                  <a:srgbClr val="FFFF00"/>
                </a:highlight>
              </a:rPr>
              <a:t>运行态</a:t>
            </a:r>
            <a:r>
              <a:rPr lang="zh-CN" altLang="en-US" sz="1600" dirty="0"/>
              <a:t>两部分组成。设计态定位于业务逻辑的设计和开发，运行态则是基于设计态定义的模型自动生成业务</a:t>
            </a:r>
            <a:r>
              <a:rPr lang="en-US" altLang="zh-CN" sz="1600" dirty="0"/>
              <a:t>/</a:t>
            </a:r>
            <a:r>
              <a:rPr lang="zh-CN" altLang="en-US" sz="1600" dirty="0"/>
              <a:t>设备管理界面、北向接口，用户可以通过界面和北向接口完成设备配置和业务下发。</a:t>
            </a:r>
          </a:p>
          <a:p>
            <a:endParaRPr lang="zh-CN" altLang="en-US" sz="1600" dirty="0"/>
          </a:p>
        </p:txBody>
      </p:sp>
      <p:sp>
        <p:nvSpPr>
          <p:cNvPr id="3" name="文本占位符 110">
            <a:extLst>
              <a:ext uri="{FF2B5EF4-FFF2-40B4-BE49-F238E27FC236}">
                <a16:creationId xmlns:a16="http://schemas.microsoft.com/office/drawing/2014/main" id="{86C7FC60-B5FB-474B-9442-E865B47B9FB4}"/>
              </a:ext>
            </a:extLst>
          </p:cNvPr>
          <p:cNvSpPr txBox="1">
            <a:spLocks/>
          </p:cNvSpPr>
          <p:nvPr/>
        </p:nvSpPr>
        <p:spPr bwMode="gray">
          <a:xfrm>
            <a:off x="468317" y="1233488"/>
            <a:ext cx="11723683" cy="1010438"/>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dirty="0">
              <a:solidFill>
                <a:prstClr val="black">
                  <a:lumMod val="95000"/>
                  <a:lumOff val="5000"/>
                </a:prstClr>
              </a:solidFill>
            </a:endParaRPr>
          </a:p>
        </p:txBody>
      </p:sp>
      <p:sp>
        <p:nvSpPr>
          <p:cNvPr id="306" name="矩形 305">
            <a:extLst>
              <a:ext uri="{FF2B5EF4-FFF2-40B4-BE49-F238E27FC236}">
                <a16:creationId xmlns:a16="http://schemas.microsoft.com/office/drawing/2014/main" id="{4D3F73AF-2136-4CD9-9B34-03EEF534C3B4}"/>
              </a:ext>
            </a:extLst>
          </p:cNvPr>
          <p:cNvSpPr/>
          <p:nvPr/>
        </p:nvSpPr>
        <p:spPr bwMode="gray">
          <a:xfrm>
            <a:off x="926592" y="2154353"/>
            <a:ext cx="3012585" cy="587563"/>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endParaRPr lang="zh-CN" altLang="en-US" sz="1400">
              <a:solidFill>
                <a:srgbClr val="F3FBFE"/>
              </a:solidFill>
              <a:cs typeface="Arial" charset="0"/>
            </a:endParaRPr>
          </a:p>
        </p:txBody>
      </p:sp>
      <p:sp>
        <p:nvSpPr>
          <p:cNvPr id="307" name="文本框 306">
            <a:extLst>
              <a:ext uri="{FF2B5EF4-FFF2-40B4-BE49-F238E27FC236}">
                <a16:creationId xmlns:a16="http://schemas.microsoft.com/office/drawing/2014/main" id="{A42F27BB-7AA2-413E-94A5-F27A4EFD7238}"/>
              </a:ext>
            </a:extLst>
          </p:cNvPr>
          <p:cNvSpPr txBox="1"/>
          <p:nvPr/>
        </p:nvSpPr>
        <p:spPr bwMode="gray">
          <a:xfrm>
            <a:off x="1679331" y="2293854"/>
            <a:ext cx="1861070"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prstClr val="white"/>
                </a:solidFill>
                <a:effectLst/>
                <a:uLnTx/>
                <a:uFillTx/>
              </a:rPr>
              <a:t>业务</a:t>
            </a:r>
            <a:r>
              <a:rPr kumimoji="0" lang="en-US" altLang="zh-CN" sz="1600" b="1" i="0" u="none" strike="noStrike" kern="0" cap="none" spc="0" normalizeH="0" baseline="0" noProof="0">
                <a:ln>
                  <a:noFill/>
                </a:ln>
                <a:solidFill>
                  <a:prstClr val="white"/>
                </a:solidFill>
                <a:effectLst/>
                <a:uLnTx/>
                <a:uFillTx/>
              </a:rPr>
              <a:t>YANG</a:t>
            </a:r>
            <a:r>
              <a:rPr kumimoji="0" lang="zh-CN" altLang="en-US" sz="1600" b="1" i="0" u="none" strike="noStrike" kern="0" cap="none" spc="0" normalizeH="0" baseline="0" noProof="0" dirty="0">
                <a:ln>
                  <a:noFill/>
                </a:ln>
                <a:solidFill>
                  <a:prstClr val="white"/>
                </a:solidFill>
                <a:effectLst/>
                <a:uLnTx/>
                <a:uFillTx/>
              </a:rPr>
              <a:t>模型</a:t>
            </a:r>
          </a:p>
        </p:txBody>
      </p:sp>
      <p:sp>
        <p:nvSpPr>
          <p:cNvPr id="308" name="矩形 307">
            <a:extLst>
              <a:ext uri="{FF2B5EF4-FFF2-40B4-BE49-F238E27FC236}">
                <a16:creationId xmlns:a16="http://schemas.microsoft.com/office/drawing/2014/main" id="{A418933E-8150-4221-877A-EFF2D345AADC}"/>
              </a:ext>
            </a:extLst>
          </p:cNvPr>
          <p:cNvSpPr/>
          <p:nvPr/>
        </p:nvSpPr>
        <p:spPr bwMode="gray">
          <a:xfrm>
            <a:off x="926593" y="3500500"/>
            <a:ext cx="1426976" cy="668215"/>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endParaRPr lang="zh-CN" altLang="en-US" sz="1400">
              <a:solidFill>
                <a:srgbClr val="F3FBFE"/>
              </a:solidFill>
              <a:cs typeface="Arial" charset="0"/>
            </a:endParaRPr>
          </a:p>
        </p:txBody>
      </p:sp>
      <p:sp>
        <p:nvSpPr>
          <p:cNvPr id="309" name="文本框 308">
            <a:extLst>
              <a:ext uri="{FF2B5EF4-FFF2-40B4-BE49-F238E27FC236}">
                <a16:creationId xmlns:a16="http://schemas.microsoft.com/office/drawing/2014/main" id="{9322A1B6-54E5-4FE7-BE07-CDA9EDC22D6B}"/>
              </a:ext>
            </a:extLst>
          </p:cNvPr>
          <p:cNvSpPr txBox="1"/>
          <p:nvPr/>
        </p:nvSpPr>
        <p:spPr bwMode="gray">
          <a:xfrm>
            <a:off x="938800" y="3565105"/>
            <a:ext cx="150655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white"/>
                </a:solidFill>
                <a:effectLst/>
                <a:uLnTx/>
                <a:uFillTx/>
              </a:rPr>
              <a:t>网元</a:t>
            </a:r>
            <a:r>
              <a:rPr kumimoji="0" lang="en-US" altLang="zh-CN" sz="1400" b="1" i="0" u="none" strike="noStrike" kern="0" cap="none" spc="0" normalizeH="0" baseline="0" noProof="0" dirty="0">
                <a:ln>
                  <a:noFill/>
                </a:ln>
                <a:solidFill>
                  <a:prstClr val="white"/>
                </a:solidFill>
                <a:effectLst/>
                <a:uLnTx/>
                <a:uFillTx/>
              </a:rPr>
              <a:t>YANG</a:t>
            </a:r>
            <a:r>
              <a:rPr kumimoji="0" lang="zh-CN" altLang="en-US" sz="1400" b="1" i="0" u="none" strike="noStrike" kern="0" cap="none" spc="0" normalizeH="0" baseline="0" noProof="0" dirty="0">
                <a:ln>
                  <a:noFill/>
                </a:ln>
                <a:solidFill>
                  <a:prstClr val="white"/>
                </a:solidFill>
                <a:effectLst/>
                <a:uLnTx/>
                <a:uFillTx/>
              </a:rPr>
              <a:t>模型</a:t>
            </a:r>
          </a:p>
        </p:txBody>
      </p:sp>
      <p:sp>
        <p:nvSpPr>
          <p:cNvPr id="310" name="矩形 309">
            <a:extLst>
              <a:ext uri="{FF2B5EF4-FFF2-40B4-BE49-F238E27FC236}">
                <a16:creationId xmlns:a16="http://schemas.microsoft.com/office/drawing/2014/main" id="{98684D2A-6C5C-4DD4-9E2A-A07B758816A4}"/>
              </a:ext>
            </a:extLst>
          </p:cNvPr>
          <p:cNvSpPr/>
          <p:nvPr/>
        </p:nvSpPr>
        <p:spPr bwMode="gray">
          <a:xfrm>
            <a:off x="2512201" y="3500500"/>
            <a:ext cx="1426976" cy="668215"/>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endParaRPr lang="zh-CN" altLang="en-US" sz="1400">
              <a:solidFill>
                <a:srgbClr val="F3FBFE"/>
              </a:solidFill>
              <a:cs typeface="Arial" charset="0"/>
            </a:endParaRPr>
          </a:p>
        </p:txBody>
      </p:sp>
      <p:sp>
        <p:nvSpPr>
          <p:cNvPr id="311" name="文本框 310">
            <a:extLst>
              <a:ext uri="{FF2B5EF4-FFF2-40B4-BE49-F238E27FC236}">
                <a16:creationId xmlns:a16="http://schemas.microsoft.com/office/drawing/2014/main" id="{691607B2-8E8D-47B0-BA37-58298BC3F08D}"/>
              </a:ext>
            </a:extLst>
          </p:cNvPr>
          <p:cNvSpPr txBox="1"/>
          <p:nvPr/>
        </p:nvSpPr>
        <p:spPr bwMode="gray">
          <a:xfrm>
            <a:off x="2515317" y="3565105"/>
            <a:ext cx="148707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white"/>
                </a:solidFill>
                <a:effectLst/>
                <a:uLnTx/>
                <a:uFillTx/>
              </a:rPr>
              <a:t>网元</a:t>
            </a:r>
            <a:r>
              <a:rPr kumimoji="0" lang="en-US" altLang="zh-CN" sz="1400" b="1" i="0" u="none" strike="noStrike" kern="0" cap="none" spc="0" normalizeH="0" baseline="0" noProof="0" dirty="0">
                <a:ln>
                  <a:noFill/>
                </a:ln>
                <a:solidFill>
                  <a:prstClr val="white"/>
                </a:solidFill>
                <a:effectLst/>
                <a:uLnTx/>
                <a:uFillTx/>
              </a:rPr>
              <a:t>YANG</a:t>
            </a:r>
            <a:r>
              <a:rPr kumimoji="0" lang="zh-CN" altLang="en-US" sz="1400" b="1" i="0" u="none" strike="noStrike" kern="0" cap="none" spc="0" normalizeH="0" baseline="0" noProof="0" dirty="0">
                <a:ln>
                  <a:noFill/>
                </a:ln>
                <a:solidFill>
                  <a:prstClr val="white"/>
                </a:solidFill>
                <a:effectLst/>
                <a:uLnTx/>
                <a:uFillTx/>
              </a:rPr>
              <a:t>模型</a:t>
            </a:r>
          </a:p>
        </p:txBody>
      </p:sp>
      <p:sp>
        <p:nvSpPr>
          <p:cNvPr id="312" name="文本框 311">
            <a:extLst>
              <a:ext uri="{FF2B5EF4-FFF2-40B4-BE49-F238E27FC236}">
                <a16:creationId xmlns:a16="http://schemas.microsoft.com/office/drawing/2014/main" id="{80E7A9A9-5682-453A-8908-64E501BF16FA}"/>
              </a:ext>
            </a:extLst>
          </p:cNvPr>
          <p:cNvSpPr txBox="1"/>
          <p:nvPr/>
        </p:nvSpPr>
        <p:spPr bwMode="gray">
          <a:xfrm>
            <a:off x="1010098" y="3832589"/>
            <a:ext cx="1593403"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white"/>
                </a:solidFill>
                <a:effectLst/>
                <a:uLnTx/>
                <a:uFillTx/>
              </a:rPr>
              <a:t>Huawei Jinja2</a:t>
            </a:r>
            <a:endParaRPr kumimoji="0" lang="zh-CN" altLang="en-US" sz="1400" b="0" i="0" u="none" strike="noStrike" kern="0" cap="none" spc="0" normalizeH="0" baseline="0" noProof="0" dirty="0">
              <a:ln>
                <a:noFill/>
              </a:ln>
              <a:solidFill>
                <a:prstClr val="white"/>
              </a:solidFill>
              <a:effectLst/>
              <a:uLnTx/>
              <a:uFillTx/>
            </a:endParaRPr>
          </a:p>
        </p:txBody>
      </p:sp>
      <p:sp>
        <p:nvSpPr>
          <p:cNvPr id="313" name="文本框 312">
            <a:extLst>
              <a:ext uri="{FF2B5EF4-FFF2-40B4-BE49-F238E27FC236}">
                <a16:creationId xmlns:a16="http://schemas.microsoft.com/office/drawing/2014/main" id="{4C66E93B-84E4-41EA-B187-C4C4CBA50733}"/>
              </a:ext>
            </a:extLst>
          </p:cNvPr>
          <p:cNvSpPr txBox="1"/>
          <p:nvPr/>
        </p:nvSpPr>
        <p:spPr bwMode="gray">
          <a:xfrm>
            <a:off x="2670663" y="3832588"/>
            <a:ext cx="13110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white"/>
                </a:solidFill>
                <a:effectLst/>
                <a:uLnTx/>
                <a:uFillTx/>
              </a:rPr>
              <a:t>3</a:t>
            </a:r>
            <a:r>
              <a:rPr kumimoji="0" lang="en-US" altLang="zh-CN" sz="1400" b="0" i="0" u="none" strike="noStrike" kern="0" cap="none" spc="0" normalizeH="0" baseline="30000" noProof="0" dirty="0">
                <a:ln>
                  <a:noFill/>
                </a:ln>
                <a:solidFill>
                  <a:prstClr val="white"/>
                </a:solidFill>
                <a:effectLst/>
                <a:uLnTx/>
                <a:uFillTx/>
              </a:rPr>
              <a:t>rd</a:t>
            </a:r>
            <a:r>
              <a:rPr kumimoji="0" lang="en-US" altLang="zh-CN" sz="1400" b="0" i="0" u="none" strike="noStrike" kern="0" cap="none" spc="0" normalizeH="0" baseline="0" noProof="0" dirty="0">
                <a:ln>
                  <a:noFill/>
                </a:ln>
                <a:solidFill>
                  <a:prstClr val="white"/>
                </a:solidFill>
                <a:effectLst/>
                <a:uLnTx/>
                <a:uFillTx/>
              </a:rPr>
              <a:t> Jinja2</a:t>
            </a:r>
            <a:endParaRPr kumimoji="0" lang="zh-CN" altLang="en-US" sz="1400" b="0" i="0" u="none" strike="noStrike" kern="0" cap="none" spc="0" normalizeH="0" baseline="0" noProof="0" dirty="0">
              <a:ln>
                <a:noFill/>
              </a:ln>
              <a:solidFill>
                <a:prstClr val="white"/>
              </a:solidFill>
              <a:effectLst/>
              <a:uLnTx/>
              <a:uFillTx/>
            </a:endParaRPr>
          </a:p>
        </p:txBody>
      </p:sp>
      <p:sp>
        <p:nvSpPr>
          <p:cNvPr id="314" name="矩形 313">
            <a:extLst>
              <a:ext uri="{FF2B5EF4-FFF2-40B4-BE49-F238E27FC236}">
                <a16:creationId xmlns:a16="http://schemas.microsoft.com/office/drawing/2014/main" id="{355362C7-B6E4-40AA-8120-214BC22FADA2}"/>
              </a:ext>
            </a:extLst>
          </p:cNvPr>
          <p:cNvSpPr/>
          <p:nvPr/>
        </p:nvSpPr>
        <p:spPr bwMode="gray">
          <a:xfrm>
            <a:off x="926593" y="4297185"/>
            <a:ext cx="1426976" cy="356639"/>
          </a:xfrm>
          <a:prstGeom prst="rect">
            <a:avLst/>
          </a:prstGeom>
          <a:solidFill>
            <a:srgbClr val="EC7061"/>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endParaRPr lang="zh-CN" altLang="en-US" sz="1400">
              <a:solidFill>
                <a:srgbClr val="F3FBFE"/>
              </a:solidFill>
              <a:ea typeface="Arial" charset="0"/>
              <a:cs typeface="Arial" charset="0"/>
            </a:endParaRPr>
          </a:p>
        </p:txBody>
      </p:sp>
      <p:sp>
        <p:nvSpPr>
          <p:cNvPr id="315" name="文本框 314">
            <a:extLst>
              <a:ext uri="{FF2B5EF4-FFF2-40B4-BE49-F238E27FC236}">
                <a16:creationId xmlns:a16="http://schemas.microsoft.com/office/drawing/2014/main" id="{CA2F639D-B955-42C1-A6F2-A5FD2D251BDF}"/>
              </a:ext>
            </a:extLst>
          </p:cNvPr>
          <p:cNvSpPr txBox="1"/>
          <p:nvPr/>
        </p:nvSpPr>
        <p:spPr bwMode="gray">
          <a:xfrm>
            <a:off x="1006523" y="4329598"/>
            <a:ext cx="144271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rPr>
              <a:t>Huawei SND</a:t>
            </a:r>
            <a:endParaRPr kumimoji="0" lang="zh-CN" altLang="en-US" sz="1400" b="1" i="0" u="none" strike="noStrike" kern="0" cap="none" spc="0" normalizeH="0" baseline="0" noProof="0" dirty="0">
              <a:ln>
                <a:noFill/>
              </a:ln>
              <a:solidFill>
                <a:prstClr val="white"/>
              </a:solidFill>
              <a:effectLst/>
              <a:uLnTx/>
              <a:uFillTx/>
            </a:endParaRPr>
          </a:p>
        </p:txBody>
      </p:sp>
      <p:sp>
        <p:nvSpPr>
          <p:cNvPr id="316" name="矩形 315">
            <a:extLst>
              <a:ext uri="{FF2B5EF4-FFF2-40B4-BE49-F238E27FC236}">
                <a16:creationId xmlns:a16="http://schemas.microsoft.com/office/drawing/2014/main" id="{133E161D-549B-4783-A73E-AC1AA3E06039}"/>
              </a:ext>
            </a:extLst>
          </p:cNvPr>
          <p:cNvSpPr/>
          <p:nvPr/>
        </p:nvSpPr>
        <p:spPr bwMode="gray">
          <a:xfrm>
            <a:off x="2506389" y="4303820"/>
            <a:ext cx="1426976" cy="356639"/>
          </a:xfrm>
          <a:prstGeom prst="rect">
            <a:avLst/>
          </a:prstGeom>
          <a:solidFill>
            <a:srgbClr val="EC7061"/>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endParaRPr lang="zh-CN" altLang="en-US" sz="1400">
              <a:solidFill>
                <a:srgbClr val="F3FBFE"/>
              </a:solidFill>
              <a:ea typeface="Arial" charset="0"/>
              <a:cs typeface="Arial" charset="0"/>
            </a:endParaRPr>
          </a:p>
        </p:txBody>
      </p:sp>
      <p:sp>
        <p:nvSpPr>
          <p:cNvPr id="317" name="文本框 316">
            <a:extLst>
              <a:ext uri="{FF2B5EF4-FFF2-40B4-BE49-F238E27FC236}">
                <a16:creationId xmlns:a16="http://schemas.microsoft.com/office/drawing/2014/main" id="{8839D001-4CF9-4026-919C-337EE766A03A}"/>
              </a:ext>
            </a:extLst>
          </p:cNvPr>
          <p:cNvSpPr txBox="1"/>
          <p:nvPr/>
        </p:nvSpPr>
        <p:spPr bwMode="gray">
          <a:xfrm>
            <a:off x="2810000" y="4329598"/>
            <a:ext cx="109479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rPr>
              <a:t>3</a:t>
            </a:r>
            <a:r>
              <a:rPr kumimoji="0" lang="en-US" altLang="zh-CN" sz="1400" b="1" i="0" u="none" strike="noStrike" kern="0" cap="none" spc="0" normalizeH="0" baseline="30000" noProof="0" dirty="0">
                <a:ln>
                  <a:noFill/>
                </a:ln>
                <a:solidFill>
                  <a:prstClr val="white"/>
                </a:solidFill>
                <a:effectLst/>
                <a:uLnTx/>
                <a:uFillTx/>
              </a:rPr>
              <a:t>rd</a:t>
            </a:r>
            <a:r>
              <a:rPr kumimoji="0" lang="en-US" altLang="zh-CN" sz="1400" b="1" i="0" u="none" strike="noStrike" kern="0" cap="none" spc="0" normalizeH="0" baseline="0" noProof="0" dirty="0">
                <a:ln>
                  <a:noFill/>
                </a:ln>
                <a:solidFill>
                  <a:prstClr val="white"/>
                </a:solidFill>
                <a:effectLst/>
                <a:uLnTx/>
                <a:uFillTx/>
              </a:rPr>
              <a:t> SND</a:t>
            </a:r>
            <a:endParaRPr kumimoji="0" lang="zh-CN" altLang="en-US" sz="1400" b="1" i="0" u="none" strike="noStrike" kern="0" cap="none" spc="0" normalizeH="0" baseline="0" noProof="0" dirty="0">
              <a:ln>
                <a:noFill/>
              </a:ln>
              <a:solidFill>
                <a:prstClr val="white"/>
              </a:solidFill>
              <a:effectLst/>
              <a:uLnTx/>
              <a:uFillTx/>
            </a:endParaRPr>
          </a:p>
        </p:txBody>
      </p:sp>
      <p:sp>
        <p:nvSpPr>
          <p:cNvPr id="318" name="矩形 317">
            <a:extLst>
              <a:ext uri="{FF2B5EF4-FFF2-40B4-BE49-F238E27FC236}">
                <a16:creationId xmlns:a16="http://schemas.microsoft.com/office/drawing/2014/main" id="{8A773B9D-7297-4C79-BF15-8B46AD399869}"/>
              </a:ext>
            </a:extLst>
          </p:cNvPr>
          <p:cNvSpPr/>
          <p:nvPr/>
        </p:nvSpPr>
        <p:spPr bwMode="gray">
          <a:xfrm>
            <a:off x="926592" y="4741796"/>
            <a:ext cx="3006773" cy="785732"/>
          </a:xfrm>
          <a:prstGeom prst="rect">
            <a:avLst/>
          </a:prstGeom>
          <a:solidFill>
            <a:srgbClr val="389CA5"/>
          </a:solidFill>
          <a:ln>
            <a:noFill/>
          </a:ln>
          <a:effectLst/>
        </p:spPr>
        <p:txBody>
          <a:bodyPr vert="horz" wrap="square" lIns="68549" tIns="34275" rIns="68549" bIns="34275" numCol="1" anchor="t" anchorCtr="0" compatLnSpc="1">
            <a:prstTxWarp prst="textNoShape">
              <a:avLst/>
            </a:prstTxWarp>
            <a:noAutofit/>
          </a:bodyPr>
          <a:lstStyle/>
          <a:p>
            <a:pPr algn="ctr" defTabSz="914034" fontAlgn="ctr">
              <a:spcBef>
                <a:spcPct val="0"/>
              </a:spcBef>
              <a:spcAft>
                <a:spcPct val="0"/>
              </a:spcAft>
            </a:pPr>
            <a:endParaRPr lang="zh-CN" altLang="en-US" sz="1400">
              <a:solidFill>
                <a:srgbClr val="F3FBFE"/>
              </a:solidFill>
              <a:cs typeface="Microsoft YaHei" charset="-122"/>
            </a:endParaRPr>
          </a:p>
        </p:txBody>
      </p:sp>
      <p:sp>
        <p:nvSpPr>
          <p:cNvPr id="319" name="矩形 318">
            <a:extLst>
              <a:ext uri="{FF2B5EF4-FFF2-40B4-BE49-F238E27FC236}">
                <a16:creationId xmlns:a16="http://schemas.microsoft.com/office/drawing/2014/main" id="{C43991D1-3560-46F8-848E-D01FD939ADF9}"/>
              </a:ext>
            </a:extLst>
          </p:cNvPr>
          <p:cNvSpPr/>
          <p:nvPr/>
        </p:nvSpPr>
        <p:spPr bwMode="gray">
          <a:xfrm>
            <a:off x="1063673" y="5018393"/>
            <a:ext cx="1289896" cy="312066"/>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20" name="矩形 319">
            <a:extLst>
              <a:ext uri="{FF2B5EF4-FFF2-40B4-BE49-F238E27FC236}">
                <a16:creationId xmlns:a16="http://schemas.microsoft.com/office/drawing/2014/main" id="{3CE27B29-6AAA-4466-87A7-465B26649C73}"/>
              </a:ext>
            </a:extLst>
          </p:cNvPr>
          <p:cNvSpPr/>
          <p:nvPr/>
        </p:nvSpPr>
        <p:spPr bwMode="gray">
          <a:xfrm>
            <a:off x="2490650" y="5027996"/>
            <a:ext cx="1333651" cy="312066"/>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21" name="文本框 320">
            <a:extLst>
              <a:ext uri="{FF2B5EF4-FFF2-40B4-BE49-F238E27FC236}">
                <a16:creationId xmlns:a16="http://schemas.microsoft.com/office/drawing/2014/main" id="{E95C62DA-2674-46A2-A202-68C166B1F562}"/>
              </a:ext>
            </a:extLst>
          </p:cNvPr>
          <p:cNvSpPr txBox="1"/>
          <p:nvPr/>
        </p:nvSpPr>
        <p:spPr bwMode="gray">
          <a:xfrm>
            <a:off x="1686666" y="4740378"/>
            <a:ext cx="1699924"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rPr>
              <a:t>Protocol Stack</a:t>
            </a:r>
            <a:endParaRPr kumimoji="0" lang="zh-CN" altLang="en-US" sz="1400" b="1" i="0" u="none" strike="noStrike" kern="0" cap="none" spc="0" normalizeH="0" baseline="0" noProof="0" dirty="0">
              <a:ln>
                <a:noFill/>
              </a:ln>
              <a:solidFill>
                <a:prstClr val="white"/>
              </a:solidFill>
              <a:effectLst/>
              <a:uLnTx/>
              <a:uFillTx/>
            </a:endParaRPr>
          </a:p>
        </p:txBody>
      </p:sp>
      <p:sp>
        <p:nvSpPr>
          <p:cNvPr id="322" name="文本框 321">
            <a:extLst>
              <a:ext uri="{FF2B5EF4-FFF2-40B4-BE49-F238E27FC236}">
                <a16:creationId xmlns:a16="http://schemas.microsoft.com/office/drawing/2014/main" id="{4644FC62-F067-4454-92AC-17A6A3EFE91B}"/>
              </a:ext>
            </a:extLst>
          </p:cNvPr>
          <p:cNvSpPr txBox="1"/>
          <p:nvPr/>
        </p:nvSpPr>
        <p:spPr bwMode="gray">
          <a:xfrm>
            <a:off x="1199240" y="5044612"/>
            <a:ext cx="1199663"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rPr>
              <a:t>NETCONF</a:t>
            </a:r>
            <a:endParaRPr kumimoji="0" lang="zh-CN" altLang="en-US" sz="1400" b="0" i="0" u="none" strike="noStrike" kern="0" cap="none" spc="0" normalizeH="0" baseline="0" noProof="0" dirty="0">
              <a:ln>
                <a:noFill/>
              </a:ln>
              <a:solidFill>
                <a:prstClr val="black"/>
              </a:solidFill>
              <a:effectLst/>
              <a:uLnTx/>
              <a:uFillTx/>
            </a:endParaRPr>
          </a:p>
        </p:txBody>
      </p:sp>
      <p:sp>
        <p:nvSpPr>
          <p:cNvPr id="323" name="文本框 322">
            <a:extLst>
              <a:ext uri="{FF2B5EF4-FFF2-40B4-BE49-F238E27FC236}">
                <a16:creationId xmlns:a16="http://schemas.microsoft.com/office/drawing/2014/main" id="{794D9691-468F-42C7-9538-52D549880173}"/>
              </a:ext>
            </a:extLst>
          </p:cNvPr>
          <p:cNvSpPr txBox="1"/>
          <p:nvPr/>
        </p:nvSpPr>
        <p:spPr bwMode="gray">
          <a:xfrm>
            <a:off x="2644324" y="5036992"/>
            <a:ext cx="1010168" cy="307777"/>
          </a:xfrm>
          <a:prstGeom prst="rect">
            <a:avLst/>
          </a:prstGeom>
          <a:noFill/>
        </p:spPr>
        <p:txBody>
          <a:bodyPr wrap="square" rtlCol="0">
            <a:spAutoFit/>
          </a:bodyPr>
          <a:lstStyle/>
          <a:p>
            <a:pPr algn="ctr" defTabSz="914034" fontAlgn="ctr">
              <a:spcBef>
                <a:spcPct val="0"/>
              </a:spcBef>
              <a:spcAft>
                <a:spcPct val="0"/>
              </a:spcAft>
              <a:defRPr/>
            </a:pPr>
            <a:r>
              <a:rPr lang="en-US" altLang="zh-CN" sz="1400" kern="0" dirty="0" err="1">
                <a:solidFill>
                  <a:prstClr val="black">
                    <a:lumMod val="95000"/>
                    <a:lumOff val="5000"/>
                  </a:prstClr>
                </a:solidFill>
                <a:cs typeface="Arial" charset="0"/>
              </a:rPr>
              <a:t>STelnet</a:t>
            </a:r>
            <a:endParaRPr lang="en-US" altLang="zh-CN" sz="1400" kern="0" dirty="0">
              <a:solidFill>
                <a:prstClr val="black">
                  <a:lumMod val="95000"/>
                  <a:lumOff val="5000"/>
                </a:prstClr>
              </a:solidFill>
              <a:cs typeface="Arial" charset="0"/>
            </a:endParaRPr>
          </a:p>
        </p:txBody>
      </p:sp>
      <p:sp>
        <p:nvSpPr>
          <p:cNvPr id="324" name="五边形 361">
            <a:extLst>
              <a:ext uri="{FF2B5EF4-FFF2-40B4-BE49-F238E27FC236}">
                <a16:creationId xmlns:a16="http://schemas.microsoft.com/office/drawing/2014/main" id="{2F7EC180-C93A-4E1A-B1BC-09FE48BD83FD}"/>
              </a:ext>
            </a:extLst>
          </p:cNvPr>
          <p:cNvSpPr/>
          <p:nvPr/>
        </p:nvSpPr>
        <p:spPr bwMode="gray">
          <a:xfrm rot="5400000">
            <a:off x="2146129" y="1617184"/>
            <a:ext cx="570465" cy="3004007"/>
          </a:xfrm>
          <a:prstGeom prst="homePlate">
            <a:avLst>
              <a:gd name="adj" fmla="val 37882"/>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endParaRPr lang="zh-CN" altLang="en-US" sz="1400">
              <a:solidFill>
                <a:srgbClr val="F3FBFE"/>
              </a:solidFill>
              <a:cs typeface="Arial" charset="0"/>
            </a:endParaRPr>
          </a:p>
        </p:txBody>
      </p:sp>
      <p:sp>
        <p:nvSpPr>
          <p:cNvPr id="325" name="文本框 324">
            <a:extLst>
              <a:ext uri="{FF2B5EF4-FFF2-40B4-BE49-F238E27FC236}">
                <a16:creationId xmlns:a16="http://schemas.microsoft.com/office/drawing/2014/main" id="{6069349A-F198-4728-8E9F-5B55FFA8671A}"/>
              </a:ext>
            </a:extLst>
          </p:cNvPr>
          <p:cNvSpPr txBox="1"/>
          <p:nvPr/>
        </p:nvSpPr>
        <p:spPr bwMode="gray">
          <a:xfrm>
            <a:off x="1817077" y="2916671"/>
            <a:ext cx="1242502"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white"/>
                </a:solidFill>
                <a:effectLst/>
                <a:uLnTx/>
                <a:uFillTx/>
              </a:rPr>
              <a:t>Mapping</a:t>
            </a:r>
            <a:endParaRPr kumimoji="0" lang="zh-CN" altLang="en-US" sz="1600" b="1" i="0" u="none" strike="noStrike" kern="0" cap="none" spc="0" normalizeH="0" baseline="0" noProof="0" dirty="0">
              <a:ln>
                <a:noFill/>
              </a:ln>
              <a:solidFill>
                <a:prstClr val="white"/>
              </a:solidFill>
              <a:effectLst/>
              <a:uLnTx/>
              <a:uFillTx/>
            </a:endParaRPr>
          </a:p>
        </p:txBody>
      </p:sp>
      <p:sp>
        <p:nvSpPr>
          <p:cNvPr id="326" name="矩形 325">
            <a:extLst>
              <a:ext uri="{FF2B5EF4-FFF2-40B4-BE49-F238E27FC236}">
                <a16:creationId xmlns:a16="http://schemas.microsoft.com/office/drawing/2014/main" id="{95E4558A-DD3F-4229-95CC-4BB4FDFAB98F}"/>
              </a:ext>
            </a:extLst>
          </p:cNvPr>
          <p:cNvSpPr/>
          <p:nvPr/>
        </p:nvSpPr>
        <p:spPr bwMode="gray">
          <a:xfrm>
            <a:off x="4311453" y="2154354"/>
            <a:ext cx="1527358" cy="3045212"/>
          </a:xfrm>
          <a:prstGeom prst="rect">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27" name="矩形 326">
            <a:extLst>
              <a:ext uri="{FF2B5EF4-FFF2-40B4-BE49-F238E27FC236}">
                <a16:creationId xmlns:a16="http://schemas.microsoft.com/office/drawing/2014/main" id="{D12DBD70-8F56-4D94-B2E5-786A2C2920E4}"/>
              </a:ext>
            </a:extLst>
          </p:cNvPr>
          <p:cNvSpPr/>
          <p:nvPr/>
        </p:nvSpPr>
        <p:spPr bwMode="gray">
          <a:xfrm>
            <a:off x="6234726" y="2154352"/>
            <a:ext cx="1527358" cy="3045213"/>
          </a:xfrm>
          <a:prstGeom prst="rect">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28" name="矩形 327">
            <a:extLst>
              <a:ext uri="{FF2B5EF4-FFF2-40B4-BE49-F238E27FC236}">
                <a16:creationId xmlns:a16="http://schemas.microsoft.com/office/drawing/2014/main" id="{7F0608C1-46AD-4D58-A1C1-C63236B8B072}"/>
              </a:ext>
            </a:extLst>
          </p:cNvPr>
          <p:cNvSpPr/>
          <p:nvPr/>
        </p:nvSpPr>
        <p:spPr bwMode="gray">
          <a:xfrm>
            <a:off x="8158000" y="2144645"/>
            <a:ext cx="1518091" cy="3064886"/>
          </a:xfrm>
          <a:prstGeom prst="rect">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29" name="文本框 328">
            <a:extLst>
              <a:ext uri="{FF2B5EF4-FFF2-40B4-BE49-F238E27FC236}">
                <a16:creationId xmlns:a16="http://schemas.microsoft.com/office/drawing/2014/main" id="{3DB406A1-1DC3-40B7-90FC-293880FE38AA}"/>
              </a:ext>
            </a:extLst>
          </p:cNvPr>
          <p:cNvSpPr txBox="1"/>
          <p:nvPr/>
        </p:nvSpPr>
        <p:spPr bwMode="gray">
          <a:xfrm>
            <a:off x="4590433" y="2204598"/>
            <a:ext cx="943538"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rPr>
              <a:t>业务管理</a:t>
            </a:r>
          </a:p>
        </p:txBody>
      </p:sp>
      <p:sp>
        <p:nvSpPr>
          <p:cNvPr id="330" name="文本框 329">
            <a:extLst>
              <a:ext uri="{FF2B5EF4-FFF2-40B4-BE49-F238E27FC236}">
                <a16:creationId xmlns:a16="http://schemas.microsoft.com/office/drawing/2014/main" id="{2AA09B01-5235-4915-B1A0-11B43DBC782F}"/>
              </a:ext>
            </a:extLst>
          </p:cNvPr>
          <p:cNvSpPr txBox="1"/>
          <p:nvPr/>
        </p:nvSpPr>
        <p:spPr bwMode="gray">
          <a:xfrm>
            <a:off x="6496354" y="2204598"/>
            <a:ext cx="943538"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rPr>
              <a:t>设备管理</a:t>
            </a:r>
          </a:p>
        </p:txBody>
      </p:sp>
      <p:sp>
        <p:nvSpPr>
          <p:cNvPr id="331" name="文本框 330">
            <a:extLst>
              <a:ext uri="{FF2B5EF4-FFF2-40B4-BE49-F238E27FC236}">
                <a16:creationId xmlns:a16="http://schemas.microsoft.com/office/drawing/2014/main" id="{7990FF4F-908B-4E6D-988C-4F747159D656}"/>
              </a:ext>
            </a:extLst>
          </p:cNvPr>
          <p:cNvSpPr txBox="1"/>
          <p:nvPr/>
        </p:nvSpPr>
        <p:spPr bwMode="gray">
          <a:xfrm>
            <a:off x="8278582" y="2194890"/>
            <a:ext cx="1379807"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API Gateway</a:t>
            </a:r>
            <a:endParaRPr kumimoji="0" lang="zh-CN" altLang="en-US" sz="1400" b="1" i="0" u="none" strike="noStrike" kern="0" cap="none" spc="0" normalizeH="0" baseline="0" noProof="0" dirty="0">
              <a:ln>
                <a:noFill/>
              </a:ln>
              <a:effectLst/>
              <a:uLnTx/>
              <a:uFillTx/>
            </a:endParaRPr>
          </a:p>
        </p:txBody>
      </p:sp>
      <p:grpSp>
        <p:nvGrpSpPr>
          <p:cNvPr id="332" name="组合 331">
            <a:extLst>
              <a:ext uri="{FF2B5EF4-FFF2-40B4-BE49-F238E27FC236}">
                <a16:creationId xmlns:a16="http://schemas.microsoft.com/office/drawing/2014/main" id="{B84D674B-FC96-4669-8B63-7CA400F45DA3}"/>
              </a:ext>
            </a:extLst>
          </p:cNvPr>
          <p:cNvGrpSpPr/>
          <p:nvPr/>
        </p:nvGrpSpPr>
        <p:grpSpPr bwMode="gray">
          <a:xfrm>
            <a:off x="4417315" y="2565929"/>
            <a:ext cx="1315632" cy="338322"/>
            <a:chOff x="4635280" y="2330752"/>
            <a:chExt cx="1410835" cy="393441"/>
          </a:xfrm>
        </p:grpSpPr>
        <p:sp>
          <p:nvSpPr>
            <p:cNvPr id="333" name="矩形 332">
              <a:extLst>
                <a:ext uri="{FF2B5EF4-FFF2-40B4-BE49-F238E27FC236}">
                  <a16:creationId xmlns:a16="http://schemas.microsoft.com/office/drawing/2014/main" id="{F37E3489-E69A-46BA-8E8A-0DFA34919340}"/>
                </a:ext>
              </a:extLst>
            </p:cNvPr>
            <p:cNvSpPr/>
            <p:nvPr/>
          </p:nvSpPr>
          <p:spPr bwMode="gray">
            <a:xfrm>
              <a:off x="4635280" y="2330752"/>
              <a:ext cx="1410835" cy="392351"/>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34" name="文本框 333">
              <a:extLst>
                <a:ext uri="{FF2B5EF4-FFF2-40B4-BE49-F238E27FC236}">
                  <a16:creationId xmlns:a16="http://schemas.microsoft.com/office/drawing/2014/main" id="{2EDC9468-5EA2-4404-8002-090A4DFBF175}"/>
                </a:ext>
              </a:extLst>
            </p:cNvPr>
            <p:cNvSpPr txBox="1"/>
            <p:nvPr/>
          </p:nvSpPr>
          <p:spPr bwMode="gray">
            <a:xfrm>
              <a:off x="4750050" y="2366273"/>
              <a:ext cx="1181298" cy="357920"/>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rPr>
                <a:t>自动生成</a:t>
              </a:r>
              <a:r>
                <a:rPr kumimoji="0" lang="en-US" altLang="zh-CN" sz="1400" b="0" i="0" u="none" strike="noStrike" kern="0" cap="none" spc="0" normalizeH="0" baseline="0" noProof="0" dirty="0">
                  <a:ln>
                    <a:noFill/>
                  </a:ln>
                  <a:effectLst/>
                  <a:uLnTx/>
                  <a:uFillTx/>
                </a:rPr>
                <a:t>UI</a:t>
              </a:r>
              <a:endParaRPr kumimoji="0" lang="zh-CN" altLang="en-US" sz="1400" b="0" i="0" u="none" strike="noStrike" kern="0" cap="none" spc="0" normalizeH="0" baseline="0" noProof="0" dirty="0">
                <a:ln>
                  <a:noFill/>
                </a:ln>
                <a:effectLst/>
                <a:uLnTx/>
                <a:uFillTx/>
              </a:endParaRPr>
            </a:p>
          </p:txBody>
        </p:sp>
      </p:grpSp>
      <p:sp>
        <p:nvSpPr>
          <p:cNvPr id="335" name="矩形 334">
            <a:extLst>
              <a:ext uri="{FF2B5EF4-FFF2-40B4-BE49-F238E27FC236}">
                <a16:creationId xmlns:a16="http://schemas.microsoft.com/office/drawing/2014/main" id="{2080FA0C-2744-421C-BC8B-488E0B23422E}"/>
              </a:ext>
            </a:extLst>
          </p:cNvPr>
          <p:cNvSpPr/>
          <p:nvPr/>
        </p:nvSpPr>
        <p:spPr bwMode="gray">
          <a:xfrm>
            <a:off x="4404864" y="3012349"/>
            <a:ext cx="1315632" cy="33738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36" name="文本框 335">
            <a:extLst>
              <a:ext uri="{FF2B5EF4-FFF2-40B4-BE49-F238E27FC236}">
                <a16:creationId xmlns:a16="http://schemas.microsoft.com/office/drawing/2014/main" id="{74F850E8-6701-4CEF-85FF-610DE6C1BFFF}"/>
              </a:ext>
            </a:extLst>
          </p:cNvPr>
          <p:cNvSpPr txBox="1"/>
          <p:nvPr/>
        </p:nvSpPr>
        <p:spPr bwMode="gray">
          <a:xfrm>
            <a:off x="4730698" y="3061944"/>
            <a:ext cx="663964"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rPr>
              <a:t>CRUD</a:t>
            </a:r>
            <a:endParaRPr kumimoji="0" lang="zh-CN" altLang="en-US" sz="1400" b="0" i="0" u="none" strike="noStrike" kern="0" cap="none" spc="0" normalizeH="0" baseline="0" noProof="0" dirty="0">
              <a:ln>
                <a:noFill/>
              </a:ln>
              <a:effectLst/>
              <a:uLnTx/>
              <a:uFillTx/>
            </a:endParaRPr>
          </a:p>
        </p:txBody>
      </p:sp>
      <p:sp>
        <p:nvSpPr>
          <p:cNvPr id="337" name="矩形 336">
            <a:extLst>
              <a:ext uri="{FF2B5EF4-FFF2-40B4-BE49-F238E27FC236}">
                <a16:creationId xmlns:a16="http://schemas.microsoft.com/office/drawing/2014/main" id="{CCA81C7E-3CCE-448E-8862-6FE8375C838A}"/>
              </a:ext>
            </a:extLst>
          </p:cNvPr>
          <p:cNvSpPr/>
          <p:nvPr/>
        </p:nvSpPr>
        <p:spPr bwMode="gray">
          <a:xfrm>
            <a:off x="4411513" y="3458769"/>
            <a:ext cx="1315632" cy="33738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38" name="文本框 337">
            <a:extLst>
              <a:ext uri="{FF2B5EF4-FFF2-40B4-BE49-F238E27FC236}">
                <a16:creationId xmlns:a16="http://schemas.microsoft.com/office/drawing/2014/main" id="{ADF1B2FA-6722-4F28-9961-DC4392E34F44}"/>
              </a:ext>
            </a:extLst>
          </p:cNvPr>
          <p:cNvSpPr txBox="1"/>
          <p:nvPr/>
        </p:nvSpPr>
        <p:spPr bwMode="gray">
          <a:xfrm>
            <a:off x="4432780" y="3508364"/>
            <a:ext cx="1273103"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effectLst/>
                <a:uLnTx/>
                <a:uFillTx/>
              </a:rPr>
              <a:t>Dry Run/</a:t>
            </a:r>
            <a:r>
              <a:rPr kumimoji="0" lang="zh-CN" altLang="en-US" sz="1400" b="0" i="0" u="none" strike="noStrike" kern="0" cap="none" spc="0" normalizeH="0" baseline="0" noProof="0">
                <a:ln>
                  <a:noFill/>
                </a:ln>
                <a:effectLst/>
                <a:uLnTx/>
                <a:uFillTx/>
              </a:rPr>
              <a:t>预</a:t>
            </a:r>
            <a:r>
              <a:rPr kumimoji="0" lang="zh-CN" altLang="en-US" sz="1400" b="0" i="0" u="none" strike="noStrike" kern="0" cap="none" spc="0" normalizeH="0" baseline="0" noProof="0" dirty="0">
                <a:ln>
                  <a:noFill/>
                </a:ln>
                <a:effectLst/>
                <a:uLnTx/>
                <a:uFillTx/>
              </a:rPr>
              <a:t>览</a:t>
            </a:r>
          </a:p>
        </p:txBody>
      </p:sp>
      <p:sp>
        <p:nvSpPr>
          <p:cNvPr id="339" name="矩形 338">
            <a:extLst>
              <a:ext uri="{FF2B5EF4-FFF2-40B4-BE49-F238E27FC236}">
                <a16:creationId xmlns:a16="http://schemas.microsoft.com/office/drawing/2014/main" id="{34B09527-0614-4477-825C-CFC70AF45AC3}"/>
              </a:ext>
            </a:extLst>
          </p:cNvPr>
          <p:cNvSpPr/>
          <p:nvPr/>
        </p:nvSpPr>
        <p:spPr bwMode="gray">
          <a:xfrm>
            <a:off x="4411515" y="3904814"/>
            <a:ext cx="1315632" cy="33738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40" name="文本框 339">
            <a:extLst>
              <a:ext uri="{FF2B5EF4-FFF2-40B4-BE49-F238E27FC236}">
                <a16:creationId xmlns:a16="http://schemas.microsoft.com/office/drawing/2014/main" id="{BEF566A7-C46A-4BD2-B85F-76772D83D7AF}"/>
              </a:ext>
            </a:extLst>
          </p:cNvPr>
          <p:cNvSpPr txBox="1"/>
          <p:nvPr/>
        </p:nvSpPr>
        <p:spPr bwMode="gray">
          <a:xfrm>
            <a:off x="4363854" y="3954409"/>
            <a:ext cx="1410963"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rPr>
              <a:t>下发配置</a:t>
            </a:r>
            <a:r>
              <a:rPr kumimoji="0" lang="en-US" altLang="zh-CN" sz="1400" b="0" i="0" u="none" strike="noStrike" kern="0" cap="none" spc="0" normalizeH="0" baseline="0" noProof="0" dirty="0">
                <a:ln>
                  <a:noFill/>
                </a:ln>
                <a:effectLst/>
                <a:uLnTx/>
                <a:uFillTx/>
              </a:rPr>
              <a:t>/Reset</a:t>
            </a:r>
            <a:endParaRPr kumimoji="0" lang="zh-CN" altLang="en-US" sz="1400" b="0" i="0" u="none" strike="noStrike" kern="0" cap="none" spc="0" normalizeH="0" baseline="0" noProof="0" dirty="0">
              <a:ln>
                <a:noFill/>
              </a:ln>
              <a:effectLst/>
              <a:uLnTx/>
              <a:uFillTx/>
            </a:endParaRPr>
          </a:p>
        </p:txBody>
      </p:sp>
      <p:sp>
        <p:nvSpPr>
          <p:cNvPr id="341" name="矩形 340">
            <a:extLst>
              <a:ext uri="{FF2B5EF4-FFF2-40B4-BE49-F238E27FC236}">
                <a16:creationId xmlns:a16="http://schemas.microsoft.com/office/drawing/2014/main" id="{00EBDA67-BC2A-4C2C-A75F-E74A5D2118A9}"/>
              </a:ext>
            </a:extLst>
          </p:cNvPr>
          <p:cNvSpPr/>
          <p:nvPr/>
        </p:nvSpPr>
        <p:spPr bwMode="gray">
          <a:xfrm>
            <a:off x="6337836" y="2565928"/>
            <a:ext cx="1315632" cy="33738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42" name="文本框 341">
            <a:extLst>
              <a:ext uri="{FF2B5EF4-FFF2-40B4-BE49-F238E27FC236}">
                <a16:creationId xmlns:a16="http://schemas.microsoft.com/office/drawing/2014/main" id="{E2BF4792-8395-465B-ADB4-5F9E8D9E07B6}"/>
              </a:ext>
            </a:extLst>
          </p:cNvPr>
          <p:cNvSpPr txBox="1"/>
          <p:nvPr/>
        </p:nvSpPr>
        <p:spPr bwMode="gray">
          <a:xfrm>
            <a:off x="6544248" y="2615523"/>
            <a:ext cx="902811"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rPr>
              <a:t>网元管理</a:t>
            </a:r>
          </a:p>
        </p:txBody>
      </p:sp>
      <p:sp>
        <p:nvSpPr>
          <p:cNvPr id="343" name="矩形 342">
            <a:extLst>
              <a:ext uri="{FF2B5EF4-FFF2-40B4-BE49-F238E27FC236}">
                <a16:creationId xmlns:a16="http://schemas.microsoft.com/office/drawing/2014/main" id="{09A9B397-5652-4E8B-AE1A-D3E4A2BF5480}"/>
              </a:ext>
            </a:extLst>
          </p:cNvPr>
          <p:cNvSpPr/>
          <p:nvPr/>
        </p:nvSpPr>
        <p:spPr bwMode="gray">
          <a:xfrm>
            <a:off x="6337836" y="3015729"/>
            <a:ext cx="256334" cy="821941"/>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44" name="矩形 343">
            <a:extLst>
              <a:ext uri="{FF2B5EF4-FFF2-40B4-BE49-F238E27FC236}">
                <a16:creationId xmlns:a16="http://schemas.microsoft.com/office/drawing/2014/main" id="{38D62BA8-DC93-4C3D-A568-B394B5EDCF01}"/>
              </a:ext>
            </a:extLst>
          </p:cNvPr>
          <p:cNvSpPr/>
          <p:nvPr/>
        </p:nvSpPr>
        <p:spPr bwMode="gray">
          <a:xfrm>
            <a:off x="7368764" y="3015729"/>
            <a:ext cx="256334" cy="821941"/>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45" name="矩形 344">
            <a:extLst>
              <a:ext uri="{FF2B5EF4-FFF2-40B4-BE49-F238E27FC236}">
                <a16:creationId xmlns:a16="http://schemas.microsoft.com/office/drawing/2014/main" id="{B1EDCADD-9287-47AC-87CA-87ECED6E367D}"/>
              </a:ext>
            </a:extLst>
          </p:cNvPr>
          <p:cNvSpPr/>
          <p:nvPr/>
        </p:nvSpPr>
        <p:spPr bwMode="gray">
          <a:xfrm>
            <a:off x="6681479" y="3015729"/>
            <a:ext cx="256334" cy="821941"/>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46" name="矩形 345">
            <a:extLst>
              <a:ext uri="{FF2B5EF4-FFF2-40B4-BE49-F238E27FC236}">
                <a16:creationId xmlns:a16="http://schemas.microsoft.com/office/drawing/2014/main" id="{0E629E06-A92A-48C4-BE1A-CF4A2226EA99}"/>
              </a:ext>
            </a:extLst>
          </p:cNvPr>
          <p:cNvSpPr/>
          <p:nvPr/>
        </p:nvSpPr>
        <p:spPr bwMode="gray">
          <a:xfrm>
            <a:off x="7025122" y="3011919"/>
            <a:ext cx="256334" cy="834463"/>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47" name="文本框 346">
            <a:extLst>
              <a:ext uri="{FF2B5EF4-FFF2-40B4-BE49-F238E27FC236}">
                <a16:creationId xmlns:a16="http://schemas.microsoft.com/office/drawing/2014/main" id="{8B46E9A8-96B8-41EE-8609-D05DD089E955}"/>
              </a:ext>
            </a:extLst>
          </p:cNvPr>
          <p:cNvSpPr txBox="1"/>
          <p:nvPr/>
        </p:nvSpPr>
        <p:spPr bwMode="gray">
          <a:xfrm rot="5400000">
            <a:off x="6525246" y="3111386"/>
            <a:ext cx="5572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rPr>
              <a:t>同步</a:t>
            </a:r>
          </a:p>
        </p:txBody>
      </p:sp>
      <p:sp>
        <p:nvSpPr>
          <p:cNvPr id="348" name="文本框 347">
            <a:extLst>
              <a:ext uri="{FF2B5EF4-FFF2-40B4-BE49-F238E27FC236}">
                <a16:creationId xmlns:a16="http://schemas.microsoft.com/office/drawing/2014/main" id="{03A8DBD3-D2B5-477E-B8E8-33666857DD0A}"/>
              </a:ext>
            </a:extLst>
          </p:cNvPr>
          <p:cNvSpPr txBox="1"/>
          <p:nvPr/>
        </p:nvSpPr>
        <p:spPr bwMode="gray">
          <a:xfrm rot="5400000">
            <a:off x="6808191" y="3182744"/>
            <a:ext cx="661913"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rPr>
              <a:t>对账</a:t>
            </a:r>
          </a:p>
        </p:txBody>
      </p:sp>
      <p:sp>
        <p:nvSpPr>
          <p:cNvPr id="349" name="文本框 348">
            <a:extLst>
              <a:ext uri="{FF2B5EF4-FFF2-40B4-BE49-F238E27FC236}">
                <a16:creationId xmlns:a16="http://schemas.microsoft.com/office/drawing/2014/main" id="{BF9810B3-FC2F-4151-AB44-5E18F1D64BEA}"/>
              </a:ext>
            </a:extLst>
          </p:cNvPr>
          <p:cNvSpPr txBox="1"/>
          <p:nvPr/>
        </p:nvSpPr>
        <p:spPr bwMode="gray">
          <a:xfrm rot="5400000">
            <a:off x="7030431" y="3287355"/>
            <a:ext cx="909234"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rPr>
              <a:t>差异对比</a:t>
            </a:r>
          </a:p>
        </p:txBody>
      </p:sp>
      <p:sp>
        <p:nvSpPr>
          <p:cNvPr id="350" name="矩形 349">
            <a:extLst>
              <a:ext uri="{FF2B5EF4-FFF2-40B4-BE49-F238E27FC236}">
                <a16:creationId xmlns:a16="http://schemas.microsoft.com/office/drawing/2014/main" id="{F464D92A-26C2-43D9-8C33-5B586D75F904}"/>
              </a:ext>
            </a:extLst>
          </p:cNvPr>
          <p:cNvSpPr/>
          <p:nvPr/>
        </p:nvSpPr>
        <p:spPr bwMode="gray">
          <a:xfrm>
            <a:off x="6338890" y="3926929"/>
            <a:ext cx="1315632" cy="33738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51" name="文本框 350">
            <a:extLst>
              <a:ext uri="{FF2B5EF4-FFF2-40B4-BE49-F238E27FC236}">
                <a16:creationId xmlns:a16="http://schemas.microsoft.com/office/drawing/2014/main" id="{2AEC0841-D0C8-4C68-993B-8DC3C623D056}"/>
              </a:ext>
            </a:extLst>
          </p:cNvPr>
          <p:cNvSpPr txBox="1"/>
          <p:nvPr/>
        </p:nvSpPr>
        <p:spPr bwMode="gray">
          <a:xfrm>
            <a:off x="6664724" y="3909618"/>
            <a:ext cx="663964"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rPr>
              <a:t>CRUD</a:t>
            </a:r>
            <a:endParaRPr kumimoji="0" lang="zh-CN" altLang="en-US" sz="1400" b="0" i="0" u="none" strike="noStrike" kern="0" cap="none" spc="0" normalizeH="0" baseline="0" noProof="0" dirty="0">
              <a:ln>
                <a:noFill/>
              </a:ln>
              <a:effectLst/>
              <a:uLnTx/>
              <a:uFillTx/>
            </a:endParaRPr>
          </a:p>
        </p:txBody>
      </p:sp>
      <p:sp>
        <p:nvSpPr>
          <p:cNvPr id="352" name="矩形 351">
            <a:extLst>
              <a:ext uri="{FF2B5EF4-FFF2-40B4-BE49-F238E27FC236}">
                <a16:creationId xmlns:a16="http://schemas.microsoft.com/office/drawing/2014/main" id="{C488AADC-A3B3-4BF7-898F-472B9A5D6EA7}"/>
              </a:ext>
            </a:extLst>
          </p:cNvPr>
          <p:cNvSpPr/>
          <p:nvPr/>
        </p:nvSpPr>
        <p:spPr bwMode="gray">
          <a:xfrm>
            <a:off x="6338888" y="4352568"/>
            <a:ext cx="1315632" cy="33738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53" name="文本框 352">
            <a:extLst>
              <a:ext uri="{FF2B5EF4-FFF2-40B4-BE49-F238E27FC236}">
                <a16:creationId xmlns:a16="http://schemas.microsoft.com/office/drawing/2014/main" id="{E5E607A2-C33F-4574-A953-046DEC20C7C6}"/>
              </a:ext>
            </a:extLst>
          </p:cNvPr>
          <p:cNvSpPr txBox="1"/>
          <p:nvPr/>
        </p:nvSpPr>
        <p:spPr bwMode="gray">
          <a:xfrm>
            <a:off x="6360155" y="4402163"/>
            <a:ext cx="1273103"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effectLst/>
                <a:uLnTx/>
                <a:uFillTx/>
              </a:rPr>
              <a:t>Dry Run/</a:t>
            </a:r>
            <a:r>
              <a:rPr kumimoji="0" lang="zh-CN" altLang="en-US" sz="1400" b="0" i="0" u="none" strike="noStrike" kern="0" cap="none" spc="0" normalizeH="0" baseline="0" noProof="0">
                <a:ln>
                  <a:noFill/>
                </a:ln>
                <a:effectLst/>
                <a:uLnTx/>
                <a:uFillTx/>
              </a:rPr>
              <a:t>预</a:t>
            </a:r>
            <a:r>
              <a:rPr kumimoji="0" lang="zh-CN" altLang="en-US" sz="1400" b="0" i="0" u="none" strike="noStrike" kern="0" cap="none" spc="0" normalizeH="0" baseline="0" noProof="0" dirty="0">
                <a:ln>
                  <a:noFill/>
                </a:ln>
                <a:effectLst/>
                <a:uLnTx/>
                <a:uFillTx/>
              </a:rPr>
              <a:t>览</a:t>
            </a:r>
          </a:p>
        </p:txBody>
      </p:sp>
      <p:sp>
        <p:nvSpPr>
          <p:cNvPr id="354" name="矩形 353">
            <a:extLst>
              <a:ext uri="{FF2B5EF4-FFF2-40B4-BE49-F238E27FC236}">
                <a16:creationId xmlns:a16="http://schemas.microsoft.com/office/drawing/2014/main" id="{4B317CB5-4B25-4F40-9D0E-38051C09EBC0}"/>
              </a:ext>
            </a:extLst>
          </p:cNvPr>
          <p:cNvSpPr/>
          <p:nvPr/>
        </p:nvSpPr>
        <p:spPr bwMode="gray">
          <a:xfrm>
            <a:off x="6338890" y="4754076"/>
            <a:ext cx="1315632" cy="33738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55" name="文本框 354">
            <a:extLst>
              <a:ext uri="{FF2B5EF4-FFF2-40B4-BE49-F238E27FC236}">
                <a16:creationId xmlns:a16="http://schemas.microsoft.com/office/drawing/2014/main" id="{11DE00F0-1FFC-43AF-9B0E-376DDF2B0E05}"/>
              </a:ext>
            </a:extLst>
          </p:cNvPr>
          <p:cNvSpPr txBox="1"/>
          <p:nvPr/>
        </p:nvSpPr>
        <p:spPr bwMode="gray">
          <a:xfrm>
            <a:off x="6291229" y="4803671"/>
            <a:ext cx="1410963"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rPr>
              <a:t>下发配置</a:t>
            </a:r>
            <a:r>
              <a:rPr kumimoji="0" lang="en-US" altLang="zh-CN" sz="1400" b="0" i="0" u="none" strike="noStrike" kern="0" cap="none" spc="0" normalizeH="0" baseline="0" noProof="0">
                <a:ln>
                  <a:noFill/>
                </a:ln>
                <a:effectLst/>
                <a:uLnTx/>
                <a:uFillTx/>
              </a:rPr>
              <a:t>/Reset</a:t>
            </a:r>
            <a:endParaRPr kumimoji="0" lang="zh-CN" altLang="en-US" sz="1400" b="0" i="0" u="none" strike="noStrike" kern="0" cap="none" spc="0" normalizeH="0" baseline="0" noProof="0" dirty="0">
              <a:ln>
                <a:noFill/>
              </a:ln>
              <a:effectLst/>
              <a:uLnTx/>
              <a:uFillTx/>
            </a:endParaRPr>
          </a:p>
        </p:txBody>
      </p:sp>
      <p:sp>
        <p:nvSpPr>
          <p:cNvPr id="356" name="矩形 355">
            <a:extLst>
              <a:ext uri="{FF2B5EF4-FFF2-40B4-BE49-F238E27FC236}">
                <a16:creationId xmlns:a16="http://schemas.microsoft.com/office/drawing/2014/main" id="{EB41C09B-1DF7-4DD9-A335-3107FFEE9836}"/>
              </a:ext>
            </a:extLst>
          </p:cNvPr>
          <p:cNvSpPr/>
          <p:nvPr/>
        </p:nvSpPr>
        <p:spPr bwMode="gray">
          <a:xfrm>
            <a:off x="4311452" y="5085266"/>
            <a:ext cx="3450631" cy="332505"/>
          </a:xfrm>
          <a:prstGeom prst="rect">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57" name="矩形 356">
            <a:extLst>
              <a:ext uri="{FF2B5EF4-FFF2-40B4-BE49-F238E27FC236}">
                <a16:creationId xmlns:a16="http://schemas.microsoft.com/office/drawing/2014/main" id="{27CD9B87-E9E4-4F0B-BD00-15438FC87CAD}"/>
              </a:ext>
            </a:extLst>
          </p:cNvPr>
          <p:cNvSpPr/>
          <p:nvPr/>
        </p:nvSpPr>
        <p:spPr bwMode="gray">
          <a:xfrm>
            <a:off x="8157999" y="5076658"/>
            <a:ext cx="1518092" cy="332505"/>
          </a:xfrm>
          <a:prstGeom prst="rect">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58" name="文本框 357">
            <a:extLst>
              <a:ext uri="{FF2B5EF4-FFF2-40B4-BE49-F238E27FC236}">
                <a16:creationId xmlns:a16="http://schemas.microsoft.com/office/drawing/2014/main" id="{91A63F89-856F-440E-90DA-A75708FC56EB}"/>
              </a:ext>
            </a:extLst>
          </p:cNvPr>
          <p:cNvSpPr txBox="1"/>
          <p:nvPr/>
        </p:nvSpPr>
        <p:spPr bwMode="gray">
          <a:xfrm>
            <a:off x="5534281" y="5105956"/>
            <a:ext cx="1147197"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Web UI</a:t>
            </a:r>
            <a:endParaRPr kumimoji="0" lang="zh-CN" altLang="en-US" sz="1400" b="1" i="0" u="none" strike="noStrike" kern="0" cap="none" spc="0" normalizeH="0" baseline="0" noProof="0" dirty="0">
              <a:ln>
                <a:noFill/>
              </a:ln>
              <a:effectLst/>
              <a:uLnTx/>
              <a:uFillTx/>
            </a:endParaRPr>
          </a:p>
        </p:txBody>
      </p:sp>
      <p:sp>
        <p:nvSpPr>
          <p:cNvPr id="359" name="矩形 358">
            <a:extLst>
              <a:ext uri="{FF2B5EF4-FFF2-40B4-BE49-F238E27FC236}">
                <a16:creationId xmlns:a16="http://schemas.microsoft.com/office/drawing/2014/main" id="{2AB029A8-BB29-4226-A64C-AA28DADF97AA}"/>
              </a:ext>
            </a:extLst>
          </p:cNvPr>
          <p:cNvSpPr/>
          <p:nvPr/>
        </p:nvSpPr>
        <p:spPr bwMode="gray">
          <a:xfrm>
            <a:off x="8278582" y="2831067"/>
            <a:ext cx="284708" cy="1019123"/>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60" name="矩形 359">
            <a:extLst>
              <a:ext uri="{FF2B5EF4-FFF2-40B4-BE49-F238E27FC236}">
                <a16:creationId xmlns:a16="http://schemas.microsoft.com/office/drawing/2014/main" id="{70CBDFB7-B5F5-4823-9089-D27A6AD49F1C}"/>
              </a:ext>
            </a:extLst>
          </p:cNvPr>
          <p:cNvSpPr/>
          <p:nvPr/>
        </p:nvSpPr>
        <p:spPr bwMode="gray">
          <a:xfrm>
            <a:off x="8283463" y="3961895"/>
            <a:ext cx="284708" cy="1010883"/>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61" name="矩形 360">
            <a:extLst>
              <a:ext uri="{FF2B5EF4-FFF2-40B4-BE49-F238E27FC236}">
                <a16:creationId xmlns:a16="http://schemas.microsoft.com/office/drawing/2014/main" id="{1F27BD26-B3EE-47CA-B35E-1A5BF82E8884}"/>
              </a:ext>
            </a:extLst>
          </p:cNvPr>
          <p:cNvSpPr/>
          <p:nvPr/>
        </p:nvSpPr>
        <p:spPr bwMode="gray">
          <a:xfrm>
            <a:off x="8660370" y="2831020"/>
            <a:ext cx="929744" cy="451919"/>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62" name="矩形 361">
            <a:extLst>
              <a:ext uri="{FF2B5EF4-FFF2-40B4-BE49-F238E27FC236}">
                <a16:creationId xmlns:a16="http://schemas.microsoft.com/office/drawing/2014/main" id="{273C670D-4518-423B-B6F7-6B7A68E946FB}"/>
              </a:ext>
            </a:extLst>
          </p:cNvPr>
          <p:cNvSpPr/>
          <p:nvPr/>
        </p:nvSpPr>
        <p:spPr bwMode="gray">
          <a:xfrm>
            <a:off x="8660370" y="3398273"/>
            <a:ext cx="929744" cy="451919"/>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63" name="矩形 362">
            <a:extLst>
              <a:ext uri="{FF2B5EF4-FFF2-40B4-BE49-F238E27FC236}">
                <a16:creationId xmlns:a16="http://schemas.microsoft.com/office/drawing/2014/main" id="{7C6ADF56-812F-4C4F-BA9C-E076BBC0C8B5}"/>
              </a:ext>
            </a:extLst>
          </p:cNvPr>
          <p:cNvSpPr/>
          <p:nvPr/>
        </p:nvSpPr>
        <p:spPr bwMode="gray">
          <a:xfrm>
            <a:off x="8660370" y="3962848"/>
            <a:ext cx="929744" cy="451919"/>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64" name="矩形 363">
            <a:extLst>
              <a:ext uri="{FF2B5EF4-FFF2-40B4-BE49-F238E27FC236}">
                <a16:creationId xmlns:a16="http://schemas.microsoft.com/office/drawing/2014/main" id="{E22B8E77-F289-487E-8855-0C81141AD6EF}"/>
              </a:ext>
            </a:extLst>
          </p:cNvPr>
          <p:cNvSpPr/>
          <p:nvPr/>
        </p:nvSpPr>
        <p:spPr bwMode="gray">
          <a:xfrm>
            <a:off x="8660370" y="4520860"/>
            <a:ext cx="929744" cy="451919"/>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65" name="文本框 364">
            <a:extLst>
              <a:ext uri="{FF2B5EF4-FFF2-40B4-BE49-F238E27FC236}">
                <a16:creationId xmlns:a16="http://schemas.microsoft.com/office/drawing/2014/main" id="{94B5E38A-DC84-47A8-B61A-DFA8EDAECF00}"/>
              </a:ext>
            </a:extLst>
          </p:cNvPr>
          <p:cNvSpPr txBox="1"/>
          <p:nvPr/>
        </p:nvSpPr>
        <p:spPr bwMode="gray">
          <a:xfrm rot="5400000">
            <a:off x="7949341" y="3191950"/>
            <a:ext cx="921709" cy="307777"/>
          </a:xfrm>
          <a:prstGeom prst="rect">
            <a:avLst/>
          </a:prstGeom>
          <a:noFill/>
        </p:spPr>
        <p:txBody>
          <a:bodyPr wrap="square" rtlCol="0">
            <a:spAutoFit/>
          </a:bodyPr>
          <a:lstStyle>
            <a:defPPr>
              <a:defRPr lang="zh-CN"/>
            </a:defPPr>
            <a:lvl1pPr>
              <a:defRPr sz="1200">
                <a:latin typeface="微软雅黑" panose="020B0503020204020204" pitchFamily="34" charset="-122"/>
                <a:ea typeface="微软雅黑" panose="020B0503020204020204" pitchFamily="34" charset="-122"/>
              </a:defRPr>
            </a:lvl1pPr>
          </a:lstStyle>
          <a:p>
            <a:pPr defTabSz="914400">
              <a:defRPr/>
            </a:pPr>
            <a:r>
              <a:rPr lang="zh-CN" altLang="en-US" sz="1400" kern="0" dirty="0">
                <a:latin typeface="Huawei Sans"/>
                <a:ea typeface="方正兰亭黑简体"/>
              </a:rPr>
              <a:t>业务管理</a:t>
            </a:r>
          </a:p>
        </p:txBody>
      </p:sp>
      <p:sp>
        <p:nvSpPr>
          <p:cNvPr id="366" name="文本框 365">
            <a:extLst>
              <a:ext uri="{FF2B5EF4-FFF2-40B4-BE49-F238E27FC236}">
                <a16:creationId xmlns:a16="http://schemas.microsoft.com/office/drawing/2014/main" id="{4034F0F9-7D69-43B8-8AA8-ACAD0AD243E7}"/>
              </a:ext>
            </a:extLst>
          </p:cNvPr>
          <p:cNvSpPr txBox="1"/>
          <p:nvPr/>
        </p:nvSpPr>
        <p:spPr bwMode="gray">
          <a:xfrm rot="5400000">
            <a:off x="7949341" y="4337398"/>
            <a:ext cx="92170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rPr>
              <a:t>设备管理</a:t>
            </a:r>
          </a:p>
        </p:txBody>
      </p:sp>
      <p:sp>
        <p:nvSpPr>
          <p:cNvPr id="367" name="文本框 366">
            <a:extLst>
              <a:ext uri="{FF2B5EF4-FFF2-40B4-BE49-F238E27FC236}">
                <a16:creationId xmlns:a16="http://schemas.microsoft.com/office/drawing/2014/main" id="{73B569F8-D2A0-475D-A172-DB8E4ED8FFDB}"/>
              </a:ext>
            </a:extLst>
          </p:cNvPr>
          <p:cNvSpPr txBox="1"/>
          <p:nvPr/>
        </p:nvSpPr>
        <p:spPr bwMode="gray">
          <a:xfrm>
            <a:off x="8810578" y="2897451"/>
            <a:ext cx="594120"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effectLst/>
                <a:uLnTx/>
                <a:uFillTx/>
              </a:rPr>
              <a:t>GET</a:t>
            </a:r>
            <a:endParaRPr kumimoji="0" lang="zh-CN" altLang="en-US" sz="1400" b="0" i="0" u="none" strike="noStrike" kern="0" cap="none" spc="0" normalizeH="0" baseline="0" noProof="0" dirty="0">
              <a:ln>
                <a:noFill/>
              </a:ln>
              <a:effectLst/>
              <a:uLnTx/>
              <a:uFillTx/>
            </a:endParaRPr>
          </a:p>
        </p:txBody>
      </p:sp>
      <p:sp>
        <p:nvSpPr>
          <p:cNvPr id="368" name="文本框 367">
            <a:extLst>
              <a:ext uri="{FF2B5EF4-FFF2-40B4-BE49-F238E27FC236}">
                <a16:creationId xmlns:a16="http://schemas.microsoft.com/office/drawing/2014/main" id="{0A5CF962-F47B-4D52-85C8-5A981501A254}"/>
              </a:ext>
            </a:extLst>
          </p:cNvPr>
          <p:cNvSpPr txBox="1"/>
          <p:nvPr/>
        </p:nvSpPr>
        <p:spPr bwMode="gray">
          <a:xfrm>
            <a:off x="8781363" y="3464705"/>
            <a:ext cx="704144"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effectLst/>
                <a:uLnTx/>
                <a:uFillTx/>
              </a:rPr>
              <a:t>POST</a:t>
            </a:r>
            <a:endParaRPr kumimoji="0" lang="zh-CN" altLang="en-US" sz="1400" b="0" i="0" u="none" strike="noStrike" kern="0" cap="none" spc="0" normalizeH="0" baseline="0" noProof="0" dirty="0">
              <a:ln>
                <a:noFill/>
              </a:ln>
              <a:effectLst/>
              <a:uLnTx/>
              <a:uFillTx/>
            </a:endParaRPr>
          </a:p>
        </p:txBody>
      </p:sp>
      <p:sp>
        <p:nvSpPr>
          <p:cNvPr id="369" name="文本框 368">
            <a:extLst>
              <a:ext uri="{FF2B5EF4-FFF2-40B4-BE49-F238E27FC236}">
                <a16:creationId xmlns:a16="http://schemas.microsoft.com/office/drawing/2014/main" id="{A99171DD-FA16-4739-97BF-9B1421CB27E7}"/>
              </a:ext>
            </a:extLst>
          </p:cNvPr>
          <p:cNvSpPr txBox="1"/>
          <p:nvPr/>
        </p:nvSpPr>
        <p:spPr bwMode="gray">
          <a:xfrm>
            <a:off x="8798359" y="4029280"/>
            <a:ext cx="594120"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effectLst/>
                <a:uLnTx/>
                <a:uFillTx/>
              </a:rPr>
              <a:t>PUT</a:t>
            </a:r>
            <a:endParaRPr kumimoji="0" lang="zh-CN" altLang="en-US" sz="1400" b="0" i="0" u="none" strike="noStrike" kern="0" cap="none" spc="0" normalizeH="0" baseline="0" noProof="0" dirty="0">
              <a:ln>
                <a:noFill/>
              </a:ln>
              <a:effectLst/>
              <a:uLnTx/>
              <a:uFillTx/>
            </a:endParaRPr>
          </a:p>
        </p:txBody>
      </p:sp>
      <p:sp>
        <p:nvSpPr>
          <p:cNvPr id="370" name="文本框 369">
            <a:extLst>
              <a:ext uri="{FF2B5EF4-FFF2-40B4-BE49-F238E27FC236}">
                <a16:creationId xmlns:a16="http://schemas.microsoft.com/office/drawing/2014/main" id="{28F88977-352E-48F7-A078-8171B4843BA5}"/>
              </a:ext>
            </a:extLst>
          </p:cNvPr>
          <p:cNvSpPr txBox="1"/>
          <p:nvPr/>
        </p:nvSpPr>
        <p:spPr bwMode="gray">
          <a:xfrm>
            <a:off x="8686113" y="4587292"/>
            <a:ext cx="865901"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effectLst/>
                <a:uLnTx/>
                <a:uFillTx/>
              </a:rPr>
              <a:t>DELETE</a:t>
            </a:r>
            <a:endParaRPr kumimoji="0" lang="zh-CN" altLang="en-US" sz="1400" b="0" i="0" u="none" strike="noStrike" kern="0" cap="none" spc="0" normalizeH="0" baseline="0" noProof="0" dirty="0">
              <a:ln>
                <a:noFill/>
              </a:ln>
              <a:effectLst/>
              <a:uLnTx/>
              <a:uFillTx/>
            </a:endParaRPr>
          </a:p>
        </p:txBody>
      </p:sp>
      <p:sp>
        <p:nvSpPr>
          <p:cNvPr id="371" name="文本框 370">
            <a:extLst>
              <a:ext uri="{FF2B5EF4-FFF2-40B4-BE49-F238E27FC236}">
                <a16:creationId xmlns:a16="http://schemas.microsoft.com/office/drawing/2014/main" id="{E78A5524-7588-4E8D-9A38-2B95820DEC10}"/>
              </a:ext>
            </a:extLst>
          </p:cNvPr>
          <p:cNvSpPr txBox="1"/>
          <p:nvPr/>
        </p:nvSpPr>
        <p:spPr bwMode="gray">
          <a:xfrm>
            <a:off x="8641496" y="5096248"/>
            <a:ext cx="8128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NBI</a:t>
            </a:r>
            <a:endParaRPr kumimoji="0" lang="zh-CN" altLang="en-US" sz="1400" b="1" i="0" u="none" strike="noStrike" kern="0" cap="none" spc="0" normalizeH="0" baseline="0" noProof="0" dirty="0">
              <a:ln>
                <a:noFill/>
              </a:ln>
              <a:effectLst/>
              <a:uLnTx/>
              <a:uFillTx/>
            </a:endParaRPr>
          </a:p>
        </p:txBody>
      </p:sp>
      <p:sp>
        <p:nvSpPr>
          <p:cNvPr id="372" name="矩形 371">
            <a:extLst>
              <a:ext uri="{FF2B5EF4-FFF2-40B4-BE49-F238E27FC236}">
                <a16:creationId xmlns:a16="http://schemas.microsoft.com/office/drawing/2014/main" id="{77200D22-A54D-4613-9963-3B5CC691184F}"/>
              </a:ext>
            </a:extLst>
          </p:cNvPr>
          <p:cNvSpPr/>
          <p:nvPr/>
        </p:nvSpPr>
        <p:spPr bwMode="gray">
          <a:xfrm>
            <a:off x="926592" y="5520892"/>
            <a:ext cx="8962454" cy="568676"/>
          </a:xfrm>
          <a:prstGeom prst="rect">
            <a:avLst/>
          </a:prstGeom>
          <a:solidFill>
            <a:srgbClr val="389CA5"/>
          </a:solidFill>
          <a:ln>
            <a:noFill/>
          </a:ln>
          <a:effectLst/>
        </p:spPr>
        <p:txBody>
          <a:bodyPr vert="horz" wrap="square" lIns="68549" tIns="34275" rIns="68549" bIns="34275" numCol="1" anchor="t" anchorCtr="0" compatLnSpc="1">
            <a:prstTxWarp prst="textNoShape">
              <a:avLst/>
            </a:prstTxWarp>
            <a:noAutofit/>
          </a:bodyPr>
          <a:lstStyle/>
          <a:p>
            <a:pPr algn="ctr" defTabSz="914034" fontAlgn="ctr">
              <a:spcBef>
                <a:spcPct val="0"/>
              </a:spcBef>
              <a:spcAft>
                <a:spcPct val="0"/>
              </a:spcAft>
            </a:pPr>
            <a:endParaRPr lang="zh-CN" altLang="en-US" sz="1400">
              <a:solidFill>
                <a:srgbClr val="F3FBFE"/>
              </a:solidFill>
              <a:cs typeface="Microsoft YaHei" charset="-122"/>
            </a:endParaRPr>
          </a:p>
        </p:txBody>
      </p:sp>
      <p:grpSp>
        <p:nvGrpSpPr>
          <p:cNvPr id="373" name="组合 372">
            <a:extLst>
              <a:ext uri="{FF2B5EF4-FFF2-40B4-BE49-F238E27FC236}">
                <a16:creationId xmlns:a16="http://schemas.microsoft.com/office/drawing/2014/main" id="{83665F67-FB57-4334-A95F-2BA0E89B4B73}"/>
              </a:ext>
            </a:extLst>
          </p:cNvPr>
          <p:cNvGrpSpPr/>
          <p:nvPr/>
        </p:nvGrpSpPr>
        <p:grpSpPr bwMode="gray">
          <a:xfrm>
            <a:off x="1037937" y="5643392"/>
            <a:ext cx="1315632" cy="357372"/>
            <a:chOff x="4635280" y="2330752"/>
            <a:chExt cx="1410835" cy="415595"/>
          </a:xfrm>
        </p:grpSpPr>
        <p:sp>
          <p:nvSpPr>
            <p:cNvPr id="374" name="矩形 373">
              <a:extLst>
                <a:ext uri="{FF2B5EF4-FFF2-40B4-BE49-F238E27FC236}">
                  <a16:creationId xmlns:a16="http://schemas.microsoft.com/office/drawing/2014/main" id="{6BF849DE-5697-4094-AB15-0DE640391AE1}"/>
                </a:ext>
              </a:extLst>
            </p:cNvPr>
            <p:cNvSpPr/>
            <p:nvPr/>
          </p:nvSpPr>
          <p:spPr bwMode="gray">
            <a:xfrm>
              <a:off x="4635280" y="2330752"/>
              <a:ext cx="1410835" cy="392351"/>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75" name="文本框 374">
              <a:extLst>
                <a:ext uri="{FF2B5EF4-FFF2-40B4-BE49-F238E27FC236}">
                  <a16:creationId xmlns:a16="http://schemas.microsoft.com/office/drawing/2014/main" id="{306A0B1A-BD6E-405D-95F5-0E8585D1E25A}"/>
                </a:ext>
              </a:extLst>
            </p:cNvPr>
            <p:cNvSpPr txBox="1"/>
            <p:nvPr/>
          </p:nvSpPr>
          <p:spPr bwMode="gray">
            <a:xfrm>
              <a:off x="4856631" y="2388427"/>
              <a:ext cx="968141" cy="357920"/>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用户管理</a:t>
              </a:r>
            </a:p>
          </p:txBody>
        </p:sp>
      </p:grpSp>
      <p:grpSp>
        <p:nvGrpSpPr>
          <p:cNvPr id="376" name="组合 375">
            <a:extLst>
              <a:ext uri="{FF2B5EF4-FFF2-40B4-BE49-F238E27FC236}">
                <a16:creationId xmlns:a16="http://schemas.microsoft.com/office/drawing/2014/main" id="{F5B9C868-2271-4BEF-8285-42C66EA49E9B}"/>
              </a:ext>
            </a:extLst>
          </p:cNvPr>
          <p:cNvGrpSpPr/>
          <p:nvPr/>
        </p:nvGrpSpPr>
        <p:grpSpPr bwMode="gray">
          <a:xfrm>
            <a:off x="2508669" y="5643392"/>
            <a:ext cx="1315632" cy="357372"/>
            <a:chOff x="4635280" y="2330752"/>
            <a:chExt cx="1410835" cy="415595"/>
          </a:xfrm>
        </p:grpSpPr>
        <p:sp>
          <p:nvSpPr>
            <p:cNvPr id="377" name="矩形 376">
              <a:extLst>
                <a:ext uri="{FF2B5EF4-FFF2-40B4-BE49-F238E27FC236}">
                  <a16:creationId xmlns:a16="http://schemas.microsoft.com/office/drawing/2014/main" id="{357B3E5C-C8C0-49EA-96B9-3DFFFAEA95AD}"/>
                </a:ext>
              </a:extLst>
            </p:cNvPr>
            <p:cNvSpPr/>
            <p:nvPr/>
          </p:nvSpPr>
          <p:spPr bwMode="gray">
            <a:xfrm>
              <a:off x="4635280" y="2330752"/>
              <a:ext cx="1410835" cy="392351"/>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78" name="文本框 377">
              <a:extLst>
                <a:ext uri="{FF2B5EF4-FFF2-40B4-BE49-F238E27FC236}">
                  <a16:creationId xmlns:a16="http://schemas.microsoft.com/office/drawing/2014/main" id="{EB3A0369-21AB-4EB8-9128-7938FF21F8B8}"/>
                </a:ext>
              </a:extLst>
            </p:cNvPr>
            <p:cNvSpPr txBox="1"/>
            <p:nvPr/>
          </p:nvSpPr>
          <p:spPr bwMode="gray">
            <a:xfrm>
              <a:off x="4856633" y="2388427"/>
              <a:ext cx="968141" cy="357920"/>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事务机制</a:t>
              </a:r>
            </a:p>
          </p:txBody>
        </p:sp>
      </p:grpSp>
      <p:grpSp>
        <p:nvGrpSpPr>
          <p:cNvPr id="379" name="组合 378">
            <a:extLst>
              <a:ext uri="{FF2B5EF4-FFF2-40B4-BE49-F238E27FC236}">
                <a16:creationId xmlns:a16="http://schemas.microsoft.com/office/drawing/2014/main" id="{31CC6799-DA42-4343-97FA-24FAD41F8E9A}"/>
              </a:ext>
            </a:extLst>
          </p:cNvPr>
          <p:cNvGrpSpPr/>
          <p:nvPr/>
        </p:nvGrpSpPr>
        <p:grpSpPr bwMode="gray">
          <a:xfrm>
            <a:off x="3979401" y="5641612"/>
            <a:ext cx="1315632" cy="357372"/>
            <a:chOff x="4635280" y="2330752"/>
            <a:chExt cx="1410835" cy="415595"/>
          </a:xfrm>
        </p:grpSpPr>
        <p:sp>
          <p:nvSpPr>
            <p:cNvPr id="380" name="矩形 379">
              <a:extLst>
                <a:ext uri="{FF2B5EF4-FFF2-40B4-BE49-F238E27FC236}">
                  <a16:creationId xmlns:a16="http://schemas.microsoft.com/office/drawing/2014/main" id="{124A0AA8-8B19-4E86-9F4E-6C5F434837C6}"/>
                </a:ext>
              </a:extLst>
            </p:cNvPr>
            <p:cNvSpPr/>
            <p:nvPr/>
          </p:nvSpPr>
          <p:spPr bwMode="gray">
            <a:xfrm>
              <a:off x="4635280" y="2330752"/>
              <a:ext cx="1410835" cy="392351"/>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81" name="文本框 380">
              <a:extLst>
                <a:ext uri="{FF2B5EF4-FFF2-40B4-BE49-F238E27FC236}">
                  <a16:creationId xmlns:a16="http://schemas.microsoft.com/office/drawing/2014/main" id="{1143A626-B237-49F0-A440-150FD5E0D7AC}"/>
                </a:ext>
              </a:extLst>
            </p:cNvPr>
            <p:cNvSpPr txBox="1"/>
            <p:nvPr/>
          </p:nvSpPr>
          <p:spPr bwMode="gray">
            <a:xfrm>
              <a:off x="4952898" y="2388427"/>
              <a:ext cx="775613" cy="357920"/>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二阶段</a:t>
              </a:r>
            </a:p>
          </p:txBody>
        </p:sp>
      </p:grpSp>
      <p:grpSp>
        <p:nvGrpSpPr>
          <p:cNvPr id="382" name="组合 381">
            <a:extLst>
              <a:ext uri="{FF2B5EF4-FFF2-40B4-BE49-F238E27FC236}">
                <a16:creationId xmlns:a16="http://schemas.microsoft.com/office/drawing/2014/main" id="{14584137-2FDC-4A12-B0D5-43A234E2FE00}"/>
              </a:ext>
            </a:extLst>
          </p:cNvPr>
          <p:cNvGrpSpPr/>
          <p:nvPr/>
        </p:nvGrpSpPr>
        <p:grpSpPr bwMode="gray">
          <a:xfrm>
            <a:off x="5444958" y="5637395"/>
            <a:ext cx="1315632" cy="357372"/>
            <a:chOff x="4635280" y="2330752"/>
            <a:chExt cx="1410835" cy="415595"/>
          </a:xfrm>
        </p:grpSpPr>
        <p:sp>
          <p:nvSpPr>
            <p:cNvPr id="383" name="矩形 382">
              <a:extLst>
                <a:ext uri="{FF2B5EF4-FFF2-40B4-BE49-F238E27FC236}">
                  <a16:creationId xmlns:a16="http://schemas.microsoft.com/office/drawing/2014/main" id="{31418B10-84AE-4385-B581-9E055E03369D}"/>
                </a:ext>
              </a:extLst>
            </p:cNvPr>
            <p:cNvSpPr/>
            <p:nvPr/>
          </p:nvSpPr>
          <p:spPr bwMode="gray">
            <a:xfrm>
              <a:off x="4635280" y="2330752"/>
              <a:ext cx="1410835" cy="392351"/>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84" name="文本框 383">
              <a:extLst>
                <a:ext uri="{FF2B5EF4-FFF2-40B4-BE49-F238E27FC236}">
                  <a16:creationId xmlns:a16="http://schemas.microsoft.com/office/drawing/2014/main" id="{2AA0D81A-BB1F-4F35-9472-7CE672D885C3}"/>
                </a:ext>
              </a:extLst>
            </p:cNvPr>
            <p:cNvSpPr txBox="1"/>
            <p:nvPr/>
          </p:nvSpPr>
          <p:spPr bwMode="gray">
            <a:xfrm>
              <a:off x="4952899" y="2388427"/>
              <a:ext cx="775613" cy="357920"/>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rPr>
                <a:t>全球化</a:t>
              </a:r>
            </a:p>
          </p:txBody>
        </p:sp>
      </p:grpSp>
      <p:grpSp>
        <p:nvGrpSpPr>
          <p:cNvPr id="385" name="组合 384">
            <a:extLst>
              <a:ext uri="{FF2B5EF4-FFF2-40B4-BE49-F238E27FC236}">
                <a16:creationId xmlns:a16="http://schemas.microsoft.com/office/drawing/2014/main" id="{5B3DDB57-24F0-455B-94F2-C4FBE20C8E56}"/>
              </a:ext>
            </a:extLst>
          </p:cNvPr>
          <p:cNvGrpSpPr/>
          <p:nvPr/>
        </p:nvGrpSpPr>
        <p:grpSpPr bwMode="gray">
          <a:xfrm>
            <a:off x="6916902" y="5639565"/>
            <a:ext cx="1315632" cy="357372"/>
            <a:chOff x="4635280" y="2330752"/>
            <a:chExt cx="1410835" cy="415595"/>
          </a:xfrm>
        </p:grpSpPr>
        <p:sp>
          <p:nvSpPr>
            <p:cNvPr id="386" name="矩形 385">
              <a:extLst>
                <a:ext uri="{FF2B5EF4-FFF2-40B4-BE49-F238E27FC236}">
                  <a16:creationId xmlns:a16="http://schemas.microsoft.com/office/drawing/2014/main" id="{EB8D6964-213B-4363-9E76-3BC45C41BD62}"/>
                </a:ext>
              </a:extLst>
            </p:cNvPr>
            <p:cNvSpPr/>
            <p:nvPr/>
          </p:nvSpPr>
          <p:spPr bwMode="gray">
            <a:xfrm>
              <a:off x="4635280" y="2330752"/>
              <a:ext cx="1410835" cy="392351"/>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87" name="文本框 386">
              <a:extLst>
                <a:ext uri="{FF2B5EF4-FFF2-40B4-BE49-F238E27FC236}">
                  <a16:creationId xmlns:a16="http://schemas.microsoft.com/office/drawing/2014/main" id="{4D87ED6A-5C4B-40D2-82C4-C370149BCF56}"/>
                </a:ext>
              </a:extLst>
            </p:cNvPr>
            <p:cNvSpPr txBox="1"/>
            <p:nvPr/>
          </p:nvSpPr>
          <p:spPr bwMode="gray">
            <a:xfrm>
              <a:off x="4764670" y="2388427"/>
              <a:ext cx="1152075" cy="357920"/>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rPr>
                <a:t>NCE Portal</a:t>
              </a:r>
              <a:endParaRPr kumimoji="0" lang="zh-CN" altLang="en-US" sz="1400" b="0" i="0" u="none" strike="noStrike" kern="0" cap="none" spc="0" normalizeH="0" baseline="0" noProof="0" dirty="0">
                <a:ln>
                  <a:noFill/>
                </a:ln>
                <a:effectLst/>
                <a:uLnTx/>
                <a:uFillTx/>
              </a:endParaRPr>
            </a:p>
          </p:txBody>
        </p:sp>
      </p:grpSp>
      <p:grpSp>
        <p:nvGrpSpPr>
          <p:cNvPr id="388" name="组合 387">
            <a:extLst>
              <a:ext uri="{FF2B5EF4-FFF2-40B4-BE49-F238E27FC236}">
                <a16:creationId xmlns:a16="http://schemas.microsoft.com/office/drawing/2014/main" id="{D70DB205-CDD4-414B-BA5D-DD30510BDECD}"/>
              </a:ext>
            </a:extLst>
          </p:cNvPr>
          <p:cNvGrpSpPr/>
          <p:nvPr/>
        </p:nvGrpSpPr>
        <p:grpSpPr bwMode="gray">
          <a:xfrm>
            <a:off x="8382459" y="5633466"/>
            <a:ext cx="1315632" cy="357372"/>
            <a:chOff x="4635280" y="2330752"/>
            <a:chExt cx="1410835" cy="415595"/>
          </a:xfrm>
        </p:grpSpPr>
        <p:sp>
          <p:nvSpPr>
            <p:cNvPr id="389" name="矩形 388">
              <a:extLst>
                <a:ext uri="{FF2B5EF4-FFF2-40B4-BE49-F238E27FC236}">
                  <a16:creationId xmlns:a16="http://schemas.microsoft.com/office/drawing/2014/main" id="{35E2F2E2-3B8F-4716-BE53-604F92E0B524}"/>
                </a:ext>
              </a:extLst>
            </p:cNvPr>
            <p:cNvSpPr/>
            <p:nvPr/>
          </p:nvSpPr>
          <p:spPr bwMode="gray">
            <a:xfrm>
              <a:off x="4635280" y="2330752"/>
              <a:ext cx="1410835" cy="392351"/>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endParaRPr>
            </a:p>
          </p:txBody>
        </p:sp>
        <p:sp>
          <p:nvSpPr>
            <p:cNvPr id="390" name="文本框 389">
              <a:extLst>
                <a:ext uri="{FF2B5EF4-FFF2-40B4-BE49-F238E27FC236}">
                  <a16:creationId xmlns:a16="http://schemas.microsoft.com/office/drawing/2014/main" id="{D84DE8CF-4113-4920-87DC-316512251463}"/>
                </a:ext>
              </a:extLst>
            </p:cNvPr>
            <p:cNvSpPr txBox="1"/>
            <p:nvPr/>
          </p:nvSpPr>
          <p:spPr bwMode="gray">
            <a:xfrm>
              <a:off x="5175513" y="2388427"/>
              <a:ext cx="330393" cy="357920"/>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rPr>
                <a:t>…</a:t>
              </a:r>
              <a:endParaRPr kumimoji="0" lang="zh-CN" altLang="en-US" sz="1400" b="0" i="0" u="none" strike="noStrike" kern="0" cap="none" spc="0" normalizeH="0" baseline="0" noProof="0" dirty="0">
                <a:ln>
                  <a:noFill/>
                </a:ln>
                <a:effectLst/>
                <a:uLnTx/>
                <a:uFillTx/>
              </a:endParaRPr>
            </a:p>
          </p:txBody>
        </p:sp>
      </p:grpSp>
      <p:sp>
        <p:nvSpPr>
          <p:cNvPr id="391" name="文本框 390">
            <a:extLst>
              <a:ext uri="{FF2B5EF4-FFF2-40B4-BE49-F238E27FC236}">
                <a16:creationId xmlns:a16="http://schemas.microsoft.com/office/drawing/2014/main" id="{23B804DD-2D8D-4CD4-B94A-6887BC85EAC7}"/>
              </a:ext>
            </a:extLst>
          </p:cNvPr>
          <p:cNvSpPr txBox="1"/>
          <p:nvPr/>
        </p:nvSpPr>
        <p:spPr bwMode="gray">
          <a:xfrm>
            <a:off x="1244005" y="5342766"/>
            <a:ext cx="2423546"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rPr>
              <a:t>Common Foundation</a:t>
            </a:r>
            <a:endParaRPr kumimoji="0" lang="zh-CN" altLang="en-US" sz="1400" b="1" i="0" u="none" strike="noStrike" kern="0" cap="none" spc="0" normalizeH="0" baseline="0" noProof="0" dirty="0">
              <a:ln>
                <a:noFill/>
              </a:ln>
              <a:solidFill>
                <a:prstClr val="white"/>
              </a:solidFill>
              <a:effectLst/>
              <a:uLnTx/>
              <a:uFillTx/>
            </a:endParaRPr>
          </a:p>
        </p:txBody>
      </p:sp>
      <p:sp>
        <p:nvSpPr>
          <p:cNvPr id="392" name="文本框 391">
            <a:extLst>
              <a:ext uri="{FF2B5EF4-FFF2-40B4-BE49-F238E27FC236}">
                <a16:creationId xmlns:a16="http://schemas.microsoft.com/office/drawing/2014/main" id="{1C165D54-A0CD-4A94-8E7D-A49476F006FB}"/>
              </a:ext>
            </a:extLst>
          </p:cNvPr>
          <p:cNvSpPr txBox="1"/>
          <p:nvPr/>
        </p:nvSpPr>
        <p:spPr bwMode="gray">
          <a:xfrm rot="5400000">
            <a:off x="5991272" y="3302889"/>
            <a:ext cx="94030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rPr>
              <a:t>差异发现</a:t>
            </a:r>
            <a:endParaRPr kumimoji="0" lang="zh-CN" altLang="en-US" sz="1400" b="0" i="0" u="none" strike="noStrike" kern="0" cap="none" spc="0" normalizeH="0" baseline="0" noProof="0" dirty="0">
              <a:ln>
                <a:noFill/>
              </a:ln>
              <a:effectLst/>
              <a:uLnTx/>
              <a:uFillTx/>
            </a:endParaRPr>
          </a:p>
        </p:txBody>
      </p:sp>
      <p:sp>
        <p:nvSpPr>
          <p:cNvPr id="393" name="文本框 392">
            <a:extLst>
              <a:ext uri="{FF2B5EF4-FFF2-40B4-BE49-F238E27FC236}">
                <a16:creationId xmlns:a16="http://schemas.microsoft.com/office/drawing/2014/main" id="{D06510BB-7E8C-4F94-8441-1D2F1BC3F458}"/>
              </a:ext>
            </a:extLst>
          </p:cNvPr>
          <p:cNvSpPr txBox="1"/>
          <p:nvPr/>
        </p:nvSpPr>
        <p:spPr bwMode="gray">
          <a:xfrm>
            <a:off x="2045246" y="1811686"/>
            <a:ext cx="800219"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8BC9A0">
                    <a:lumMod val="50000"/>
                  </a:srgbClr>
                </a:solidFill>
                <a:effectLst/>
                <a:uLnTx/>
                <a:uFillTx/>
              </a:rPr>
              <a:t>设计态</a:t>
            </a:r>
          </a:p>
        </p:txBody>
      </p:sp>
      <p:sp>
        <p:nvSpPr>
          <p:cNvPr id="394" name="文本框 393">
            <a:extLst>
              <a:ext uri="{FF2B5EF4-FFF2-40B4-BE49-F238E27FC236}">
                <a16:creationId xmlns:a16="http://schemas.microsoft.com/office/drawing/2014/main" id="{844F8C78-CFFB-4A53-BB83-A0B9463F81C6}"/>
              </a:ext>
            </a:extLst>
          </p:cNvPr>
          <p:cNvSpPr txBox="1"/>
          <p:nvPr/>
        </p:nvSpPr>
        <p:spPr bwMode="gray">
          <a:xfrm>
            <a:off x="6431021" y="1811686"/>
            <a:ext cx="800219"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a:ln>
                  <a:noFill/>
                </a:ln>
                <a:effectLst/>
                <a:uLnTx/>
                <a:uFillTx/>
              </a:rPr>
              <a:t>运行态</a:t>
            </a:r>
          </a:p>
        </p:txBody>
      </p:sp>
      <p:sp>
        <p:nvSpPr>
          <p:cNvPr id="395" name="矩形 394">
            <a:extLst>
              <a:ext uri="{FF2B5EF4-FFF2-40B4-BE49-F238E27FC236}">
                <a16:creationId xmlns:a16="http://schemas.microsoft.com/office/drawing/2014/main" id="{555F85BC-D17F-4152-BB9E-CA7174275AF2}"/>
              </a:ext>
            </a:extLst>
          </p:cNvPr>
          <p:cNvSpPr/>
          <p:nvPr/>
        </p:nvSpPr>
        <p:spPr bwMode="gray">
          <a:xfrm>
            <a:off x="9918499" y="3803638"/>
            <a:ext cx="247931" cy="237695"/>
          </a:xfrm>
          <a:prstGeom prst="rect">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Huawei Sans"/>
              <a:ea typeface="方正兰亭黑简体"/>
              <a:cs typeface="+mn-cs"/>
            </a:endParaRPr>
          </a:p>
        </p:txBody>
      </p:sp>
      <p:sp>
        <p:nvSpPr>
          <p:cNvPr id="396" name="矩形 395">
            <a:extLst>
              <a:ext uri="{FF2B5EF4-FFF2-40B4-BE49-F238E27FC236}">
                <a16:creationId xmlns:a16="http://schemas.microsoft.com/office/drawing/2014/main" id="{2F6772D6-EC87-43B0-A401-7D37033C2D2D}"/>
              </a:ext>
            </a:extLst>
          </p:cNvPr>
          <p:cNvSpPr/>
          <p:nvPr/>
        </p:nvSpPr>
        <p:spPr bwMode="gray">
          <a:xfrm>
            <a:off x="9918499" y="4191401"/>
            <a:ext cx="247931" cy="237695"/>
          </a:xfrm>
          <a:prstGeom prst="rect">
            <a:avLst/>
          </a:prstGeom>
          <a:solidFill>
            <a:srgbClr val="EC7061"/>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endParaRPr lang="zh-CN" altLang="en-US" sz="2000">
              <a:cs typeface="Arial" charset="0"/>
            </a:endParaRPr>
          </a:p>
        </p:txBody>
      </p:sp>
      <p:sp>
        <p:nvSpPr>
          <p:cNvPr id="397" name="矩形 396">
            <a:extLst>
              <a:ext uri="{FF2B5EF4-FFF2-40B4-BE49-F238E27FC236}">
                <a16:creationId xmlns:a16="http://schemas.microsoft.com/office/drawing/2014/main" id="{2FA77C74-7F15-4C55-892F-2C015E233910}"/>
              </a:ext>
            </a:extLst>
          </p:cNvPr>
          <p:cNvSpPr/>
          <p:nvPr/>
        </p:nvSpPr>
        <p:spPr bwMode="gray">
          <a:xfrm>
            <a:off x="9922520" y="4608241"/>
            <a:ext cx="247931" cy="237695"/>
          </a:xfrm>
          <a:prstGeom prst="rect">
            <a:avLst/>
          </a:prstGeom>
          <a:solidFill>
            <a:srgbClr val="389CA5"/>
          </a:solidFill>
          <a:ln>
            <a:noFill/>
          </a:ln>
          <a:effectLst/>
        </p:spPr>
        <p:txBody>
          <a:bodyPr vert="horz" wrap="square" lIns="68549" tIns="34275" rIns="68549" bIns="34275" numCol="1" anchor="t" anchorCtr="0" compatLnSpc="1">
            <a:prstTxWarp prst="textNoShape">
              <a:avLst/>
            </a:prstTxWarp>
            <a:noAutofit/>
          </a:bodyPr>
          <a:lstStyle/>
          <a:p>
            <a:pPr algn="ctr" defTabSz="914034" fontAlgn="ctr">
              <a:spcBef>
                <a:spcPct val="0"/>
              </a:spcBef>
              <a:spcAft>
                <a:spcPct val="0"/>
              </a:spcAft>
            </a:pPr>
            <a:endParaRPr lang="zh-CN" altLang="en-US" sz="2000">
              <a:cs typeface="Microsoft YaHei" charset="-122"/>
            </a:endParaRPr>
          </a:p>
        </p:txBody>
      </p:sp>
      <p:sp>
        <p:nvSpPr>
          <p:cNvPr id="398" name="矩形 397">
            <a:extLst>
              <a:ext uri="{FF2B5EF4-FFF2-40B4-BE49-F238E27FC236}">
                <a16:creationId xmlns:a16="http://schemas.microsoft.com/office/drawing/2014/main" id="{8CF874BB-4328-43DF-96B2-97A8B885E52B}"/>
              </a:ext>
            </a:extLst>
          </p:cNvPr>
          <p:cNvSpPr/>
          <p:nvPr/>
        </p:nvSpPr>
        <p:spPr bwMode="gray">
          <a:xfrm>
            <a:off x="9922519" y="4979868"/>
            <a:ext cx="247931" cy="237695"/>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endParaRPr lang="zh-CN" altLang="en-US" sz="1200">
              <a:cs typeface="Arial" charset="0"/>
            </a:endParaRPr>
          </a:p>
        </p:txBody>
      </p:sp>
      <p:sp>
        <p:nvSpPr>
          <p:cNvPr id="399" name="文本框 398">
            <a:extLst>
              <a:ext uri="{FF2B5EF4-FFF2-40B4-BE49-F238E27FC236}">
                <a16:creationId xmlns:a16="http://schemas.microsoft.com/office/drawing/2014/main" id="{4705A21A-3E00-4536-B8D2-87D8C48342AA}"/>
              </a:ext>
            </a:extLst>
          </p:cNvPr>
          <p:cNvSpPr txBox="1"/>
          <p:nvPr/>
        </p:nvSpPr>
        <p:spPr bwMode="gray">
          <a:xfrm>
            <a:off x="10160168" y="3826197"/>
            <a:ext cx="954107"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rPr>
              <a:t>由用户操作</a:t>
            </a:r>
          </a:p>
        </p:txBody>
      </p:sp>
      <p:sp>
        <p:nvSpPr>
          <p:cNvPr id="400" name="文本框 399">
            <a:extLst>
              <a:ext uri="{FF2B5EF4-FFF2-40B4-BE49-F238E27FC236}">
                <a16:creationId xmlns:a16="http://schemas.microsoft.com/office/drawing/2014/main" id="{8C5A6C8E-9467-4149-AFEB-5865F715B197}"/>
              </a:ext>
            </a:extLst>
          </p:cNvPr>
          <p:cNvSpPr txBox="1"/>
          <p:nvPr/>
        </p:nvSpPr>
        <p:spPr bwMode="gray">
          <a:xfrm>
            <a:off x="10160168" y="4199476"/>
            <a:ext cx="1569660"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rPr>
              <a:t>由华为或第三方提供</a:t>
            </a:r>
          </a:p>
        </p:txBody>
      </p:sp>
      <p:sp>
        <p:nvSpPr>
          <p:cNvPr id="401" name="文本框 400">
            <a:extLst>
              <a:ext uri="{FF2B5EF4-FFF2-40B4-BE49-F238E27FC236}">
                <a16:creationId xmlns:a16="http://schemas.microsoft.com/office/drawing/2014/main" id="{9CFAC417-AF37-4704-9B1C-A7F4A699621B}"/>
              </a:ext>
            </a:extLst>
          </p:cNvPr>
          <p:cNvSpPr txBox="1"/>
          <p:nvPr/>
        </p:nvSpPr>
        <p:spPr bwMode="gray">
          <a:xfrm>
            <a:off x="10166430" y="4615937"/>
            <a:ext cx="492443"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rPr>
              <a:t>底座</a:t>
            </a:r>
          </a:p>
        </p:txBody>
      </p:sp>
      <p:sp>
        <p:nvSpPr>
          <p:cNvPr id="402" name="文本框 401">
            <a:extLst>
              <a:ext uri="{FF2B5EF4-FFF2-40B4-BE49-F238E27FC236}">
                <a16:creationId xmlns:a16="http://schemas.microsoft.com/office/drawing/2014/main" id="{4B5A76C2-264E-40A8-99A9-3DC9ABFA8D2C}"/>
              </a:ext>
            </a:extLst>
          </p:cNvPr>
          <p:cNvSpPr txBox="1"/>
          <p:nvPr/>
        </p:nvSpPr>
        <p:spPr bwMode="gray">
          <a:xfrm>
            <a:off x="10166430" y="5003182"/>
            <a:ext cx="954107"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rPr>
              <a:t>由用户编程</a:t>
            </a:r>
          </a:p>
        </p:txBody>
      </p:sp>
    </p:spTree>
    <p:extLst>
      <p:ext uri="{BB962C8B-B14F-4D97-AF65-F5344CB8AC3E}">
        <p14:creationId xmlns:p14="http://schemas.microsoft.com/office/powerpoint/2010/main" val="3607186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6563C5-047C-4020-91A7-F44A7772B0F1}"/>
              </a:ext>
            </a:extLst>
          </p:cNvPr>
          <p:cNvSpPr>
            <a:spLocks noGrp="1"/>
          </p:cNvSpPr>
          <p:nvPr>
            <p:ph type="title"/>
          </p:nvPr>
        </p:nvSpPr>
        <p:spPr bwMode="gray"/>
        <p:txBody>
          <a:bodyPr/>
          <a:lstStyle/>
          <a:p>
            <a:r>
              <a:rPr lang="en-US" altLang="zh-CN"/>
              <a:t>NCE</a:t>
            </a:r>
            <a:r>
              <a:rPr lang="zh-CN" altLang="en-US"/>
              <a:t>业务开放可编程开发流程</a:t>
            </a:r>
            <a:endParaRPr lang="zh-CN" altLang="en-US" dirty="0"/>
          </a:p>
        </p:txBody>
      </p:sp>
      <p:sp>
        <p:nvSpPr>
          <p:cNvPr id="5" name="文本占位符 4"/>
          <p:cNvSpPr>
            <a:spLocks noGrp="1"/>
          </p:cNvSpPr>
          <p:nvPr>
            <p:ph type="body" sz="quarter" idx="10"/>
          </p:nvPr>
        </p:nvSpPr>
        <p:spPr bwMode="gray"/>
        <p:txBody>
          <a:bodyPr/>
          <a:lstStyle/>
          <a:p>
            <a:r>
              <a:rPr lang="zh-CN" altLang="en-US" sz="1600" dirty="0"/>
              <a:t>整体开发流程由客户主导，包括需求分析和设计、网元驱动包开发、业务包开发和调测验证。</a:t>
            </a:r>
          </a:p>
          <a:p>
            <a:endParaRPr lang="zh-CN" altLang="en-US" sz="1600" dirty="0"/>
          </a:p>
        </p:txBody>
      </p:sp>
      <p:sp>
        <p:nvSpPr>
          <p:cNvPr id="109" name="文本占位符 110">
            <a:extLst>
              <a:ext uri="{FF2B5EF4-FFF2-40B4-BE49-F238E27FC236}">
                <a16:creationId xmlns:a16="http://schemas.microsoft.com/office/drawing/2014/main" id="{F9D6DAD7-765C-4C06-BE15-B5E555898E88}"/>
              </a:ext>
            </a:extLst>
          </p:cNvPr>
          <p:cNvSpPr txBox="1">
            <a:spLocks/>
          </p:cNvSpPr>
          <p:nvPr/>
        </p:nvSpPr>
        <p:spPr bwMode="gray">
          <a:xfrm>
            <a:off x="468317" y="1233488"/>
            <a:ext cx="11276183" cy="1010438"/>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solidFill>
                <a:prstClr val="black"/>
              </a:solidFill>
            </a:endParaRPr>
          </a:p>
        </p:txBody>
      </p:sp>
      <p:sp>
        <p:nvSpPr>
          <p:cNvPr id="42" name="矩形 41">
            <a:extLst>
              <a:ext uri="{FF2B5EF4-FFF2-40B4-BE49-F238E27FC236}">
                <a16:creationId xmlns:a16="http://schemas.microsoft.com/office/drawing/2014/main" id="{E26BECFE-CC16-4F56-BF7E-B288393F28B1}"/>
              </a:ext>
            </a:extLst>
          </p:cNvPr>
          <p:cNvSpPr/>
          <p:nvPr/>
        </p:nvSpPr>
        <p:spPr bwMode="gray">
          <a:xfrm>
            <a:off x="4511439" y="2362244"/>
            <a:ext cx="6050494" cy="1892611"/>
          </a:xfrm>
          <a:prstGeom prst="rect">
            <a:avLst/>
          </a:prstGeom>
          <a:solidFill>
            <a:srgbClr val="BEE9EE"/>
          </a:solidFill>
          <a:ln w="9525" cap="flat" cmpd="sng" algn="ctr">
            <a:noFill/>
            <a:prstDash val="solid"/>
            <a:miter lim="800000"/>
          </a:ln>
          <a:effectLst/>
        </p:spPr>
        <p:txBody>
          <a:bodyPr lIns="143944" tIns="143944" rtlCol="0" anchor="t"/>
          <a:lstStyle/>
          <a:p>
            <a:pPr marL="0" marR="0" lvl="0" indent="0" defTabSz="914034" eaLnBrk="1" fontAlgn="base" latinLnBrk="0" hangingPunct="1">
              <a:lnSpc>
                <a:spcPct val="100000"/>
              </a:lnSpc>
              <a:spcBef>
                <a:spcPct val="0"/>
              </a:spcBef>
              <a:spcAft>
                <a:spcPct val="0"/>
              </a:spcAft>
              <a:buClr>
                <a:srgbClr val="CC9900"/>
              </a:buClr>
              <a:buSzTx/>
              <a:buFontTx/>
              <a:buNone/>
              <a:tabLst/>
              <a:defRPr/>
            </a:pPr>
            <a:r>
              <a:rPr kumimoji="0" lang="en-US" altLang="zh-CN" sz="1400" b="1" i="0" u="none" strike="noStrike" kern="0" cap="none" spc="0" normalizeH="0" baseline="0" noProof="0" dirty="0">
                <a:ln>
                  <a:noFill/>
                </a:ln>
                <a:effectLst/>
                <a:uLnTx/>
                <a:uFillTx/>
                <a:latin typeface="Huawei Sans"/>
                <a:ea typeface="方正兰亭黑简体"/>
                <a:cs typeface="+mn-cs"/>
              </a:rPr>
              <a:t>SSP</a:t>
            </a:r>
            <a:r>
              <a:rPr kumimoji="0" lang="zh-CN" altLang="en-US" sz="1400" b="1" i="0" u="none" strike="noStrike" kern="0" cap="none" spc="0" normalizeH="0" baseline="0" noProof="0" dirty="0">
                <a:ln>
                  <a:noFill/>
                </a:ln>
                <a:effectLst/>
                <a:uLnTx/>
                <a:uFillTx/>
                <a:latin typeface="Huawei Sans"/>
                <a:ea typeface="方正兰亭黑简体"/>
                <a:cs typeface="+mn-cs"/>
              </a:rPr>
              <a:t>开发</a:t>
            </a:r>
          </a:p>
        </p:txBody>
      </p:sp>
      <p:sp>
        <p:nvSpPr>
          <p:cNvPr id="43" name="矩形 42">
            <a:extLst>
              <a:ext uri="{FF2B5EF4-FFF2-40B4-BE49-F238E27FC236}">
                <a16:creationId xmlns:a16="http://schemas.microsoft.com/office/drawing/2014/main" id="{F1655B9F-4F57-4357-9648-D3A7BC10463B}"/>
              </a:ext>
            </a:extLst>
          </p:cNvPr>
          <p:cNvSpPr/>
          <p:nvPr/>
        </p:nvSpPr>
        <p:spPr bwMode="gray">
          <a:xfrm>
            <a:off x="2935877" y="2362243"/>
            <a:ext cx="1460087" cy="1892612"/>
          </a:xfrm>
          <a:prstGeom prst="rect">
            <a:avLst/>
          </a:prstGeom>
          <a:solidFill>
            <a:srgbClr val="E3F5F7"/>
          </a:solidFill>
          <a:ln w="9525" cap="flat" cmpd="sng" algn="ctr">
            <a:noFill/>
            <a:prstDash val="solid"/>
            <a:miter lim="800000"/>
          </a:ln>
          <a:effectLst/>
        </p:spPr>
        <p:txBody>
          <a:bodyPr lIns="143944" tIns="143944" rtlCol="0" anchor="t"/>
          <a:lstStyle/>
          <a:p>
            <a:pPr marL="0" marR="0" lvl="0" indent="0" defTabSz="914034" eaLnBrk="1" fontAlgn="base" latinLnBrk="0" hangingPunct="1">
              <a:lnSpc>
                <a:spcPct val="100000"/>
              </a:lnSpc>
              <a:spcBef>
                <a:spcPct val="0"/>
              </a:spcBef>
              <a:spcAft>
                <a:spcPct val="0"/>
              </a:spcAft>
              <a:buClr>
                <a:srgbClr val="CC9900"/>
              </a:buClr>
              <a:buSzTx/>
              <a:buFontTx/>
              <a:buNone/>
              <a:tabLst/>
              <a:defRPr/>
            </a:pPr>
            <a:r>
              <a:rPr kumimoji="0" lang="en-US" altLang="zh-CN" sz="1400" b="1" i="0" u="none" strike="noStrike" kern="0" cap="none" spc="0" normalizeH="0" baseline="0" noProof="0" dirty="0">
                <a:ln>
                  <a:noFill/>
                </a:ln>
                <a:effectLst/>
                <a:uLnTx/>
                <a:uFillTx/>
                <a:latin typeface="Huawei Sans"/>
                <a:ea typeface="方正兰亭黑简体"/>
                <a:cs typeface="+mn-cs"/>
              </a:rPr>
              <a:t>SND</a:t>
            </a:r>
            <a:r>
              <a:rPr kumimoji="0" lang="zh-CN" altLang="en-US" sz="1400" b="1" i="0" u="none" strike="noStrike" kern="0" cap="none" spc="0" normalizeH="0" baseline="0" noProof="0" dirty="0">
                <a:ln>
                  <a:noFill/>
                </a:ln>
                <a:effectLst/>
                <a:uLnTx/>
                <a:uFillTx/>
                <a:latin typeface="Huawei Sans"/>
                <a:ea typeface="方正兰亭黑简体"/>
                <a:cs typeface="+mn-cs"/>
              </a:rPr>
              <a:t>开发</a:t>
            </a:r>
            <a:endParaRPr kumimoji="0" lang="en-US" altLang="zh-CN" sz="1400" b="1" i="0" u="none" strike="noStrike" kern="0" cap="none" spc="0" normalizeH="0" baseline="0" noProof="0" dirty="0">
              <a:ln>
                <a:noFill/>
              </a:ln>
              <a:effectLst/>
              <a:uLnTx/>
              <a:uFillTx/>
              <a:latin typeface="Huawei Sans"/>
              <a:ea typeface="方正兰亭黑简体"/>
              <a:cs typeface="+mn-cs"/>
            </a:endParaRPr>
          </a:p>
          <a:p>
            <a:pPr marL="0" marR="0" lvl="0" indent="0" defTabSz="914034" eaLnBrk="1" fontAlgn="base" latinLnBrk="0" hangingPunct="1">
              <a:lnSpc>
                <a:spcPct val="100000"/>
              </a:lnSpc>
              <a:spcBef>
                <a:spcPct val="0"/>
              </a:spcBef>
              <a:spcAft>
                <a:spcPct val="0"/>
              </a:spcAft>
              <a:buClr>
                <a:srgbClr val="CC9900"/>
              </a:buClr>
              <a:buSzTx/>
              <a:buFontTx/>
              <a:buNone/>
              <a:tabLst/>
              <a:defRPr/>
            </a:pPr>
            <a:r>
              <a:rPr kumimoji="0" lang="en-US" altLang="zh-CN" sz="1400" b="1" i="0" u="none" strike="noStrike" kern="0" cap="none" spc="0" normalizeH="0" baseline="0" noProof="0" dirty="0">
                <a:ln>
                  <a:noFill/>
                </a:ln>
                <a:effectLst/>
                <a:uLnTx/>
                <a:uFillTx/>
                <a:latin typeface="Huawei Sans"/>
                <a:ea typeface="方正兰亭黑简体"/>
                <a:cs typeface="+mn-cs"/>
              </a:rPr>
              <a:t>(</a:t>
            </a:r>
            <a:r>
              <a:rPr kumimoji="0" lang="zh-CN" altLang="en-US" sz="1400" b="1" i="0" u="none" strike="noStrike" kern="0" cap="none" spc="0" normalizeH="0" baseline="0" noProof="0" dirty="0">
                <a:ln>
                  <a:noFill/>
                </a:ln>
                <a:effectLst/>
                <a:uLnTx/>
                <a:uFillTx/>
                <a:latin typeface="Huawei Sans"/>
                <a:ea typeface="方正兰亭黑简体"/>
                <a:cs typeface="+mn-cs"/>
              </a:rPr>
              <a:t>按需</a:t>
            </a:r>
            <a:r>
              <a:rPr kumimoji="0" lang="en-US" altLang="zh-CN" sz="1400" b="1" i="0" u="none" strike="noStrike" kern="0" cap="none" spc="0" normalizeH="0" baseline="0" noProof="0" dirty="0">
                <a:ln>
                  <a:noFill/>
                </a:ln>
                <a:effectLst/>
                <a:uLnTx/>
                <a:uFillTx/>
                <a:latin typeface="Huawei Sans"/>
                <a:ea typeface="方正兰亭黑简体"/>
                <a:cs typeface="+mn-cs"/>
              </a:rPr>
              <a:t>)</a:t>
            </a:r>
            <a:endParaRPr kumimoji="0" lang="zh-CN" altLang="en-US" sz="1400" b="1" i="0" u="none" strike="noStrike" kern="0" cap="none" spc="0" normalizeH="0" baseline="0" noProof="0" dirty="0">
              <a:ln>
                <a:noFill/>
              </a:ln>
              <a:effectLst/>
              <a:uLnTx/>
              <a:uFillTx/>
              <a:latin typeface="Huawei Sans"/>
              <a:ea typeface="方正兰亭黑简体"/>
              <a:cs typeface="+mn-cs"/>
            </a:endParaRPr>
          </a:p>
        </p:txBody>
      </p:sp>
      <p:sp>
        <p:nvSpPr>
          <p:cNvPr id="44" name="矩形 43">
            <a:extLst>
              <a:ext uri="{FF2B5EF4-FFF2-40B4-BE49-F238E27FC236}">
                <a16:creationId xmlns:a16="http://schemas.microsoft.com/office/drawing/2014/main" id="{594521DB-751D-425D-B0A2-636639C0409D}"/>
              </a:ext>
            </a:extLst>
          </p:cNvPr>
          <p:cNvSpPr/>
          <p:nvPr/>
        </p:nvSpPr>
        <p:spPr bwMode="gray">
          <a:xfrm>
            <a:off x="485985" y="2339829"/>
            <a:ext cx="846599" cy="1892613"/>
          </a:xfrm>
          <a:prstGeom prst="rect">
            <a:avLst/>
          </a:prstGeom>
          <a:solidFill>
            <a:srgbClr val="EBFFFA"/>
          </a:solidFill>
          <a:ln>
            <a:noFill/>
          </a:ln>
          <a:effectLst/>
        </p:spPr>
        <p:txBody>
          <a:bodyPr vert="horz" wrap="square" lIns="91380" tIns="45690" rIns="91380" bIns="45690" numCol="1" rtlCol="0" anchor="ctr" anchorCtr="0" compatLnSpc="1">
            <a:prstTxWarp prst="textNoShape">
              <a:avLst/>
            </a:prstTxWarp>
          </a:bodyP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dirty="0">
              <a:ln>
                <a:noFill/>
              </a:ln>
              <a:solidFill>
                <a:srgbClr val="1A88AB"/>
              </a:solidFill>
              <a:effectLst/>
              <a:uLnTx/>
              <a:uFillTx/>
            </a:endParaRPr>
          </a:p>
        </p:txBody>
      </p:sp>
      <p:sp>
        <p:nvSpPr>
          <p:cNvPr id="45" name="矩形 44">
            <a:extLst>
              <a:ext uri="{FF2B5EF4-FFF2-40B4-BE49-F238E27FC236}">
                <a16:creationId xmlns:a16="http://schemas.microsoft.com/office/drawing/2014/main" id="{8E33EF62-F95E-427B-A534-CCF7B8334922}"/>
              </a:ext>
            </a:extLst>
          </p:cNvPr>
          <p:cNvSpPr/>
          <p:nvPr/>
        </p:nvSpPr>
        <p:spPr bwMode="gray">
          <a:xfrm>
            <a:off x="1936657" y="2339831"/>
            <a:ext cx="868129" cy="1892612"/>
          </a:xfrm>
          <a:prstGeom prst="rect">
            <a:avLst/>
          </a:prstGeom>
          <a:solidFill>
            <a:srgbClr val="EBFFFA"/>
          </a:solidFill>
          <a:ln>
            <a:noFill/>
          </a:ln>
          <a:effectLst/>
        </p:spPr>
        <p:txBody>
          <a:bodyPr vert="horz" wrap="square" lIns="91380" tIns="45690" rIns="91380" bIns="45690" numCol="1" rtlCol="0" anchor="ctr" anchorCtr="0" compatLnSpc="1">
            <a:prstTxWarp prst="textNoShape">
              <a:avLst/>
            </a:prstTxWarp>
          </a:bodyP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dirty="0">
              <a:ln>
                <a:noFill/>
              </a:ln>
              <a:solidFill>
                <a:srgbClr val="1A88AB"/>
              </a:solidFill>
              <a:effectLst/>
              <a:uLnTx/>
              <a:uFillTx/>
            </a:endParaRPr>
          </a:p>
        </p:txBody>
      </p:sp>
      <p:sp>
        <p:nvSpPr>
          <p:cNvPr id="46" name="矩形 45">
            <a:extLst>
              <a:ext uri="{FF2B5EF4-FFF2-40B4-BE49-F238E27FC236}">
                <a16:creationId xmlns:a16="http://schemas.microsoft.com/office/drawing/2014/main" id="{8C3B65B6-8105-45FA-A16E-F94031E7254C}"/>
              </a:ext>
            </a:extLst>
          </p:cNvPr>
          <p:cNvSpPr/>
          <p:nvPr/>
        </p:nvSpPr>
        <p:spPr bwMode="gray">
          <a:xfrm>
            <a:off x="2958493" y="3103028"/>
            <a:ext cx="1449585" cy="366515"/>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r>
              <a:rPr lang="zh-CN" altLang="en-US" sz="1400" dirty="0">
                <a:solidFill>
                  <a:srgbClr val="F3FBFE"/>
                </a:solidFill>
                <a:cs typeface="Arial" charset="0"/>
              </a:rPr>
              <a:t>新设备驱动开发</a:t>
            </a:r>
          </a:p>
        </p:txBody>
      </p:sp>
      <p:sp>
        <p:nvSpPr>
          <p:cNvPr id="47" name="矩形 46">
            <a:extLst>
              <a:ext uri="{FF2B5EF4-FFF2-40B4-BE49-F238E27FC236}">
                <a16:creationId xmlns:a16="http://schemas.microsoft.com/office/drawing/2014/main" id="{A7D5F381-9F4A-4E7D-9A4F-B165041D3D5F}"/>
              </a:ext>
            </a:extLst>
          </p:cNvPr>
          <p:cNvSpPr/>
          <p:nvPr/>
        </p:nvSpPr>
        <p:spPr bwMode="gray">
          <a:xfrm>
            <a:off x="4641031" y="3103028"/>
            <a:ext cx="1286851" cy="366812"/>
          </a:xfrm>
          <a:prstGeom prst="rect">
            <a:avLst/>
          </a:prstGeom>
          <a:solidFill>
            <a:srgbClr val="56C4D2"/>
          </a:solidFill>
          <a:ln>
            <a:noFill/>
          </a:ln>
          <a:effectLst/>
        </p:spPr>
        <p:txBody>
          <a:bodyPr vert="horz" wrap="square" lIns="91380" tIns="45690" rIns="91380" bIns="45690" numCol="1" rtlCol="0" anchor="ctr" anchorCtr="0" compatLnSpc="1">
            <a:prstTxWarp prst="textNoShape">
              <a:avLst/>
            </a:prstTxWarp>
          </a:bodyP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3FBFE"/>
                </a:solidFill>
                <a:effectLst/>
                <a:uLnTx/>
                <a:uFillTx/>
              </a:rPr>
              <a:t>南向模板开发</a:t>
            </a:r>
          </a:p>
        </p:txBody>
      </p:sp>
      <p:sp>
        <p:nvSpPr>
          <p:cNvPr id="48" name="矩形 47">
            <a:extLst>
              <a:ext uri="{FF2B5EF4-FFF2-40B4-BE49-F238E27FC236}">
                <a16:creationId xmlns:a16="http://schemas.microsoft.com/office/drawing/2014/main" id="{94A1EFBA-B5FA-4908-BFA3-EBBDB8D462B2}"/>
              </a:ext>
            </a:extLst>
          </p:cNvPr>
          <p:cNvSpPr/>
          <p:nvPr/>
        </p:nvSpPr>
        <p:spPr bwMode="gray">
          <a:xfrm>
            <a:off x="7596308" y="3103028"/>
            <a:ext cx="1390944" cy="366812"/>
          </a:xfrm>
          <a:prstGeom prst="rect">
            <a:avLst/>
          </a:prstGeom>
          <a:solidFill>
            <a:srgbClr val="56C4D2"/>
          </a:solidFill>
          <a:ln>
            <a:noFill/>
          </a:ln>
          <a:effectLst/>
        </p:spPr>
        <p:txBody>
          <a:bodyPr vert="horz" wrap="square" lIns="91380" tIns="45690" rIns="91380" bIns="45690" numCol="1" rtlCol="0" anchor="ctr" anchorCtr="0" compatLnSpc="1">
            <a:prstTxWarp prst="textNoShape">
              <a:avLst/>
            </a:prstTxWarp>
          </a:bodyP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3FBFE"/>
                </a:solidFill>
                <a:effectLst/>
                <a:uLnTx/>
                <a:uFillTx/>
              </a:rPr>
              <a:t>Mapping</a:t>
            </a:r>
            <a:r>
              <a:rPr kumimoji="0" lang="zh-CN" altLang="en-US" sz="1400" b="0" i="0" u="none" strike="noStrike" kern="0" cap="none" spc="0" normalizeH="0" baseline="0" noProof="0" dirty="0">
                <a:ln>
                  <a:noFill/>
                </a:ln>
                <a:solidFill>
                  <a:srgbClr val="F3FBFE"/>
                </a:solidFill>
                <a:effectLst/>
                <a:uLnTx/>
                <a:uFillTx/>
              </a:rPr>
              <a:t>代码</a:t>
            </a:r>
          </a:p>
        </p:txBody>
      </p:sp>
      <p:sp>
        <p:nvSpPr>
          <p:cNvPr id="49" name="矩形 48">
            <a:extLst>
              <a:ext uri="{FF2B5EF4-FFF2-40B4-BE49-F238E27FC236}">
                <a16:creationId xmlns:a16="http://schemas.microsoft.com/office/drawing/2014/main" id="{909C895E-208E-4E3D-A42E-45AEFDC50E55}"/>
              </a:ext>
            </a:extLst>
          </p:cNvPr>
          <p:cNvSpPr/>
          <p:nvPr/>
        </p:nvSpPr>
        <p:spPr bwMode="gray">
          <a:xfrm>
            <a:off x="9220205" y="3103027"/>
            <a:ext cx="1173322" cy="366812"/>
          </a:xfrm>
          <a:prstGeom prst="rect">
            <a:avLst/>
          </a:prstGeom>
          <a:solidFill>
            <a:srgbClr val="56C4D2"/>
          </a:solidFill>
          <a:ln>
            <a:noFill/>
          </a:ln>
          <a:effectLst/>
        </p:spPr>
        <p:txBody>
          <a:bodyPr vert="horz" wrap="square" lIns="91380" tIns="45690" rIns="91380" bIns="45690" numCol="1" rtlCol="0" anchor="ctr" anchorCtr="0" compatLnSpc="1">
            <a:prstTxWarp prst="textNoShape">
              <a:avLst/>
            </a:prstTxWarp>
          </a:bodyP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3FBFE"/>
                </a:solidFill>
                <a:effectLst/>
                <a:uLnTx/>
                <a:uFillTx/>
              </a:rPr>
              <a:t>调试验证</a:t>
            </a:r>
          </a:p>
        </p:txBody>
      </p:sp>
      <p:sp>
        <p:nvSpPr>
          <p:cNvPr id="50" name="矩形 49">
            <a:extLst>
              <a:ext uri="{FF2B5EF4-FFF2-40B4-BE49-F238E27FC236}">
                <a16:creationId xmlns:a16="http://schemas.microsoft.com/office/drawing/2014/main" id="{AAE0AB87-D200-446F-B768-45EE9234CC5B}"/>
              </a:ext>
            </a:extLst>
          </p:cNvPr>
          <p:cNvSpPr/>
          <p:nvPr/>
        </p:nvSpPr>
        <p:spPr bwMode="gray">
          <a:xfrm>
            <a:off x="10667545" y="3052228"/>
            <a:ext cx="957845" cy="475112"/>
          </a:xfrm>
          <a:prstGeom prst="rect">
            <a:avLst/>
          </a:prstGeom>
          <a:solidFill>
            <a:srgbClr val="30B5C5"/>
          </a:solidFill>
          <a:ln>
            <a:noFill/>
          </a:ln>
          <a:effectLst/>
        </p:spPr>
        <p:txBody>
          <a:bodyPr vert="horz" wrap="square" lIns="91380" tIns="45690" rIns="91380" bIns="45690" numCol="1" rtlCol="0" anchor="ctr" anchorCtr="0" compatLnSpc="1">
            <a:prstTxWarp prst="textNoShape">
              <a:avLst/>
            </a:prstTxWarp>
          </a:bodyP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3FBFE"/>
                </a:solidFill>
                <a:effectLst/>
                <a:uLnTx/>
                <a:uFillTx/>
              </a:rPr>
              <a:t>进入生产环境</a:t>
            </a:r>
          </a:p>
        </p:txBody>
      </p:sp>
      <p:cxnSp>
        <p:nvCxnSpPr>
          <p:cNvPr id="86" name="直接箭头连接符 85">
            <a:extLst>
              <a:ext uri="{FF2B5EF4-FFF2-40B4-BE49-F238E27FC236}">
                <a16:creationId xmlns:a16="http://schemas.microsoft.com/office/drawing/2014/main" id="{F1E3F7A2-5356-43DB-AC5A-94E8084D00C8}"/>
              </a:ext>
            </a:extLst>
          </p:cNvPr>
          <p:cNvCxnSpPr>
            <a:cxnSpLocks/>
            <a:stCxn id="108" idx="3"/>
            <a:endCxn id="110" idx="1"/>
          </p:cNvCxnSpPr>
          <p:nvPr/>
        </p:nvCxnSpPr>
        <p:spPr bwMode="gray">
          <a:xfrm>
            <a:off x="1344698" y="3274801"/>
            <a:ext cx="577260" cy="11334"/>
          </a:xfrm>
          <a:prstGeom prst="straightConnector1">
            <a:avLst/>
          </a:prstGeom>
          <a:noFill/>
          <a:ln w="9525" cap="flat" cmpd="sng" algn="ctr">
            <a:solidFill>
              <a:sysClr val="windowText" lastClr="000000">
                <a:shade val="95000"/>
                <a:satMod val="105000"/>
              </a:sys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直接箭头连接符 86">
            <a:extLst>
              <a:ext uri="{FF2B5EF4-FFF2-40B4-BE49-F238E27FC236}">
                <a16:creationId xmlns:a16="http://schemas.microsoft.com/office/drawing/2014/main" id="{F807047B-0A3A-47A5-8E11-10D3E88BAFCD}"/>
              </a:ext>
            </a:extLst>
          </p:cNvPr>
          <p:cNvCxnSpPr>
            <a:cxnSpLocks/>
            <a:stCxn id="47" idx="3"/>
            <a:endCxn id="91" idx="1"/>
          </p:cNvCxnSpPr>
          <p:nvPr/>
        </p:nvCxnSpPr>
        <p:spPr bwMode="gray">
          <a:xfrm>
            <a:off x="5927882" y="3286434"/>
            <a:ext cx="116892" cy="0"/>
          </a:xfrm>
          <a:prstGeom prst="straightConnector1">
            <a:avLst/>
          </a:prstGeom>
          <a:noFill/>
          <a:ln w="9525" cap="flat" cmpd="sng" algn="ctr">
            <a:solidFill>
              <a:sysClr val="windowText" lastClr="000000">
                <a:shade val="95000"/>
                <a:satMod val="105000"/>
              </a:sys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87">
            <a:extLst>
              <a:ext uri="{FF2B5EF4-FFF2-40B4-BE49-F238E27FC236}">
                <a16:creationId xmlns:a16="http://schemas.microsoft.com/office/drawing/2014/main" id="{D861C0C0-C317-4082-B23C-5DC7FD852D5C}"/>
              </a:ext>
            </a:extLst>
          </p:cNvPr>
          <p:cNvCxnSpPr>
            <a:stCxn id="48" idx="3"/>
            <a:endCxn id="49" idx="1"/>
          </p:cNvCxnSpPr>
          <p:nvPr/>
        </p:nvCxnSpPr>
        <p:spPr bwMode="gray">
          <a:xfrm flipV="1">
            <a:off x="8987252" y="3286433"/>
            <a:ext cx="232952" cy="1"/>
          </a:xfrm>
          <a:prstGeom prst="straightConnector1">
            <a:avLst/>
          </a:prstGeom>
          <a:noFill/>
          <a:ln w="9525" cap="flat" cmpd="sng" algn="ctr">
            <a:solidFill>
              <a:sysClr val="windowText" lastClr="000000">
                <a:shade val="95000"/>
                <a:satMod val="105000"/>
              </a:sys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箭头连接符 88">
            <a:extLst>
              <a:ext uri="{FF2B5EF4-FFF2-40B4-BE49-F238E27FC236}">
                <a16:creationId xmlns:a16="http://schemas.microsoft.com/office/drawing/2014/main" id="{E08D6AD1-4AA1-4584-815C-ABB6A236D4E5}"/>
              </a:ext>
            </a:extLst>
          </p:cNvPr>
          <p:cNvCxnSpPr>
            <a:cxnSpLocks/>
            <a:stCxn id="49" idx="3"/>
            <a:endCxn id="50" idx="1"/>
          </p:cNvCxnSpPr>
          <p:nvPr/>
        </p:nvCxnSpPr>
        <p:spPr bwMode="gray">
          <a:xfrm>
            <a:off x="10393527" y="3286433"/>
            <a:ext cx="274018" cy="3351"/>
          </a:xfrm>
          <a:prstGeom prst="straightConnector1">
            <a:avLst/>
          </a:prstGeom>
          <a:noFill/>
          <a:ln w="9525" cap="flat" cmpd="sng" algn="ctr">
            <a:solidFill>
              <a:sysClr val="windowText" lastClr="000000">
                <a:shade val="95000"/>
                <a:satMod val="105000"/>
              </a:sys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文本框 89">
            <a:extLst>
              <a:ext uri="{FF2B5EF4-FFF2-40B4-BE49-F238E27FC236}">
                <a16:creationId xmlns:a16="http://schemas.microsoft.com/office/drawing/2014/main" id="{4B4A29F3-4994-435C-BB06-9A947DE15BF9}"/>
              </a:ext>
            </a:extLst>
          </p:cNvPr>
          <p:cNvSpPr txBox="1"/>
          <p:nvPr/>
        </p:nvSpPr>
        <p:spPr bwMode="gray">
          <a:xfrm>
            <a:off x="7156050" y="2541003"/>
            <a:ext cx="902811" cy="307777"/>
          </a:xfrm>
          <a:prstGeom prst="rect">
            <a:avLst/>
          </a:prstGeom>
          <a:noFill/>
        </p:spPr>
        <p:txBody>
          <a:bodyPr wrap="none" rtlCol="0">
            <a:spAutoFit/>
          </a:bodyPr>
          <a:lstStyle/>
          <a:p>
            <a:pPr marL="0" marR="0" lvl="0" indent="0" defTabSz="913838"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black"/>
                </a:solidFill>
                <a:effectLst/>
                <a:uLnTx/>
                <a:uFillTx/>
              </a:rPr>
              <a:t>修改调整</a:t>
            </a:r>
          </a:p>
        </p:txBody>
      </p:sp>
      <p:sp>
        <p:nvSpPr>
          <p:cNvPr id="91" name="矩形 90">
            <a:extLst>
              <a:ext uri="{FF2B5EF4-FFF2-40B4-BE49-F238E27FC236}">
                <a16:creationId xmlns:a16="http://schemas.microsoft.com/office/drawing/2014/main" id="{7241C09B-817A-4EE7-8921-A514A2B231AD}"/>
              </a:ext>
            </a:extLst>
          </p:cNvPr>
          <p:cNvSpPr/>
          <p:nvPr/>
        </p:nvSpPr>
        <p:spPr bwMode="gray">
          <a:xfrm>
            <a:off x="6044774" y="3103028"/>
            <a:ext cx="1433222" cy="366812"/>
          </a:xfrm>
          <a:prstGeom prst="rect">
            <a:avLst/>
          </a:prstGeom>
          <a:solidFill>
            <a:srgbClr val="56C4D2"/>
          </a:solidFill>
          <a:ln>
            <a:noFill/>
          </a:ln>
          <a:effectLst/>
        </p:spPr>
        <p:txBody>
          <a:bodyPr vert="horz" wrap="square" lIns="91380" tIns="45690" rIns="91380" bIns="45690" numCol="1" rtlCol="0" anchor="ctr" anchorCtr="0" compatLnSpc="1">
            <a:prstTxWarp prst="textNoShape">
              <a:avLst/>
            </a:prstTxWarp>
          </a:bodyP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3FBFE"/>
                </a:solidFill>
                <a:effectLst/>
                <a:uLnTx/>
                <a:uFillTx/>
              </a:rPr>
              <a:t>业务</a:t>
            </a:r>
            <a:r>
              <a:rPr kumimoji="0" lang="en-US" altLang="zh-CN" sz="1400" b="0" i="0" u="none" strike="noStrike" kern="0" cap="none" spc="0" normalizeH="0" baseline="0" noProof="0">
                <a:ln>
                  <a:noFill/>
                </a:ln>
                <a:solidFill>
                  <a:srgbClr val="F3FBFE"/>
                </a:solidFill>
                <a:effectLst/>
                <a:uLnTx/>
                <a:uFillTx/>
              </a:rPr>
              <a:t>YANG</a:t>
            </a:r>
            <a:r>
              <a:rPr kumimoji="0" lang="zh-CN" altLang="en-US" sz="1400" b="0" i="0" u="none" strike="noStrike" kern="0" cap="none" spc="0" normalizeH="0" baseline="0" noProof="0">
                <a:ln>
                  <a:noFill/>
                </a:ln>
                <a:solidFill>
                  <a:srgbClr val="F3FBFE"/>
                </a:solidFill>
                <a:effectLst/>
                <a:uLnTx/>
                <a:uFillTx/>
              </a:rPr>
              <a:t>定义</a:t>
            </a:r>
            <a:endParaRPr kumimoji="0" lang="zh-CN" altLang="en-US" sz="1400" b="0" i="0" u="none" strike="noStrike" kern="0" cap="none" spc="0" normalizeH="0" baseline="0" noProof="0" dirty="0">
              <a:ln>
                <a:noFill/>
              </a:ln>
              <a:solidFill>
                <a:srgbClr val="F3FBFE"/>
              </a:solidFill>
              <a:effectLst/>
              <a:uLnTx/>
              <a:uFillTx/>
            </a:endParaRPr>
          </a:p>
        </p:txBody>
      </p:sp>
      <p:cxnSp>
        <p:nvCxnSpPr>
          <p:cNvPr id="92" name="直接箭头连接符 91">
            <a:extLst>
              <a:ext uri="{FF2B5EF4-FFF2-40B4-BE49-F238E27FC236}">
                <a16:creationId xmlns:a16="http://schemas.microsoft.com/office/drawing/2014/main" id="{2E8BB372-6097-41AB-8D28-AACA95C4F853}"/>
              </a:ext>
            </a:extLst>
          </p:cNvPr>
          <p:cNvCxnSpPr>
            <a:cxnSpLocks/>
            <a:stCxn id="91" idx="3"/>
            <a:endCxn id="48" idx="1"/>
          </p:cNvCxnSpPr>
          <p:nvPr/>
        </p:nvCxnSpPr>
        <p:spPr bwMode="gray">
          <a:xfrm>
            <a:off x="7477996" y="3286434"/>
            <a:ext cx="118312" cy="0"/>
          </a:xfrm>
          <a:prstGeom prst="straightConnector1">
            <a:avLst/>
          </a:prstGeom>
          <a:noFill/>
          <a:ln w="9525" cap="flat" cmpd="sng" algn="ctr">
            <a:solidFill>
              <a:sysClr val="windowText" lastClr="000000">
                <a:shade val="95000"/>
                <a:satMod val="105000"/>
              </a:sys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文本框 92">
            <a:extLst>
              <a:ext uri="{FF2B5EF4-FFF2-40B4-BE49-F238E27FC236}">
                <a16:creationId xmlns:a16="http://schemas.microsoft.com/office/drawing/2014/main" id="{66F8B1FB-1EF5-4936-B2CA-2943E3BC6421}"/>
              </a:ext>
            </a:extLst>
          </p:cNvPr>
          <p:cNvSpPr txBox="1"/>
          <p:nvPr/>
        </p:nvSpPr>
        <p:spPr bwMode="gray">
          <a:xfrm>
            <a:off x="6379979" y="1780845"/>
            <a:ext cx="902811" cy="307777"/>
          </a:xfrm>
          <a:prstGeom prst="rect">
            <a:avLst/>
          </a:prstGeom>
          <a:noFill/>
        </p:spPr>
        <p:txBody>
          <a:bodyPr wrap="none" rtlCol="0">
            <a:spAutoFit/>
          </a:bodyPr>
          <a:lstStyle/>
          <a:p>
            <a:pPr marL="0" marR="0" lvl="0" indent="0" defTabSz="913838"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black"/>
                </a:solidFill>
                <a:effectLst/>
                <a:uLnTx/>
                <a:uFillTx/>
              </a:rPr>
              <a:t>增量设计</a:t>
            </a:r>
          </a:p>
        </p:txBody>
      </p:sp>
      <p:sp>
        <p:nvSpPr>
          <p:cNvPr id="94" name="文本框 93">
            <a:extLst>
              <a:ext uri="{FF2B5EF4-FFF2-40B4-BE49-F238E27FC236}">
                <a16:creationId xmlns:a16="http://schemas.microsoft.com/office/drawing/2014/main" id="{E6E7140D-BCA1-4CEC-AFBA-240DC157D6AE}"/>
              </a:ext>
            </a:extLst>
          </p:cNvPr>
          <p:cNvSpPr txBox="1"/>
          <p:nvPr/>
        </p:nvSpPr>
        <p:spPr bwMode="gray">
          <a:xfrm>
            <a:off x="6388410" y="3875743"/>
            <a:ext cx="2531401" cy="307777"/>
          </a:xfrm>
          <a:prstGeom prst="rect">
            <a:avLst/>
          </a:prstGeom>
          <a:noFill/>
        </p:spPr>
        <p:txBody>
          <a:bodyPr wrap="square" rtlCol="0">
            <a:spAutoFit/>
          </a:bodyPr>
          <a:lstStyle>
            <a:defPPr>
              <a:defRPr lang="en-US"/>
            </a:defPPr>
            <a:lvl1pPr marL="0" marR="0" lvl="0" indent="0" algn="ctr" defTabSz="914478" eaLnBrk="1" fontAlgn="auto" latinLnBrk="0" hangingPunct="1">
              <a:lnSpc>
                <a:spcPct val="100000"/>
              </a:lnSpc>
              <a:spcBef>
                <a:spcPts val="0"/>
              </a:spcBef>
              <a:spcAft>
                <a:spcPts val="0"/>
              </a:spcAft>
              <a:buClrTx/>
              <a:buSzTx/>
              <a:buFontTx/>
              <a:buNone/>
              <a:tabLst/>
              <a:defRPr kumimoji="0" sz="1000" i="0" u="none" strike="noStrike" kern="0" cap="none" spc="0" normalizeH="0" baseline="0">
                <a:ln>
                  <a:noFill/>
                </a:ln>
                <a:solidFill>
                  <a:prstClr val="black"/>
                </a:solidFill>
                <a:effectLst/>
                <a:uLnTx/>
                <a:uFillTx/>
                <a:latin typeface="Arial"/>
                <a:ea typeface="微软雅黑"/>
                <a:cs typeface="Arial" pitchFamily="34" charset="0"/>
              </a:defRPr>
            </a:lvl1pPr>
          </a:lstStyle>
          <a:p>
            <a:pPr>
              <a:defRPr/>
            </a:pPr>
            <a:r>
              <a:rPr lang="zh-CN" altLang="en-US" sz="1400" b="1" dirty="0">
                <a:latin typeface="Huawei Sans"/>
                <a:ea typeface="方正兰亭黑简体"/>
              </a:rPr>
              <a:t>客户提供并验证业务包（</a:t>
            </a:r>
            <a:r>
              <a:rPr lang="en-US" altLang="zh-CN" sz="1400" b="1" dirty="0">
                <a:latin typeface="Huawei Sans"/>
                <a:ea typeface="方正兰亭黑简体"/>
              </a:rPr>
              <a:t>1</a:t>
            </a:r>
            <a:r>
              <a:rPr lang="zh-CN" altLang="en-US" sz="1400" b="1" dirty="0">
                <a:latin typeface="Huawei Sans"/>
                <a:ea typeface="方正兰亭黑简体"/>
              </a:rPr>
              <a:t>月）</a:t>
            </a:r>
          </a:p>
        </p:txBody>
      </p:sp>
      <p:sp>
        <p:nvSpPr>
          <p:cNvPr id="97" name="文本框 96">
            <a:extLst>
              <a:ext uri="{FF2B5EF4-FFF2-40B4-BE49-F238E27FC236}">
                <a16:creationId xmlns:a16="http://schemas.microsoft.com/office/drawing/2014/main" id="{3FCF57F0-D05A-4492-9C8A-127085A72C2F}"/>
              </a:ext>
            </a:extLst>
          </p:cNvPr>
          <p:cNvSpPr txBox="1"/>
          <p:nvPr/>
        </p:nvSpPr>
        <p:spPr bwMode="gray">
          <a:xfrm>
            <a:off x="3055293" y="3848151"/>
            <a:ext cx="1205638" cy="307777"/>
          </a:xfrm>
          <a:prstGeom prst="rect">
            <a:avLst/>
          </a:prstGeom>
          <a:noFill/>
        </p:spPr>
        <p:txBody>
          <a:bodyPr wrap="square" rtlCol="0">
            <a:spAutoFit/>
          </a:bodyPr>
          <a:lstStyle>
            <a:defPPr>
              <a:defRPr lang="en-US"/>
            </a:defPPr>
            <a:lvl1pPr marL="0" marR="0" lvl="0" indent="0" algn="ctr" defTabSz="914478" eaLnBrk="1" fontAlgn="auto" latinLnBrk="0" hangingPunct="1">
              <a:lnSpc>
                <a:spcPct val="100000"/>
              </a:lnSpc>
              <a:spcBef>
                <a:spcPts val="0"/>
              </a:spcBef>
              <a:spcAft>
                <a:spcPts val="0"/>
              </a:spcAft>
              <a:buClrTx/>
              <a:buSzTx/>
              <a:buFontTx/>
              <a:buNone/>
              <a:tabLst/>
              <a:defRPr kumimoji="0" sz="1000" i="0" u="none" strike="noStrike" kern="0" cap="none" spc="0" normalizeH="0" baseline="0">
                <a:ln>
                  <a:noFill/>
                </a:ln>
                <a:solidFill>
                  <a:prstClr val="black"/>
                </a:solidFill>
                <a:effectLst/>
                <a:uLnTx/>
                <a:uFillTx/>
                <a:latin typeface="Arial"/>
                <a:ea typeface="微软雅黑"/>
                <a:cs typeface="Arial" pitchFamily="34" charset="0"/>
              </a:defRPr>
            </a:lvl1pPr>
          </a:lstStyle>
          <a:p>
            <a:pPr>
              <a:defRPr/>
            </a:pPr>
            <a:r>
              <a:rPr lang="zh-CN" altLang="en-US" sz="1400" b="1" dirty="0">
                <a:latin typeface="Huawei Sans"/>
                <a:ea typeface="方正兰亭黑简体"/>
              </a:rPr>
              <a:t>华为提供</a:t>
            </a:r>
          </a:p>
        </p:txBody>
      </p:sp>
      <p:cxnSp>
        <p:nvCxnSpPr>
          <p:cNvPr id="98" name="肘形连接符 110">
            <a:extLst>
              <a:ext uri="{FF2B5EF4-FFF2-40B4-BE49-F238E27FC236}">
                <a16:creationId xmlns:a16="http://schemas.microsoft.com/office/drawing/2014/main" id="{FF12EA35-A8C1-44A2-B840-EC5C80B4D544}"/>
              </a:ext>
            </a:extLst>
          </p:cNvPr>
          <p:cNvCxnSpPr>
            <a:cxnSpLocks/>
            <a:stCxn id="46" idx="3"/>
            <a:endCxn id="47" idx="1"/>
          </p:cNvCxnSpPr>
          <p:nvPr/>
        </p:nvCxnSpPr>
        <p:spPr bwMode="gray">
          <a:xfrm>
            <a:off x="4408078" y="3286286"/>
            <a:ext cx="232953" cy="148"/>
          </a:xfrm>
          <a:prstGeom prst="straightConnector1">
            <a:avLst/>
          </a:prstGeom>
          <a:noFill/>
          <a:ln w="6350" cap="flat" cmpd="sng" algn="ctr">
            <a:solidFill>
              <a:sysClr val="windowText" lastClr="000000"/>
            </a:solidFill>
            <a:prstDash val="solid"/>
            <a:miter lim="800000"/>
            <a:tailEnd type="triangle"/>
          </a:ln>
          <a:effectLst/>
        </p:spPr>
      </p:cxnSp>
      <p:sp>
        <p:nvSpPr>
          <p:cNvPr id="99" name="文本框 98">
            <a:extLst>
              <a:ext uri="{FF2B5EF4-FFF2-40B4-BE49-F238E27FC236}">
                <a16:creationId xmlns:a16="http://schemas.microsoft.com/office/drawing/2014/main" id="{46E9DBCD-5981-45F9-B03A-C15DC435515E}"/>
              </a:ext>
            </a:extLst>
          </p:cNvPr>
          <p:cNvSpPr txBox="1"/>
          <p:nvPr/>
        </p:nvSpPr>
        <p:spPr bwMode="gray">
          <a:xfrm>
            <a:off x="1079500" y="3549554"/>
            <a:ext cx="1013967" cy="307777"/>
          </a:xfrm>
          <a:prstGeom prst="rect">
            <a:avLst/>
          </a:prstGeom>
          <a:noFill/>
        </p:spPr>
        <p:txBody>
          <a:bodyPr wrap="square" rtlCol="0">
            <a:spAutoFit/>
          </a:bodyPr>
          <a:lstStyle>
            <a:defPPr>
              <a:defRPr lang="en-US"/>
            </a:defPPr>
            <a:lvl1pPr marL="0" marR="0" lvl="0" indent="0" algn="ctr" defTabSz="914478" eaLnBrk="1" fontAlgn="auto" latinLnBrk="0" hangingPunct="1">
              <a:lnSpc>
                <a:spcPct val="100000"/>
              </a:lnSpc>
              <a:spcBef>
                <a:spcPts val="0"/>
              </a:spcBef>
              <a:spcAft>
                <a:spcPts val="0"/>
              </a:spcAft>
              <a:buClrTx/>
              <a:buSzTx/>
              <a:buFontTx/>
              <a:buNone/>
              <a:tabLst/>
              <a:defRPr kumimoji="0" sz="1000" i="0" u="none" strike="noStrike" kern="0" cap="none" spc="0" normalizeH="0" baseline="0">
                <a:ln>
                  <a:noFill/>
                </a:ln>
                <a:solidFill>
                  <a:prstClr val="black"/>
                </a:solidFill>
                <a:effectLst/>
                <a:uLnTx/>
                <a:uFillTx/>
                <a:latin typeface="Arial"/>
                <a:ea typeface="微软雅黑"/>
                <a:cs typeface="Arial" pitchFamily="34" charset="0"/>
              </a:defRPr>
            </a:lvl1pPr>
          </a:lstStyle>
          <a:p>
            <a:pPr>
              <a:defRPr/>
            </a:pPr>
            <a:r>
              <a:rPr lang="zh-CN" altLang="en-US" sz="1400" b="1" dirty="0">
                <a:latin typeface="Huawei Sans"/>
                <a:ea typeface="方正兰亭黑简体"/>
              </a:rPr>
              <a:t>客户分析</a:t>
            </a:r>
          </a:p>
        </p:txBody>
      </p:sp>
      <p:sp>
        <p:nvSpPr>
          <p:cNvPr id="100" name="矩形 99">
            <a:extLst>
              <a:ext uri="{FF2B5EF4-FFF2-40B4-BE49-F238E27FC236}">
                <a16:creationId xmlns:a16="http://schemas.microsoft.com/office/drawing/2014/main" id="{42280F34-DCE2-4D64-BDF0-5A23894A530D}"/>
              </a:ext>
            </a:extLst>
          </p:cNvPr>
          <p:cNvSpPr/>
          <p:nvPr/>
        </p:nvSpPr>
        <p:spPr bwMode="gray">
          <a:xfrm>
            <a:off x="485985" y="4493718"/>
            <a:ext cx="2318801" cy="1486695"/>
          </a:xfrm>
          <a:prstGeom prst="rect">
            <a:avLst/>
          </a:prstGeom>
          <a:solidFill>
            <a:srgbClr val="EDFFF8"/>
          </a:solidFill>
          <a:ln>
            <a:noFill/>
          </a:ln>
          <a:effectLst/>
        </p:spPr>
        <p:txBody>
          <a:bodyPr vert="horz" wrap="square" lIns="71972" tIns="143944" rIns="91404" bIns="45702" numCol="1" rtlCol="0" anchor="t" anchorCtr="0" compatLnSpc="1">
            <a:prstTxWarp prst="textNoShape">
              <a:avLst/>
            </a:prstTxWarp>
          </a:bodyPr>
          <a:lstStyle/>
          <a:p>
            <a:pPr marL="285750" indent="-285750" defTabSz="914034" fontAlgn="base">
              <a:lnSpc>
                <a:spcPts val="1899"/>
              </a:lnSpc>
              <a:spcBef>
                <a:spcPct val="0"/>
              </a:spcBef>
              <a:spcAft>
                <a:spcPct val="0"/>
              </a:spcAft>
              <a:buSzPct val="100000"/>
              <a:buFont typeface="Arial" panose="020B0604020202020204" pitchFamily="34" charset="0"/>
              <a:buChar char="•"/>
            </a:pPr>
            <a:r>
              <a:rPr lang="zh-CN" altLang="en-US" sz="1400" dirty="0">
                <a:solidFill>
                  <a:prstClr val="black"/>
                </a:solidFill>
                <a:cs typeface="Microsoft YaHei" charset="-122"/>
              </a:rPr>
              <a:t>客户根据业务场景进行需求分析</a:t>
            </a:r>
            <a:endParaRPr lang="en-US" altLang="zh-CN" sz="1400" dirty="0">
              <a:solidFill>
                <a:prstClr val="black"/>
              </a:solidFill>
              <a:cs typeface="Microsoft YaHei" charset="-122"/>
            </a:endParaRPr>
          </a:p>
          <a:p>
            <a:pPr marL="285750" indent="-285750" defTabSz="914034" fontAlgn="base">
              <a:lnSpc>
                <a:spcPts val="1899"/>
              </a:lnSpc>
              <a:spcBef>
                <a:spcPct val="0"/>
              </a:spcBef>
              <a:spcAft>
                <a:spcPct val="0"/>
              </a:spcAft>
              <a:buSzPct val="100000"/>
              <a:buFont typeface="Arial" panose="020B0604020202020204" pitchFamily="34" charset="0"/>
              <a:buChar char="•"/>
            </a:pPr>
            <a:r>
              <a:rPr lang="zh-CN" altLang="en-US" sz="1400" dirty="0">
                <a:solidFill>
                  <a:prstClr val="black"/>
                </a:solidFill>
                <a:cs typeface="Microsoft YaHei" charset="-122"/>
              </a:rPr>
              <a:t>进行</a:t>
            </a:r>
            <a:r>
              <a:rPr lang="en-US" altLang="zh-CN" sz="1400" dirty="0">
                <a:solidFill>
                  <a:prstClr val="black"/>
                </a:solidFill>
                <a:cs typeface="Microsoft YaHei" charset="-122"/>
              </a:rPr>
              <a:t>HLD</a:t>
            </a:r>
            <a:r>
              <a:rPr lang="zh-CN" altLang="en-US" sz="1400" dirty="0">
                <a:solidFill>
                  <a:prstClr val="black"/>
                </a:solidFill>
                <a:cs typeface="Microsoft YaHei" charset="-122"/>
              </a:rPr>
              <a:t>设计，输出需要</a:t>
            </a:r>
            <a:r>
              <a:rPr lang="zh-CN" altLang="en-US" sz="1400" dirty="0">
                <a:solidFill>
                  <a:prstClr val="black"/>
                </a:solidFill>
                <a:highlight>
                  <a:srgbClr val="FFFF00"/>
                </a:highlight>
                <a:cs typeface="Microsoft YaHei" charset="-122"/>
              </a:rPr>
              <a:t>下发的配置和涉及的设备类型</a:t>
            </a:r>
          </a:p>
        </p:txBody>
      </p:sp>
      <p:sp>
        <p:nvSpPr>
          <p:cNvPr id="101" name="矩形 100">
            <a:extLst>
              <a:ext uri="{FF2B5EF4-FFF2-40B4-BE49-F238E27FC236}">
                <a16:creationId xmlns:a16="http://schemas.microsoft.com/office/drawing/2014/main" id="{F977DCE8-1488-4F13-B572-500142EB15B5}"/>
              </a:ext>
            </a:extLst>
          </p:cNvPr>
          <p:cNvSpPr/>
          <p:nvPr/>
        </p:nvSpPr>
        <p:spPr bwMode="gray">
          <a:xfrm>
            <a:off x="2932599" y="4493718"/>
            <a:ext cx="1463364" cy="1486695"/>
          </a:xfrm>
          <a:prstGeom prst="rect">
            <a:avLst/>
          </a:prstGeom>
          <a:solidFill>
            <a:srgbClr val="E3F5F7"/>
          </a:solidFill>
          <a:ln>
            <a:noFill/>
          </a:ln>
          <a:effectLst/>
        </p:spPr>
        <p:txBody>
          <a:bodyPr vert="horz" wrap="square" lIns="71972" tIns="143944" rIns="91404" bIns="45702" numCol="1" rtlCol="0" anchor="t" anchorCtr="0" compatLnSpc="1">
            <a:prstTxWarp prst="textNoShape">
              <a:avLst/>
            </a:prstTxWarp>
          </a:bodyPr>
          <a:lstStyle/>
          <a:p>
            <a:pPr defTabSz="914034" fontAlgn="base">
              <a:lnSpc>
                <a:spcPts val="1899"/>
              </a:lnSpc>
              <a:spcBef>
                <a:spcPct val="0"/>
              </a:spcBef>
              <a:spcAft>
                <a:spcPct val="0"/>
              </a:spcAft>
              <a:buSzPct val="50000"/>
            </a:pPr>
            <a:r>
              <a:rPr lang="zh-CN" altLang="en-US" sz="1400" dirty="0">
                <a:solidFill>
                  <a:prstClr val="black"/>
                </a:solidFill>
                <a:cs typeface="Microsoft YaHei" charset="-122"/>
              </a:rPr>
              <a:t>根据需要下发的配置和涉及的设备类型，进行</a:t>
            </a:r>
            <a:r>
              <a:rPr lang="en-US" altLang="zh-CN" sz="1400" dirty="0">
                <a:solidFill>
                  <a:prstClr val="black"/>
                </a:solidFill>
                <a:cs typeface="Microsoft YaHei" charset="-122"/>
              </a:rPr>
              <a:t>SND</a:t>
            </a:r>
            <a:r>
              <a:rPr lang="zh-CN" altLang="en-US" sz="1400" dirty="0">
                <a:solidFill>
                  <a:prstClr val="black"/>
                </a:solidFill>
                <a:cs typeface="Microsoft YaHei" charset="-122"/>
              </a:rPr>
              <a:t>驱动包的开发</a:t>
            </a:r>
          </a:p>
        </p:txBody>
      </p:sp>
      <p:sp>
        <p:nvSpPr>
          <p:cNvPr id="102" name="矩形 101">
            <a:extLst>
              <a:ext uri="{FF2B5EF4-FFF2-40B4-BE49-F238E27FC236}">
                <a16:creationId xmlns:a16="http://schemas.microsoft.com/office/drawing/2014/main" id="{C77A4C06-861E-4B0A-80DB-02663F843CC9}"/>
              </a:ext>
            </a:extLst>
          </p:cNvPr>
          <p:cNvSpPr/>
          <p:nvPr/>
        </p:nvSpPr>
        <p:spPr bwMode="gray">
          <a:xfrm>
            <a:off x="4724611" y="4493718"/>
            <a:ext cx="1202520" cy="1486695"/>
          </a:xfrm>
          <a:prstGeom prst="rect">
            <a:avLst/>
          </a:prstGeom>
          <a:solidFill>
            <a:srgbClr val="BEE9EE"/>
          </a:solidFill>
          <a:ln>
            <a:noFill/>
          </a:ln>
          <a:effectLst/>
        </p:spPr>
        <p:txBody>
          <a:bodyPr vert="horz" wrap="square" lIns="71972" tIns="143944" rIns="91404" bIns="45702" numCol="1" rtlCol="0" anchor="t" anchorCtr="0" compatLnSpc="1">
            <a:prstTxWarp prst="textNoShape">
              <a:avLst/>
            </a:prstTxWarp>
          </a:bodyPr>
          <a:lstStyle/>
          <a:p>
            <a:pPr defTabSz="914034" fontAlgn="base">
              <a:lnSpc>
                <a:spcPts val="1899"/>
              </a:lnSpc>
              <a:spcBef>
                <a:spcPct val="0"/>
              </a:spcBef>
              <a:spcAft>
                <a:spcPct val="0"/>
              </a:spcAft>
              <a:buSzPct val="50000"/>
            </a:pPr>
            <a:r>
              <a:rPr lang="zh-CN" altLang="en-US" sz="1400" dirty="0">
                <a:solidFill>
                  <a:prstClr val="black"/>
                </a:solidFill>
                <a:cs typeface="Microsoft YaHei" charset="-122"/>
              </a:rPr>
              <a:t>根据驱动包，开发南向</a:t>
            </a:r>
            <a:r>
              <a:rPr lang="en-US" altLang="zh-CN" sz="1400" dirty="0">
                <a:solidFill>
                  <a:prstClr val="black"/>
                </a:solidFill>
                <a:cs typeface="Microsoft YaHei" charset="-122"/>
              </a:rPr>
              <a:t>Jinja2</a:t>
            </a:r>
            <a:r>
              <a:rPr lang="zh-CN" altLang="en-US" sz="1400" dirty="0">
                <a:solidFill>
                  <a:prstClr val="black"/>
                </a:solidFill>
                <a:cs typeface="Microsoft YaHei" charset="-122"/>
              </a:rPr>
              <a:t>模板</a:t>
            </a:r>
          </a:p>
        </p:txBody>
      </p:sp>
      <p:sp>
        <p:nvSpPr>
          <p:cNvPr id="103" name="矩形 102">
            <a:extLst>
              <a:ext uri="{FF2B5EF4-FFF2-40B4-BE49-F238E27FC236}">
                <a16:creationId xmlns:a16="http://schemas.microsoft.com/office/drawing/2014/main" id="{1704C257-22FC-45B8-A7B5-A916AEC42592}"/>
              </a:ext>
            </a:extLst>
          </p:cNvPr>
          <p:cNvSpPr/>
          <p:nvPr/>
        </p:nvSpPr>
        <p:spPr bwMode="gray">
          <a:xfrm>
            <a:off x="6158162" y="4493718"/>
            <a:ext cx="1202520" cy="1486695"/>
          </a:xfrm>
          <a:prstGeom prst="rect">
            <a:avLst/>
          </a:prstGeom>
          <a:solidFill>
            <a:srgbClr val="BEE9EE"/>
          </a:solidFill>
          <a:ln>
            <a:noFill/>
          </a:ln>
          <a:effectLst/>
        </p:spPr>
        <p:txBody>
          <a:bodyPr vert="horz" wrap="square" lIns="71972" tIns="143944" rIns="91404" bIns="45702" numCol="1" rtlCol="0" anchor="t" anchorCtr="0" compatLnSpc="1">
            <a:prstTxWarp prst="textNoShape">
              <a:avLst/>
            </a:prstTxWarp>
          </a:bodyPr>
          <a:lstStyle/>
          <a:p>
            <a:pPr defTabSz="914034" fontAlgn="base">
              <a:lnSpc>
                <a:spcPts val="1899"/>
              </a:lnSpc>
              <a:spcBef>
                <a:spcPct val="0"/>
              </a:spcBef>
              <a:spcAft>
                <a:spcPct val="0"/>
              </a:spcAft>
              <a:buSzPct val="50000"/>
            </a:pPr>
            <a:r>
              <a:rPr lang="zh-CN" altLang="en-US" sz="1400" dirty="0">
                <a:solidFill>
                  <a:prstClr val="black"/>
                </a:solidFill>
                <a:cs typeface="Microsoft YaHei" charset="-122"/>
              </a:rPr>
              <a:t>根据业务场景定义业务</a:t>
            </a:r>
            <a:r>
              <a:rPr lang="en-US" altLang="zh-CN" sz="1400" dirty="0">
                <a:solidFill>
                  <a:prstClr val="black"/>
                </a:solidFill>
                <a:cs typeface="Microsoft YaHei" charset="-122"/>
              </a:rPr>
              <a:t>YANG</a:t>
            </a:r>
            <a:r>
              <a:rPr lang="zh-CN" altLang="en-US" sz="1400" dirty="0">
                <a:solidFill>
                  <a:prstClr val="black"/>
                </a:solidFill>
                <a:cs typeface="Microsoft YaHei" charset="-122"/>
              </a:rPr>
              <a:t>模型</a:t>
            </a:r>
          </a:p>
        </p:txBody>
      </p:sp>
      <p:sp>
        <p:nvSpPr>
          <p:cNvPr id="104" name="矩形 103">
            <a:extLst>
              <a:ext uri="{FF2B5EF4-FFF2-40B4-BE49-F238E27FC236}">
                <a16:creationId xmlns:a16="http://schemas.microsoft.com/office/drawing/2014/main" id="{34DCC6E4-8176-4B61-A528-AD3D8AA14557}"/>
              </a:ext>
            </a:extLst>
          </p:cNvPr>
          <p:cNvSpPr/>
          <p:nvPr/>
        </p:nvSpPr>
        <p:spPr bwMode="gray">
          <a:xfrm>
            <a:off x="7496916" y="4493718"/>
            <a:ext cx="1606812" cy="1486695"/>
          </a:xfrm>
          <a:prstGeom prst="rect">
            <a:avLst/>
          </a:prstGeom>
          <a:solidFill>
            <a:srgbClr val="BEE9EE"/>
          </a:solidFill>
          <a:ln>
            <a:noFill/>
          </a:ln>
          <a:effectLst/>
        </p:spPr>
        <p:txBody>
          <a:bodyPr vert="horz" wrap="square" lIns="71972" tIns="143944" rIns="91404" bIns="45702" numCol="1" rtlCol="0" anchor="t" anchorCtr="0" compatLnSpc="1">
            <a:prstTxWarp prst="textNoShape">
              <a:avLst/>
            </a:prstTxWarp>
          </a:bodyPr>
          <a:lstStyle/>
          <a:p>
            <a:pPr defTabSz="914034" fontAlgn="base">
              <a:lnSpc>
                <a:spcPts val="1899"/>
              </a:lnSpc>
              <a:spcBef>
                <a:spcPct val="0"/>
              </a:spcBef>
              <a:spcAft>
                <a:spcPct val="0"/>
              </a:spcAft>
              <a:buSzPct val="50000"/>
            </a:pPr>
            <a:r>
              <a:rPr lang="zh-CN" altLang="en-US" sz="1400" dirty="0">
                <a:solidFill>
                  <a:prstClr val="black"/>
                </a:solidFill>
                <a:cs typeface="Microsoft YaHei" charset="-122"/>
              </a:rPr>
              <a:t>根据业务场景进行业务代码、逻辑代码开发</a:t>
            </a:r>
            <a:endParaRPr lang="en-US" altLang="zh-CN" sz="1400" dirty="0">
              <a:solidFill>
                <a:prstClr val="black"/>
              </a:solidFill>
              <a:cs typeface="Microsoft YaHei" charset="-122"/>
            </a:endParaRPr>
          </a:p>
        </p:txBody>
      </p:sp>
      <p:sp>
        <p:nvSpPr>
          <p:cNvPr id="105" name="矩形 104">
            <a:extLst>
              <a:ext uri="{FF2B5EF4-FFF2-40B4-BE49-F238E27FC236}">
                <a16:creationId xmlns:a16="http://schemas.microsoft.com/office/drawing/2014/main" id="{DC29AFF9-1C44-4B90-B6BA-62CFFEB1D194}"/>
              </a:ext>
            </a:extLst>
          </p:cNvPr>
          <p:cNvSpPr/>
          <p:nvPr/>
        </p:nvSpPr>
        <p:spPr bwMode="gray">
          <a:xfrm>
            <a:off x="9239961" y="4493718"/>
            <a:ext cx="1244104" cy="1486695"/>
          </a:xfrm>
          <a:prstGeom prst="rect">
            <a:avLst/>
          </a:prstGeom>
          <a:solidFill>
            <a:srgbClr val="BEE9EE"/>
          </a:solidFill>
          <a:ln>
            <a:noFill/>
          </a:ln>
          <a:effectLst/>
        </p:spPr>
        <p:txBody>
          <a:bodyPr vert="horz" wrap="square" lIns="71972" tIns="143944" rIns="91404" bIns="45702" numCol="1" rtlCol="0" anchor="t" anchorCtr="0" compatLnSpc="1">
            <a:prstTxWarp prst="textNoShape">
              <a:avLst/>
            </a:prstTxWarp>
          </a:bodyPr>
          <a:lstStyle/>
          <a:p>
            <a:pPr defTabSz="914034" fontAlgn="base">
              <a:lnSpc>
                <a:spcPts val="1899"/>
              </a:lnSpc>
              <a:spcBef>
                <a:spcPct val="0"/>
              </a:spcBef>
              <a:spcAft>
                <a:spcPct val="0"/>
              </a:spcAft>
              <a:buSzPct val="50000"/>
            </a:pPr>
            <a:r>
              <a:rPr lang="zh-CN" altLang="en-US" sz="1400" dirty="0">
                <a:solidFill>
                  <a:prstClr val="black"/>
                </a:solidFill>
                <a:cs typeface="Microsoft YaHei" charset="-122"/>
              </a:rPr>
              <a:t>在实验室环境进行测试验证</a:t>
            </a:r>
          </a:p>
        </p:txBody>
      </p:sp>
      <p:sp>
        <p:nvSpPr>
          <p:cNvPr id="106" name="矩形 105">
            <a:extLst>
              <a:ext uri="{FF2B5EF4-FFF2-40B4-BE49-F238E27FC236}">
                <a16:creationId xmlns:a16="http://schemas.microsoft.com/office/drawing/2014/main" id="{D20A283C-7A1A-4E9C-BB4F-FCC5BB7F4776}"/>
              </a:ext>
            </a:extLst>
          </p:cNvPr>
          <p:cNvSpPr/>
          <p:nvPr/>
        </p:nvSpPr>
        <p:spPr bwMode="gray">
          <a:xfrm>
            <a:off x="10629444" y="4493718"/>
            <a:ext cx="1038139" cy="1486695"/>
          </a:xfrm>
          <a:prstGeom prst="rect">
            <a:avLst/>
          </a:prstGeom>
          <a:solidFill>
            <a:srgbClr val="E8EAFA"/>
          </a:solidFill>
          <a:ln>
            <a:noFill/>
          </a:ln>
          <a:effectLst/>
        </p:spPr>
        <p:txBody>
          <a:bodyPr vert="horz" wrap="square" lIns="71972" tIns="143944" rIns="91404" bIns="45702" numCol="1" rtlCol="0" anchor="t" anchorCtr="0" compatLnSpc="1">
            <a:prstTxWarp prst="textNoShape">
              <a:avLst/>
            </a:prstTxWarp>
          </a:bodyPr>
          <a:lstStyle/>
          <a:p>
            <a:pPr defTabSz="914034" fontAlgn="base">
              <a:lnSpc>
                <a:spcPts val="1899"/>
              </a:lnSpc>
              <a:spcBef>
                <a:spcPct val="0"/>
              </a:spcBef>
              <a:spcAft>
                <a:spcPct val="0"/>
              </a:spcAft>
              <a:buSzPct val="50000"/>
            </a:pPr>
            <a:r>
              <a:rPr lang="zh-CN" altLang="en-US" sz="1400" dirty="0">
                <a:solidFill>
                  <a:prstClr val="black"/>
                </a:solidFill>
                <a:cs typeface="Microsoft YaHei" charset="-122"/>
              </a:rPr>
              <a:t>验证完成之后，进入生产环境</a:t>
            </a:r>
          </a:p>
        </p:txBody>
      </p:sp>
      <p:cxnSp>
        <p:nvCxnSpPr>
          <p:cNvPr id="107" name="肘形连接符 110">
            <a:extLst>
              <a:ext uri="{FF2B5EF4-FFF2-40B4-BE49-F238E27FC236}">
                <a16:creationId xmlns:a16="http://schemas.microsoft.com/office/drawing/2014/main" id="{AE2E7F08-5E22-4761-B7A6-7D09A51C0960}"/>
              </a:ext>
            </a:extLst>
          </p:cNvPr>
          <p:cNvCxnSpPr>
            <a:cxnSpLocks/>
            <a:stCxn id="110" idx="3"/>
            <a:endCxn id="46" idx="1"/>
          </p:cNvCxnSpPr>
          <p:nvPr/>
        </p:nvCxnSpPr>
        <p:spPr bwMode="gray">
          <a:xfrm>
            <a:off x="2790087" y="3286135"/>
            <a:ext cx="168406" cy="151"/>
          </a:xfrm>
          <a:prstGeom prst="straightConnector1">
            <a:avLst/>
          </a:prstGeom>
          <a:noFill/>
          <a:ln w="6350" cap="flat" cmpd="sng" algn="ctr">
            <a:solidFill>
              <a:sysClr val="windowText" lastClr="000000"/>
            </a:solidFill>
            <a:prstDash val="solid"/>
            <a:miter lim="800000"/>
            <a:tailEnd type="triangle"/>
          </a:ln>
          <a:effectLst/>
        </p:spPr>
      </p:cxnSp>
      <p:sp>
        <p:nvSpPr>
          <p:cNvPr id="108" name="矩形 107">
            <a:extLst>
              <a:ext uri="{FF2B5EF4-FFF2-40B4-BE49-F238E27FC236}">
                <a16:creationId xmlns:a16="http://schemas.microsoft.com/office/drawing/2014/main" id="{9FBB6CF2-6C25-471A-B18D-8F11AB73B618}"/>
              </a:ext>
            </a:extLst>
          </p:cNvPr>
          <p:cNvSpPr/>
          <p:nvPr/>
        </p:nvSpPr>
        <p:spPr bwMode="gray">
          <a:xfrm>
            <a:off x="485984" y="3080060"/>
            <a:ext cx="858714" cy="389481"/>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r>
              <a:rPr lang="zh-CN" altLang="en-US" sz="1400" dirty="0">
                <a:solidFill>
                  <a:srgbClr val="F3FBFE"/>
                </a:solidFill>
                <a:cs typeface="Arial" charset="0"/>
              </a:rPr>
              <a:t>需求分析</a:t>
            </a:r>
          </a:p>
        </p:txBody>
      </p:sp>
      <p:sp>
        <p:nvSpPr>
          <p:cNvPr id="110" name="矩形 109">
            <a:extLst>
              <a:ext uri="{FF2B5EF4-FFF2-40B4-BE49-F238E27FC236}">
                <a16:creationId xmlns:a16="http://schemas.microsoft.com/office/drawing/2014/main" id="{C0667D0F-703F-494F-B02C-FC21F7F15D0E}"/>
              </a:ext>
            </a:extLst>
          </p:cNvPr>
          <p:cNvSpPr/>
          <p:nvPr/>
        </p:nvSpPr>
        <p:spPr bwMode="gray">
          <a:xfrm>
            <a:off x="1921958" y="3102729"/>
            <a:ext cx="868129" cy="366812"/>
          </a:xfrm>
          <a:prstGeom prst="rect">
            <a:avLst/>
          </a:prstGeom>
          <a:solidFill>
            <a:srgbClr val="4DA664"/>
          </a:solidFill>
          <a:ln>
            <a:noFill/>
          </a:ln>
          <a:effectLst/>
        </p:spPr>
        <p:txBody>
          <a:bodyPr vert="horz" wrap="square" lIns="68549" tIns="34275" rIns="68549" bIns="34275" numCol="1" anchor="ctr" anchorCtr="0" compatLnSpc="1">
            <a:prstTxWarp prst="textNoShape">
              <a:avLst/>
            </a:prstTxWarp>
            <a:noAutofit/>
          </a:bodyPr>
          <a:lstStyle/>
          <a:p>
            <a:pPr algn="ctr" defTabSz="914034" fontAlgn="ctr">
              <a:spcBef>
                <a:spcPct val="0"/>
              </a:spcBef>
              <a:spcAft>
                <a:spcPct val="0"/>
              </a:spcAft>
            </a:pPr>
            <a:r>
              <a:rPr lang="en-US" altLang="zh-CN" sz="1400" dirty="0">
                <a:solidFill>
                  <a:srgbClr val="F3FBFE"/>
                </a:solidFill>
                <a:cs typeface="Arial" charset="0"/>
              </a:rPr>
              <a:t>HLD</a:t>
            </a:r>
            <a:r>
              <a:rPr lang="zh-CN" altLang="en-US" sz="1400" dirty="0">
                <a:solidFill>
                  <a:srgbClr val="F3FBFE"/>
                </a:solidFill>
                <a:cs typeface="Arial" charset="0"/>
              </a:rPr>
              <a:t>设计</a:t>
            </a:r>
          </a:p>
        </p:txBody>
      </p:sp>
      <p:cxnSp>
        <p:nvCxnSpPr>
          <p:cNvPr id="111" name="肘形连接符 56">
            <a:extLst>
              <a:ext uri="{FF2B5EF4-FFF2-40B4-BE49-F238E27FC236}">
                <a16:creationId xmlns:a16="http://schemas.microsoft.com/office/drawing/2014/main" id="{411F82FB-DD4C-4BB0-9008-05B8D5E5F082}"/>
              </a:ext>
            </a:extLst>
          </p:cNvPr>
          <p:cNvCxnSpPr>
            <a:cxnSpLocks/>
          </p:cNvCxnSpPr>
          <p:nvPr/>
        </p:nvCxnSpPr>
        <p:spPr bwMode="gray">
          <a:xfrm rot="16200000" flipV="1">
            <a:off x="6761824" y="-1310595"/>
            <a:ext cx="299" cy="8781611"/>
          </a:xfrm>
          <a:prstGeom prst="bentConnector3">
            <a:avLst>
              <a:gd name="adj1" fmla="val 319005686"/>
            </a:avLst>
          </a:prstGeom>
          <a:noFill/>
          <a:ln w="9525" cap="flat" cmpd="sng" algn="ctr">
            <a:solidFill>
              <a:sysClr val="windowText" lastClr="000000">
                <a:shade val="95000"/>
                <a:satMod val="105000"/>
              </a:sys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肘形连接符 57">
            <a:extLst>
              <a:ext uri="{FF2B5EF4-FFF2-40B4-BE49-F238E27FC236}">
                <a16:creationId xmlns:a16="http://schemas.microsoft.com/office/drawing/2014/main" id="{AC3E4713-5946-48C2-AEB8-CFAC2C00920E}"/>
              </a:ext>
            </a:extLst>
          </p:cNvPr>
          <p:cNvCxnSpPr>
            <a:cxnSpLocks/>
          </p:cNvCxnSpPr>
          <p:nvPr/>
        </p:nvCxnSpPr>
        <p:spPr bwMode="gray">
          <a:xfrm rot="16200000" flipH="1" flipV="1">
            <a:off x="7569608" y="839361"/>
            <a:ext cx="1" cy="4481993"/>
          </a:xfrm>
          <a:prstGeom prst="bentConnector3">
            <a:avLst>
              <a:gd name="adj1" fmla="val -22860000000"/>
            </a:avLst>
          </a:prstGeom>
          <a:noFill/>
          <a:ln w="9525" cap="flat" cmpd="sng" algn="ctr">
            <a:solidFill>
              <a:sysClr val="windowText" lastClr="000000">
                <a:shade val="95000"/>
                <a:satMod val="105000"/>
              </a:sys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916299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sym typeface="Huawei Sans" panose="020C0503030203020204" pitchFamily="34" charset="0"/>
              </a:rPr>
              <a:t>背景</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业务开放可编程简介</a:t>
            </a:r>
            <a:endParaRPr lang="en-US" altLang="zh-CN" dirty="0">
              <a:solidFill>
                <a:schemeClr val="bg1">
                  <a:lumMod val="50000"/>
                </a:schemeClr>
              </a:solidFill>
              <a:sym typeface="Huawei Sans" panose="020C0503030203020204" pitchFamily="34" charset="0"/>
            </a:endParaRPr>
          </a:p>
          <a:p>
            <a:r>
              <a:rPr lang="en-US" altLang="zh-CN" b="1" dirty="0">
                <a:sym typeface="Huawei Sans" panose="020C0503030203020204" pitchFamily="34" charset="0"/>
              </a:rPr>
              <a:t>NCE</a:t>
            </a:r>
            <a:r>
              <a:rPr lang="zh-CN" altLang="en-US" b="1" dirty="0">
                <a:sym typeface="Huawei Sans" panose="020C0503030203020204" pitchFamily="34" charset="0"/>
              </a:rPr>
              <a:t>业务开放可编程关键能力</a:t>
            </a:r>
            <a:endParaRPr lang="en-US" altLang="zh-CN" b="1" dirty="0">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业务开放可编程相关概念</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实践用例</a:t>
            </a: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1867243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7A4F2B-084E-4114-B07A-3A83BB071128}"/>
              </a:ext>
            </a:extLst>
          </p:cNvPr>
          <p:cNvSpPr>
            <a:spLocks noGrp="1"/>
          </p:cNvSpPr>
          <p:nvPr>
            <p:ph type="title"/>
          </p:nvPr>
        </p:nvSpPr>
        <p:spPr bwMode="gray"/>
        <p:txBody>
          <a:bodyPr/>
          <a:lstStyle/>
          <a:p>
            <a:r>
              <a:rPr lang="en-US" altLang="zh-CN"/>
              <a:t>NCE</a:t>
            </a:r>
            <a:r>
              <a:rPr lang="zh-CN" altLang="en-US"/>
              <a:t>业务开放可编程关键能力</a:t>
            </a:r>
          </a:p>
        </p:txBody>
      </p:sp>
      <p:sp>
        <p:nvSpPr>
          <p:cNvPr id="3" name="圆角矩形 5">
            <a:extLst>
              <a:ext uri="{FF2B5EF4-FFF2-40B4-BE49-F238E27FC236}">
                <a16:creationId xmlns:a16="http://schemas.microsoft.com/office/drawing/2014/main" id="{58DB2ABF-FC6E-4E8D-BA5B-49BAC534D4BF}"/>
              </a:ext>
            </a:extLst>
          </p:cNvPr>
          <p:cNvSpPr/>
          <p:nvPr/>
        </p:nvSpPr>
        <p:spPr bwMode="gray">
          <a:xfrm>
            <a:off x="2165447" y="1890966"/>
            <a:ext cx="7278823" cy="447622"/>
          </a:xfrm>
          <a:prstGeom prst="roundRect">
            <a:avLst/>
          </a:prstGeom>
          <a:solidFill>
            <a:srgbClr val="30B5C5"/>
          </a:solidFill>
          <a:ln>
            <a:noFill/>
          </a:ln>
        </p:spPr>
        <p:txBody>
          <a:bodyPr wrap="square" rtlCol="0" anchor="ctr" anchorCtr="0">
            <a:noAutofit/>
          </a:bodyPr>
          <a:lstStyle/>
          <a:p>
            <a:pPr algn="ctr"/>
            <a:r>
              <a:rPr lang="zh-CN" altLang="en-US" sz="2000" b="1">
                <a:solidFill>
                  <a:prstClr val="white"/>
                </a:solidFill>
              </a:rPr>
              <a:t>关键能力概览</a:t>
            </a:r>
          </a:p>
        </p:txBody>
      </p:sp>
      <p:sp>
        <p:nvSpPr>
          <p:cNvPr id="4" name="圆角矩形 6">
            <a:extLst>
              <a:ext uri="{FF2B5EF4-FFF2-40B4-BE49-F238E27FC236}">
                <a16:creationId xmlns:a16="http://schemas.microsoft.com/office/drawing/2014/main" id="{2B947B73-DB1C-487A-A213-A1322C641B7E}"/>
              </a:ext>
            </a:extLst>
          </p:cNvPr>
          <p:cNvSpPr/>
          <p:nvPr/>
        </p:nvSpPr>
        <p:spPr bwMode="gray">
          <a:xfrm>
            <a:off x="2144577" y="2389391"/>
            <a:ext cx="7278823" cy="3046209"/>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600">
              <a:solidFill>
                <a:prstClr val="black">
                  <a:lumMod val="75000"/>
                  <a:lumOff val="25000"/>
                </a:prstClr>
              </a:solidFill>
            </a:endParaRPr>
          </a:p>
        </p:txBody>
      </p:sp>
      <p:sp>
        <p:nvSpPr>
          <p:cNvPr id="5" name="圆角矩形 7">
            <a:extLst>
              <a:ext uri="{FF2B5EF4-FFF2-40B4-BE49-F238E27FC236}">
                <a16:creationId xmlns:a16="http://schemas.microsoft.com/office/drawing/2014/main" id="{D5C1D32A-27C7-4301-9CF2-BC5E18A12EF9}"/>
              </a:ext>
            </a:extLst>
          </p:cNvPr>
          <p:cNvSpPr/>
          <p:nvPr/>
        </p:nvSpPr>
        <p:spPr bwMode="gray">
          <a:xfrm>
            <a:off x="2555178" y="2610841"/>
            <a:ext cx="2894726" cy="44762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rPr>
              <a:t>设备能力开放</a:t>
            </a:r>
          </a:p>
        </p:txBody>
      </p:sp>
      <p:sp>
        <p:nvSpPr>
          <p:cNvPr id="6" name="圆角矩形 8">
            <a:extLst>
              <a:ext uri="{FF2B5EF4-FFF2-40B4-BE49-F238E27FC236}">
                <a16:creationId xmlns:a16="http://schemas.microsoft.com/office/drawing/2014/main" id="{06FC6829-7B2D-4FBF-9B15-3EC010A88A14}"/>
              </a:ext>
            </a:extLst>
          </p:cNvPr>
          <p:cNvSpPr/>
          <p:nvPr/>
        </p:nvSpPr>
        <p:spPr bwMode="gray">
          <a:xfrm>
            <a:off x="2555178" y="3316178"/>
            <a:ext cx="2894726" cy="44762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rPr>
              <a:t>业务能力开放</a:t>
            </a:r>
          </a:p>
        </p:txBody>
      </p:sp>
      <p:sp>
        <p:nvSpPr>
          <p:cNvPr id="8" name="圆角矩形 7">
            <a:extLst>
              <a:ext uri="{FF2B5EF4-FFF2-40B4-BE49-F238E27FC236}">
                <a16:creationId xmlns:a16="http://schemas.microsoft.com/office/drawing/2014/main" id="{99EA69BF-4847-4B30-A39B-2CFB623F996F}"/>
              </a:ext>
            </a:extLst>
          </p:cNvPr>
          <p:cNvSpPr/>
          <p:nvPr/>
        </p:nvSpPr>
        <p:spPr bwMode="gray">
          <a:xfrm>
            <a:off x="2555178" y="4021515"/>
            <a:ext cx="2894726" cy="44762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rPr>
              <a:t>业务屏蔽设备差异</a:t>
            </a:r>
          </a:p>
        </p:txBody>
      </p:sp>
      <p:sp>
        <p:nvSpPr>
          <p:cNvPr id="9" name="圆角矩形 8">
            <a:extLst>
              <a:ext uri="{FF2B5EF4-FFF2-40B4-BE49-F238E27FC236}">
                <a16:creationId xmlns:a16="http://schemas.microsoft.com/office/drawing/2014/main" id="{DDFD6A4F-3238-4565-A6D6-DF0DACFBFA28}"/>
              </a:ext>
            </a:extLst>
          </p:cNvPr>
          <p:cNvSpPr/>
          <p:nvPr/>
        </p:nvSpPr>
        <p:spPr bwMode="gray">
          <a:xfrm>
            <a:off x="2555178" y="4726852"/>
            <a:ext cx="2894726" cy="44762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rPr>
              <a:t>多协议对接</a:t>
            </a:r>
          </a:p>
        </p:txBody>
      </p:sp>
      <p:sp>
        <p:nvSpPr>
          <p:cNvPr id="10" name="圆角矩形 8">
            <a:extLst>
              <a:ext uri="{FF2B5EF4-FFF2-40B4-BE49-F238E27FC236}">
                <a16:creationId xmlns:a16="http://schemas.microsoft.com/office/drawing/2014/main" id="{04DFC262-3992-4164-81DA-316C3C9D9051}"/>
              </a:ext>
            </a:extLst>
          </p:cNvPr>
          <p:cNvSpPr/>
          <p:nvPr/>
        </p:nvSpPr>
        <p:spPr bwMode="gray">
          <a:xfrm>
            <a:off x="6061726" y="2610844"/>
            <a:ext cx="2894726" cy="44762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rPr>
              <a:t>批量配置</a:t>
            </a:r>
          </a:p>
        </p:txBody>
      </p:sp>
      <p:sp>
        <p:nvSpPr>
          <p:cNvPr id="11" name="圆角矩形 8">
            <a:extLst>
              <a:ext uri="{FF2B5EF4-FFF2-40B4-BE49-F238E27FC236}">
                <a16:creationId xmlns:a16="http://schemas.microsoft.com/office/drawing/2014/main" id="{C367AFE9-F4E5-442B-8D11-1AA4D3B4EB83}"/>
              </a:ext>
            </a:extLst>
          </p:cNvPr>
          <p:cNvSpPr/>
          <p:nvPr/>
        </p:nvSpPr>
        <p:spPr bwMode="gray">
          <a:xfrm>
            <a:off x="6061726" y="3316181"/>
            <a:ext cx="2894726" cy="44762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rPr>
              <a:t>事务机制</a:t>
            </a:r>
          </a:p>
        </p:txBody>
      </p:sp>
      <p:sp>
        <p:nvSpPr>
          <p:cNvPr id="12" name="圆角矩形 8">
            <a:extLst>
              <a:ext uri="{FF2B5EF4-FFF2-40B4-BE49-F238E27FC236}">
                <a16:creationId xmlns:a16="http://schemas.microsoft.com/office/drawing/2014/main" id="{24B59D74-1774-487F-982B-DDC94C9CDE69}"/>
              </a:ext>
            </a:extLst>
          </p:cNvPr>
          <p:cNvSpPr/>
          <p:nvPr/>
        </p:nvSpPr>
        <p:spPr bwMode="gray">
          <a:xfrm>
            <a:off x="6061726" y="4021515"/>
            <a:ext cx="2894726" cy="44762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rPr>
              <a:t>业务冲突检测</a:t>
            </a:r>
          </a:p>
        </p:txBody>
      </p:sp>
      <p:sp>
        <p:nvSpPr>
          <p:cNvPr id="14" name="圆角矩形 8">
            <a:extLst>
              <a:ext uri="{FF2B5EF4-FFF2-40B4-BE49-F238E27FC236}">
                <a16:creationId xmlns:a16="http://schemas.microsoft.com/office/drawing/2014/main" id="{840D2FFB-380C-4958-AAC1-3959117464E8}"/>
              </a:ext>
            </a:extLst>
          </p:cNvPr>
          <p:cNvSpPr/>
          <p:nvPr/>
        </p:nvSpPr>
        <p:spPr bwMode="gray">
          <a:xfrm>
            <a:off x="6061726" y="4726852"/>
            <a:ext cx="2894726" cy="44762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rPr>
              <a:t>安全审计</a:t>
            </a:r>
          </a:p>
        </p:txBody>
      </p:sp>
    </p:spTree>
    <p:extLst>
      <p:ext uri="{BB962C8B-B14F-4D97-AF65-F5344CB8AC3E}">
        <p14:creationId xmlns:p14="http://schemas.microsoft.com/office/powerpoint/2010/main" val="3729131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8DB33-A514-44F7-9088-54C5507A86D6}"/>
              </a:ext>
            </a:extLst>
          </p:cNvPr>
          <p:cNvSpPr>
            <a:spLocks noGrp="1"/>
          </p:cNvSpPr>
          <p:nvPr>
            <p:ph type="title"/>
          </p:nvPr>
        </p:nvSpPr>
        <p:spPr bwMode="gray"/>
        <p:txBody>
          <a:bodyPr/>
          <a:lstStyle/>
          <a:p>
            <a:r>
              <a:rPr lang="zh-CN" altLang="en-US"/>
              <a:t>设备能力开放</a:t>
            </a:r>
          </a:p>
        </p:txBody>
      </p:sp>
      <p:sp>
        <p:nvSpPr>
          <p:cNvPr id="5" name="文本占位符 4"/>
          <p:cNvSpPr>
            <a:spLocks noGrp="1"/>
          </p:cNvSpPr>
          <p:nvPr>
            <p:ph type="body" sz="quarter" idx="10"/>
          </p:nvPr>
        </p:nvSpPr>
        <p:spPr bwMode="gray"/>
        <p:txBody>
          <a:bodyPr/>
          <a:lstStyle/>
          <a:p>
            <a:r>
              <a:rPr lang="zh-CN" altLang="en-US" sz="1600" dirty="0"/>
              <a:t>开放设备原子能力。</a:t>
            </a:r>
            <a:r>
              <a:rPr lang="zh-CN" altLang="en-US" sz="1600" dirty="0">
                <a:highlight>
                  <a:srgbClr val="FFFF00"/>
                </a:highlight>
              </a:rPr>
              <a:t>基于设备</a:t>
            </a:r>
            <a:r>
              <a:rPr lang="en-US" altLang="zh-CN" sz="1600" dirty="0">
                <a:highlight>
                  <a:srgbClr val="FFFF00"/>
                </a:highlight>
              </a:rPr>
              <a:t>YANG</a:t>
            </a:r>
            <a:r>
              <a:rPr lang="zh-CN" altLang="en-US" sz="1600" dirty="0">
                <a:highlight>
                  <a:srgbClr val="FFFF00"/>
                </a:highlight>
              </a:rPr>
              <a:t>模型驱动</a:t>
            </a:r>
            <a:r>
              <a:rPr lang="zh-CN" altLang="en-US" sz="1600" dirty="0"/>
              <a:t>，</a:t>
            </a:r>
            <a:r>
              <a:rPr lang="en-US" altLang="zh-CN" sz="1600" dirty="0"/>
              <a:t>NCE</a:t>
            </a:r>
            <a:r>
              <a:rPr lang="zh-CN" altLang="en-US" sz="1600" dirty="0"/>
              <a:t>业务开放可编程系统自动生成北向接口和配置页面，快速管理华为和三方设备。支持设备数据一致性的差异比较、配置对账、配置同步。</a:t>
            </a:r>
          </a:p>
          <a:p>
            <a:endParaRPr lang="zh-CN" altLang="en-US" sz="1600" dirty="0"/>
          </a:p>
        </p:txBody>
      </p:sp>
      <p:sp>
        <p:nvSpPr>
          <p:cNvPr id="73" name="文本占位符 110">
            <a:extLst>
              <a:ext uri="{FF2B5EF4-FFF2-40B4-BE49-F238E27FC236}">
                <a16:creationId xmlns:a16="http://schemas.microsoft.com/office/drawing/2014/main" id="{D22BB3D5-4723-45BB-AF02-05A81ED6934F}"/>
              </a:ext>
            </a:extLst>
          </p:cNvPr>
          <p:cNvSpPr txBox="1">
            <a:spLocks/>
          </p:cNvSpPr>
          <p:nvPr/>
        </p:nvSpPr>
        <p:spPr bwMode="gray">
          <a:xfrm>
            <a:off x="468317" y="1233488"/>
            <a:ext cx="11276183" cy="1010438"/>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zh-CN" sz="1800" dirty="0">
              <a:solidFill>
                <a:prstClr val="black"/>
              </a:solidFill>
            </a:endParaRPr>
          </a:p>
        </p:txBody>
      </p:sp>
      <p:sp>
        <p:nvSpPr>
          <p:cNvPr id="19" name="圆角矩形 45">
            <a:extLst>
              <a:ext uri="{FF2B5EF4-FFF2-40B4-BE49-F238E27FC236}">
                <a16:creationId xmlns:a16="http://schemas.microsoft.com/office/drawing/2014/main" id="{F9D50915-65B0-4691-89E7-FD08ECB46318}"/>
              </a:ext>
            </a:extLst>
          </p:cNvPr>
          <p:cNvSpPr/>
          <p:nvPr>
            <p:custDataLst>
              <p:tags r:id="rId1"/>
            </p:custDataLst>
          </p:nvPr>
        </p:nvSpPr>
        <p:spPr bwMode="gray">
          <a:xfrm>
            <a:off x="3114767" y="2088917"/>
            <a:ext cx="5788066" cy="3643438"/>
          </a:xfrm>
          <a:prstGeom prst="rect">
            <a:avLst/>
          </a:prstGeom>
          <a:noFill/>
          <a:ln w="12700" cap="flat" cmpd="sng" algn="ctr">
            <a:solidFill>
              <a:srgbClr val="56C4D2"/>
            </a:solidFill>
            <a:prstDash val="solid"/>
          </a:ln>
          <a:effectLst/>
        </p:spPr>
        <p:txBody>
          <a:bodyPr rtlCol="0" anchor="ctr"/>
          <a:lstStyle/>
          <a:p>
            <a:pPr marL="0" marR="0" lvl="0" indent="0" algn="ctr" defTabSz="1217656" eaLnBrk="0" fontAlgn="auto"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a typeface="微软雅黑" panose="020B0503020204020204" pitchFamily="34" charset="-122"/>
            </a:endParaRPr>
          </a:p>
        </p:txBody>
      </p:sp>
      <p:sp>
        <p:nvSpPr>
          <p:cNvPr id="20" name="矩形 19">
            <a:extLst>
              <a:ext uri="{FF2B5EF4-FFF2-40B4-BE49-F238E27FC236}">
                <a16:creationId xmlns:a16="http://schemas.microsoft.com/office/drawing/2014/main" id="{ECEACDA0-0CB4-4994-96C5-DC2F122EB160}"/>
              </a:ext>
            </a:extLst>
          </p:cNvPr>
          <p:cNvSpPr/>
          <p:nvPr/>
        </p:nvSpPr>
        <p:spPr bwMode="gray">
          <a:xfrm>
            <a:off x="3288332" y="2223630"/>
            <a:ext cx="5380887" cy="2280083"/>
          </a:xfrm>
          <a:prstGeom prst="rect">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6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21" name="矩形 20">
            <a:extLst>
              <a:ext uri="{FF2B5EF4-FFF2-40B4-BE49-F238E27FC236}">
                <a16:creationId xmlns:a16="http://schemas.microsoft.com/office/drawing/2014/main" id="{C5D6F801-3394-4AB5-9A3C-5EB05A3CE771}"/>
              </a:ext>
            </a:extLst>
          </p:cNvPr>
          <p:cNvSpPr/>
          <p:nvPr/>
        </p:nvSpPr>
        <p:spPr bwMode="gray">
          <a:xfrm>
            <a:off x="3317955" y="2407464"/>
            <a:ext cx="2712580" cy="1274548"/>
          </a:xfrm>
          <a:prstGeom prst="rect">
            <a:avLst/>
          </a:prstGeom>
          <a:solidFill>
            <a:srgbClr val="F3FDEE"/>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en-US" altLang="zh-CN" sz="1600" b="1" kern="0" dirty="0">
                <a:solidFill>
                  <a:srgbClr val="56B970"/>
                </a:solidFill>
                <a:cs typeface="Arial" charset="0"/>
              </a:rPr>
              <a:t>NCE</a:t>
            </a:r>
            <a:r>
              <a:rPr lang="zh-CN" altLang="en-US" sz="1600" b="1" kern="0" dirty="0">
                <a:solidFill>
                  <a:srgbClr val="56B970"/>
                </a:solidFill>
                <a:cs typeface="Arial" charset="0"/>
              </a:rPr>
              <a:t>业务开放可编程</a:t>
            </a:r>
          </a:p>
        </p:txBody>
      </p:sp>
      <p:sp>
        <p:nvSpPr>
          <p:cNvPr id="22" name="矩形 21">
            <a:extLst>
              <a:ext uri="{FF2B5EF4-FFF2-40B4-BE49-F238E27FC236}">
                <a16:creationId xmlns:a16="http://schemas.microsoft.com/office/drawing/2014/main" id="{128B48B5-06A7-48E6-9ECD-301FD5F70AB6}"/>
              </a:ext>
            </a:extLst>
          </p:cNvPr>
          <p:cNvSpPr/>
          <p:nvPr/>
        </p:nvSpPr>
        <p:spPr bwMode="gray">
          <a:xfrm>
            <a:off x="6083337" y="2407463"/>
            <a:ext cx="2279133" cy="1118168"/>
          </a:xfrm>
          <a:prstGeom prst="rect">
            <a:avLst/>
          </a:prstGeom>
          <a:solidFill>
            <a:srgbClr val="EFFBFD"/>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zh-CN" altLang="en-US" sz="1600" b="0" i="0" u="none" strike="noStrike" kern="0" cap="none" spc="0" normalizeH="0" baseline="0" noProof="0" dirty="0">
                <a:ln>
                  <a:noFill/>
                </a:ln>
                <a:solidFill>
                  <a:srgbClr val="389CA5"/>
                </a:solidFill>
                <a:effectLst/>
                <a:uLnTx/>
                <a:uFillTx/>
              </a:rPr>
              <a:t>运行时承载方式</a:t>
            </a:r>
          </a:p>
        </p:txBody>
      </p:sp>
      <p:sp>
        <p:nvSpPr>
          <p:cNvPr id="23" name="文本框 22">
            <a:extLst>
              <a:ext uri="{FF2B5EF4-FFF2-40B4-BE49-F238E27FC236}">
                <a16:creationId xmlns:a16="http://schemas.microsoft.com/office/drawing/2014/main" id="{DDD44944-A528-4520-A7ED-15A6F06A7007}"/>
              </a:ext>
            </a:extLst>
          </p:cNvPr>
          <p:cNvSpPr txBox="1"/>
          <p:nvPr/>
        </p:nvSpPr>
        <p:spPr bwMode="gray">
          <a:xfrm>
            <a:off x="3075416" y="4720841"/>
            <a:ext cx="3108543" cy="793230"/>
          </a:xfrm>
          <a:prstGeom prst="rect">
            <a:avLst/>
          </a:prstGeom>
          <a:noFill/>
        </p:spPr>
        <p:txBody>
          <a:bodyPr wrap="none" rtlCol="0">
            <a:spAutoFit/>
          </a:bodyPr>
          <a:lstStyle/>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快速管理华为和三</a:t>
            </a:r>
            <a:r>
              <a:rPr kumimoji="0" lang="zh-CN" altLang="en-US" sz="1600" b="0" i="0" u="none" strike="noStrike" kern="0" cap="none" spc="0" normalizeH="0" baseline="0" noProof="0">
                <a:ln>
                  <a:noFill/>
                </a:ln>
                <a:solidFill>
                  <a:srgbClr val="000000"/>
                </a:solidFill>
                <a:effectLst/>
                <a:uLnTx/>
                <a:uFillTx/>
              </a:rPr>
              <a:t>方设备。</a:t>
            </a:r>
            <a:endParaRPr kumimoji="0" lang="en-US" altLang="zh-CN" sz="1600" b="0" i="0" u="none" strike="noStrike" kern="0" cap="none" spc="0" normalizeH="0" baseline="0" noProof="0" dirty="0">
              <a:ln>
                <a:noFill/>
              </a:ln>
              <a:solidFill>
                <a:srgbClr val="000000"/>
              </a:solidFill>
              <a:effectLst/>
              <a:uLnTx/>
              <a:uFillTx/>
            </a:endParaRP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设备配置</a:t>
            </a:r>
            <a:r>
              <a:rPr kumimoji="0" lang="zh-CN" altLang="en-US" sz="1600" b="0" i="0" u="none" strike="noStrike" kern="0" cap="none" spc="0" normalizeH="0" baseline="0" noProof="0">
                <a:ln>
                  <a:noFill/>
                </a:ln>
                <a:solidFill>
                  <a:srgbClr val="000000"/>
                </a:solidFill>
                <a:effectLst/>
                <a:uLnTx/>
                <a:uFillTx/>
              </a:rPr>
              <a:t>能力开放。</a:t>
            </a:r>
            <a:endParaRPr kumimoji="0" lang="zh-CN" altLang="en-US" sz="1600" b="0" i="0" u="none" strike="noStrike" kern="0" cap="none" spc="0" normalizeH="0" baseline="0" noProof="0" dirty="0">
              <a:ln>
                <a:noFill/>
              </a:ln>
              <a:solidFill>
                <a:srgbClr val="000000"/>
              </a:solidFill>
              <a:effectLst/>
              <a:uLnTx/>
              <a:uFillTx/>
            </a:endParaRPr>
          </a:p>
        </p:txBody>
      </p:sp>
      <p:sp>
        <p:nvSpPr>
          <p:cNvPr id="24" name="矩形 23">
            <a:extLst>
              <a:ext uri="{FF2B5EF4-FFF2-40B4-BE49-F238E27FC236}">
                <a16:creationId xmlns:a16="http://schemas.microsoft.com/office/drawing/2014/main" id="{4C4DC3E4-4A23-48EF-B003-6BC636D980B7}"/>
              </a:ext>
            </a:extLst>
          </p:cNvPr>
          <p:cNvSpPr/>
          <p:nvPr/>
        </p:nvSpPr>
        <p:spPr bwMode="gray">
          <a:xfrm>
            <a:off x="3912233" y="2900341"/>
            <a:ext cx="1448097" cy="300677"/>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zh-CN" altLang="en-US" sz="1600" kern="0" dirty="0">
                <a:solidFill>
                  <a:srgbClr val="F3FBFE"/>
                </a:solidFill>
                <a:cs typeface="Arial" charset="0"/>
              </a:rPr>
              <a:t>设备管理</a:t>
            </a:r>
          </a:p>
        </p:txBody>
      </p:sp>
      <p:cxnSp>
        <p:nvCxnSpPr>
          <p:cNvPr id="25" name="直接箭头连接符 24">
            <a:extLst>
              <a:ext uri="{FF2B5EF4-FFF2-40B4-BE49-F238E27FC236}">
                <a16:creationId xmlns:a16="http://schemas.microsoft.com/office/drawing/2014/main" id="{458538F2-8A63-4DFE-B571-62F94434E5A8}"/>
              </a:ext>
            </a:extLst>
          </p:cNvPr>
          <p:cNvCxnSpPr>
            <a:cxnSpLocks/>
            <a:stCxn id="27" idx="0"/>
            <a:endCxn id="24" idx="2"/>
          </p:cNvCxnSpPr>
          <p:nvPr/>
        </p:nvCxnSpPr>
        <p:spPr bwMode="gray">
          <a:xfrm flipV="1">
            <a:off x="4091683" y="3201018"/>
            <a:ext cx="544599" cy="728785"/>
          </a:xfrm>
          <a:prstGeom prst="straightConnector1">
            <a:avLst/>
          </a:prstGeom>
          <a:noFill/>
          <a:ln w="9525" cap="flat" cmpd="sng" algn="ctr">
            <a:solidFill>
              <a:srgbClr val="000000"/>
            </a:solidFill>
            <a:prstDash val="dash"/>
            <a:round/>
            <a:headEnd type="none" w="med" len="med"/>
            <a:tailEnd type="none" w="med" len="med"/>
          </a:ln>
          <a:effectLst/>
        </p:spPr>
      </p:cxnSp>
      <p:cxnSp>
        <p:nvCxnSpPr>
          <p:cNvPr id="26" name="直接箭头连接符 25">
            <a:extLst>
              <a:ext uri="{FF2B5EF4-FFF2-40B4-BE49-F238E27FC236}">
                <a16:creationId xmlns:a16="http://schemas.microsoft.com/office/drawing/2014/main" id="{6F9C0038-81E3-407B-941B-187C085A3C58}"/>
              </a:ext>
            </a:extLst>
          </p:cNvPr>
          <p:cNvCxnSpPr>
            <a:cxnSpLocks/>
            <a:stCxn id="28" idx="0"/>
            <a:endCxn id="24" idx="2"/>
          </p:cNvCxnSpPr>
          <p:nvPr/>
        </p:nvCxnSpPr>
        <p:spPr bwMode="gray">
          <a:xfrm flipH="1" flipV="1">
            <a:off x="4636282" y="3201018"/>
            <a:ext cx="528751" cy="723297"/>
          </a:xfrm>
          <a:prstGeom prst="straightConnector1">
            <a:avLst/>
          </a:prstGeom>
          <a:noFill/>
          <a:ln w="9525" cap="flat" cmpd="sng" algn="ctr">
            <a:solidFill>
              <a:srgbClr val="000000"/>
            </a:solidFill>
            <a:prstDash val="dash"/>
            <a:round/>
            <a:headEnd type="none" w="med" len="med"/>
            <a:tailEnd type="none" w="med" len="med"/>
          </a:ln>
          <a:effectLst/>
        </p:spPr>
      </p:cxnSp>
      <p:pic>
        <p:nvPicPr>
          <p:cNvPr id="27" name="图片 26">
            <a:extLst>
              <a:ext uri="{FF2B5EF4-FFF2-40B4-BE49-F238E27FC236}">
                <a16:creationId xmlns:a16="http://schemas.microsoft.com/office/drawing/2014/main" id="{F9F11EEA-84DC-4C7F-8EA4-74186B73921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821683" y="3929803"/>
            <a:ext cx="540000" cy="442800"/>
          </a:xfrm>
          <a:prstGeom prst="rect">
            <a:avLst/>
          </a:prstGeom>
        </p:spPr>
      </p:pic>
      <p:pic>
        <p:nvPicPr>
          <p:cNvPr id="28" name="图片 27">
            <a:extLst>
              <a:ext uri="{FF2B5EF4-FFF2-40B4-BE49-F238E27FC236}">
                <a16:creationId xmlns:a16="http://schemas.microsoft.com/office/drawing/2014/main" id="{9AD3F357-FA5E-4838-A621-EE852DAADD2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895033" y="3924315"/>
            <a:ext cx="540000" cy="442800"/>
          </a:xfrm>
          <a:prstGeom prst="rect">
            <a:avLst/>
          </a:prstGeom>
        </p:spPr>
      </p:pic>
      <p:sp>
        <p:nvSpPr>
          <p:cNvPr id="29" name="圆角矩形 271">
            <a:extLst>
              <a:ext uri="{FF2B5EF4-FFF2-40B4-BE49-F238E27FC236}">
                <a16:creationId xmlns:a16="http://schemas.microsoft.com/office/drawing/2014/main" id="{0E9E7CE5-545F-4D35-A288-EF9FDD9F7961}"/>
              </a:ext>
            </a:extLst>
          </p:cNvPr>
          <p:cNvSpPr/>
          <p:nvPr/>
        </p:nvSpPr>
        <p:spPr bwMode="gray">
          <a:xfrm>
            <a:off x="6462637" y="2848498"/>
            <a:ext cx="1472805" cy="426540"/>
          </a:xfrm>
          <a:prstGeom prst="roundRect">
            <a:avLst>
              <a:gd name="adj" fmla="val 6085"/>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buClr>
                <a:srgbClr val="CC9900"/>
              </a:buClr>
              <a:defRPr/>
            </a:pPr>
            <a:r>
              <a:rPr lang="en-US" altLang="zh-CN" sz="1600" kern="0" dirty="0">
                <a:solidFill>
                  <a:srgbClr val="000000"/>
                </a:solidFill>
                <a:ea typeface="Arial" charset="0"/>
                <a:cs typeface="Arial" charset="0"/>
              </a:rPr>
              <a:t> SND</a:t>
            </a:r>
            <a:endParaRPr lang="zh-CN" altLang="en-US" sz="1600" kern="0" dirty="0">
              <a:solidFill>
                <a:srgbClr val="000000"/>
              </a:solidFill>
              <a:ea typeface="Arial" charset="0"/>
              <a:cs typeface="Arial" charset="0"/>
            </a:endParaRPr>
          </a:p>
        </p:txBody>
      </p:sp>
      <p:sp>
        <p:nvSpPr>
          <p:cNvPr id="30" name="折角形 257">
            <a:extLst>
              <a:ext uri="{FF2B5EF4-FFF2-40B4-BE49-F238E27FC236}">
                <a16:creationId xmlns:a16="http://schemas.microsoft.com/office/drawing/2014/main" id="{DF61B052-6A6C-45F6-99FE-B10CE8F8BC47}"/>
              </a:ext>
            </a:extLst>
          </p:cNvPr>
          <p:cNvSpPr/>
          <p:nvPr/>
        </p:nvSpPr>
        <p:spPr bwMode="gray">
          <a:xfrm>
            <a:off x="7101785" y="2936892"/>
            <a:ext cx="750953" cy="268075"/>
          </a:xfrm>
          <a:prstGeom prst="foldedCorner">
            <a:avLst/>
          </a:prstGeom>
          <a:solidFill>
            <a:srgbClr val="F3FBFE"/>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400" b="0" i="0" u="none" strike="noStrike" kern="0" cap="none" spc="0" normalizeH="0" baseline="0" noProof="0" dirty="0">
                <a:ln>
                  <a:noFill/>
                </a:ln>
                <a:solidFill>
                  <a:srgbClr val="000000"/>
                </a:solidFill>
                <a:effectLst/>
                <a:uLnTx/>
                <a:uFillTx/>
                <a:ea typeface="Arial" charset="0"/>
                <a:cs typeface="Arial" charset="0"/>
              </a:rPr>
              <a:t>YANG</a:t>
            </a:r>
            <a:endParaRPr kumimoji="0" lang="zh-CN" altLang="en-US" sz="1400" b="0" i="0" u="none" strike="noStrike" kern="0" cap="none" spc="0" normalizeH="0" baseline="0" noProof="0" dirty="0">
              <a:ln>
                <a:noFill/>
              </a:ln>
              <a:solidFill>
                <a:srgbClr val="000000"/>
              </a:solidFill>
              <a:effectLst/>
              <a:uLnTx/>
              <a:uFillTx/>
              <a:ea typeface="Arial" charset="0"/>
              <a:cs typeface="Arial" charset="0"/>
            </a:endParaRPr>
          </a:p>
        </p:txBody>
      </p:sp>
    </p:spTree>
    <p:extLst>
      <p:ext uri="{BB962C8B-B14F-4D97-AF65-F5344CB8AC3E}">
        <p14:creationId xmlns:p14="http://schemas.microsoft.com/office/powerpoint/2010/main" val="2248202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8DB33-A514-44F7-9088-54C5507A86D6}"/>
              </a:ext>
            </a:extLst>
          </p:cNvPr>
          <p:cNvSpPr>
            <a:spLocks noGrp="1"/>
          </p:cNvSpPr>
          <p:nvPr>
            <p:ph type="title"/>
          </p:nvPr>
        </p:nvSpPr>
        <p:spPr bwMode="gray"/>
        <p:txBody>
          <a:bodyPr/>
          <a:lstStyle/>
          <a:p>
            <a:r>
              <a:rPr lang="zh-CN" altLang="en-US"/>
              <a:t>业务能力开放</a:t>
            </a:r>
          </a:p>
        </p:txBody>
      </p:sp>
      <p:sp>
        <p:nvSpPr>
          <p:cNvPr id="5" name="文本占位符 4"/>
          <p:cNvSpPr>
            <a:spLocks noGrp="1"/>
          </p:cNvSpPr>
          <p:nvPr>
            <p:ph type="body" sz="quarter" idx="10"/>
          </p:nvPr>
        </p:nvSpPr>
        <p:spPr bwMode="gray"/>
        <p:txBody>
          <a:bodyPr/>
          <a:lstStyle/>
          <a:p>
            <a:r>
              <a:rPr lang="zh-CN" altLang="en-US" sz="1600" dirty="0"/>
              <a:t>开放业务配置映射能力。基于业务</a:t>
            </a:r>
            <a:r>
              <a:rPr lang="en-US" altLang="zh-CN" sz="1600" dirty="0"/>
              <a:t>YANG</a:t>
            </a:r>
            <a:r>
              <a:rPr lang="zh-CN" altLang="en-US" sz="1600" dirty="0"/>
              <a:t>模型驱动，</a:t>
            </a:r>
            <a:r>
              <a:rPr lang="en-US" altLang="zh-CN" sz="1600" dirty="0"/>
              <a:t>NCE</a:t>
            </a:r>
            <a:r>
              <a:rPr lang="zh-CN" altLang="en-US" sz="1600" dirty="0"/>
              <a:t>业务开放可编程系统自动生成南北向接口，快速构建新业务。使用机制中的</a:t>
            </a:r>
            <a:r>
              <a:rPr lang="en-US" altLang="zh-CN" sz="1600" dirty="0" err="1"/>
              <a:t>Easymap</a:t>
            </a:r>
            <a:r>
              <a:rPr lang="zh-CN" altLang="en-US" sz="1600" dirty="0"/>
              <a:t>算法，用户只需写创建流程，更新和删除都由算法比较计算得出，简化客户编程，降低开发难度。</a:t>
            </a:r>
          </a:p>
          <a:p>
            <a:endParaRPr lang="zh-CN" altLang="en-US" sz="1600" dirty="0"/>
          </a:p>
        </p:txBody>
      </p:sp>
      <p:sp>
        <p:nvSpPr>
          <p:cNvPr id="73" name="文本占位符 110">
            <a:extLst>
              <a:ext uri="{FF2B5EF4-FFF2-40B4-BE49-F238E27FC236}">
                <a16:creationId xmlns:a16="http://schemas.microsoft.com/office/drawing/2014/main" id="{D22BB3D5-4723-45BB-AF02-05A81ED6934F}"/>
              </a:ext>
            </a:extLst>
          </p:cNvPr>
          <p:cNvSpPr txBox="1">
            <a:spLocks/>
          </p:cNvSpPr>
          <p:nvPr/>
        </p:nvSpPr>
        <p:spPr bwMode="gray">
          <a:xfrm>
            <a:off x="468317" y="1233488"/>
            <a:ext cx="11276183" cy="1010438"/>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solidFill>
                <a:prstClr val="black"/>
              </a:solidFill>
            </a:endParaRPr>
          </a:p>
        </p:txBody>
      </p:sp>
      <p:sp>
        <p:nvSpPr>
          <p:cNvPr id="19" name="圆角矩形 45">
            <a:extLst>
              <a:ext uri="{FF2B5EF4-FFF2-40B4-BE49-F238E27FC236}">
                <a16:creationId xmlns:a16="http://schemas.microsoft.com/office/drawing/2014/main" id="{F9D50915-65B0-4691-89E7-FD08ECB46318}"/>
              </a:ext>
            </a:extLst>
          </p:cNvPr>
          <p:cNvSpPr/>
          <p:nvPr>
            <p:custDataLst>
              <p:tags r:id="rId1"/>
            </p:custDataLst>
          </p:nvPr>
        </p:nvSpPr>
        <p:spPr bwMode="gray">
          <a:xfrm>
            <a:off x="3040230" y="2335778"/>
            <a:ext cx="5788066" cy="3643438"/>
          </a:xfrm>
          <a:prstGeom prst="rect">
            <a:avLst/>
          </a:prstGeom>
          <a:solidFill>
            <a:srgbClr val="BEE9EE"/>
          </a:solidFill>
          <a:ln w="12700" cap="flat" cmpd="sng" algn="ctr">
            <a:noFill/>
            <a:prstDash val="solid"/>
          </a:ln>
          <a:effectLst/>
        </p:spPr>
        <p:txBody>
          <a:bodyPr rtlCol="0" anchor="ctr"/>
          <a:lstStyle/>
          <a:p>
            <a:pPr marL="0" marR="0" lvl="0" indent="0" algn="ctr" defTabSz="1217656" eaLnBrk="0" fontAlgn="auto"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a typeface="微软雅黑" panose="020B0503020204020204" pitchFamily="34" charset="-122"/>
            </a:endParaRPr>
          </a:p>
        </p:txBody>
      </p:sp>
      <p:sp>
        <p:nvSpPr>
          <p:cNvPr id="20" name="矩形 19">
            <a:extLst>
              <a:ext uri="{FF2B5EF4-FFF2-40B4-BE49-F238E27FC236}">
                <a16:creationId xmlns:a16="http://schemas.microsoft.com/office/drawing/2014/main" id="{ECEACDA0-0CB4-4994-96C5-DC2F122EB160}"/>
              </a:ext>
            </a:extLst>
          </p:cNvPr>
          <p:cNvSpPr/>
          <p:nvPr/>
        </p:nvSpPr>
        <p:spPr bwMode="gray">
          <a:xfrm>
            <a:off x="3213795" y="2457791"/>
            <a:ext cx="5380887" cy="2280083"/>
          </a:xfrm>
          <a:prstGeom prst="rect">
            <a:avLst/>
          </a:prstGeom>
          <a:solidFill>
            <a:srgbClr val="F3FBF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6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21" name="矩形 20">
            <a:extLst>
              <a:ext uri="{FF2B5EF4-FFF2-40B4-BE49-F238E27FC236}">
                <a16:creationId xmlns:a16="http://schemas.microsoft.com/office/drawing/2014/main" id="{C5D6F801-3394-4AB5-9A3C-5EB05A3CE771}"/>
              </a:ext>
            </a:extLst>
          </p:cNvPr>
          <p:cNvSpPr/>
          <p:nvPr/>
        </p:nvSpPr>
        <p:spPr bwMode="gray">
          <a:xfrm>
            <a:off x="3243418" y="2641625"/>
            <a:ext cx="2712580" cy="1274548"/>
          </a:xfrm>
          <a:prstGeom prst="rect">
            <a:avLst/>
          </a:prstGeom>
          <a:solidFill>
            <a:srgbClr val="F3FDEE"/>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en-US" altLang="zh-CN" sz="1600" b="1" kern="0" dirty="0">
                <a:solidFill>
                  <a:srgbClr val="56B970"/>
                </a:solidFill>
                <a:cs typeface="Arial" charset="0"/>
              </a:rPr>
              <a:t>NCE</a:t>
            </a:r>
            <a:r>
              <a:rPr lang="zh-CN" altLang="en-US" sz="1600" b="1" kern="0" dirty="0">
                <a:solidFill>
                  <a:srgbClr val="56B970"/>
                </a:solidFill>
                <a:cs typeface="Arial" charset="0"/>
              </a:rPr>
              <a:t>业务开放可编程</a:t>
            </a:r>
          </a:p>
        </p:txBody>
      </p:sp>
      <p:sp>
        <p:nvSpPr>
          <p:cNvPr id="22" name="矩形 21">
            <a:extLst>
              <a:ext uri="{FF2B5EF4-FFF2-40B4-BE49-F238E27FC236}">
                <a16:creationId xmlns:a16="http://schemas.microsoft.com/office/drawing/2014/main" id="{128B48B5-06A7-48E6-9ECD-301FD5F70AB6}"/>
              </a:ext>
            </a:extLst>
          </p:cNvPr>
          <p:cNvSpPr/>
          <p:nvPr/>
        </p:nvSpPr>
        <p:spPr bwMode="gray">
          <a:xfrm>
            <a:off x="6008800" y="2641624"/>
            <a:ext cx="2279133" cy="1118168"/>
          </a:xfrm>
          <a:prstGeom prst="rect">
            <a:avLst/>
          </a:prstGeom>
          <a:solidFill>
            <a:srgbClr val="EFFBFD"/>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zh-CN" altLang="en-US" sz="1600" b="0" i="0" u="none" strike="noStrike" kern="0" cap="none" spc="0" normalizeH="0" baseline="0" noProof="0" dirty="0">
                <a:ln>
                  <a:noFill/>
                </a:ln>
                <a:solidFill>
                  <a:srgbClr val="389CA5"/>
                </a:solidFill>
                <a:effectLst/>
                <a:uLnTx/>
                <a:uFillTx/>
              </a:rPr>
              <a:t>运行时承载方式</a:t>
            </a:r>
          </a:p>
        </p:txBody>
      </p:sp>
      <p:sp>
        <p:nvSpPr>
          <p:cNvPr id="23" name="圆角矩形 271">
            <a:extLst>
              <a:ext uri="{FF2B5EF4-FFF2-40B4-BE49-F238E27FC236}">
                <a16:creationId xmlns:a16="http://schemas.microsoft.com/office/drawing/2014/main" id="{0E9E7CE5-545F-4D35-A288-EF9FDD9F7961}"/>
              </a:ext>
            </a:extLst>
          </p:cNvPr>
          <p:cNvSpPr/>
          <p:nvPr/>
        </p:nvSpPr>
        <p:spPr bwMode="gray">
          <a:xfrm>
            <a:off x="6388100" y="3082659"/>
            <a:ext cx="1472805" cy="426540"/>
          </a:xfrm>
          <a:prstGeom prst="roundRect">
            <a:avLst>
              <a:gd name="adj" fmla="val 6085"/>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buClr>
                <a:srgbClr val="CC9900"/>
              </a:buClr>
              <a:defRPr/>
            </a:pPr>
            <a:r>
              <a:rPr lang="en-US" altLang="zh-CN" sz="1600" kern="0" dirty="0">
                <a:solidFill>
                  <a:srgbClr val="000000"/>
                </a:solidFill>
                <a:ea typeface="Arial" charset="0"/>
                <a:cs typeface="Arial" charset="0"/>
              </a:rPr>
              <a:t> SSP</a:t>
            </a:r>
            <a:endParaRPr lang="zh-CN" altLang="en-US" sz="1600" kern="0" dirty="0">
              <a:solidFill>
                <a:srgbClr val="000000"/>
              </a:solidFill>
              <a:ea typeface="Arial" charset="0"/>
              <a:cs typeface="Arial" charset="0"/>
            </a:endParaRPr>
          </a:p>
        </p:txBody>
      </p:sp>
      <p:sp>
        <p:nvSpPr>
          <p:cNvPr id="24" name="文本框 23">
            <a:extLst>
              <a:ext uri="{FF2B5EF4-FFF2-40B4-BE49-F238E27FC236}">
                <a16:creationId xmlns:a16="http://schemas.microsoft.com/office/drawing/2014/main" id="{DDD44944-A528-4520-A7ED-15A6F06A7007}"/>
              </a:ext>
            </a:extLst>
          </p:cNvPr>
          <p:cNvSpPr txBox="1"/>
          <p:nvPr/>
        </p:nvSpPr>
        <p:spPr bwMode="gray">
          <a:xfrm>
            <a:off x="3000879" y="4789902"/>
            <a:ext cx="5580374" cy="1200329"/>
          </a:xfrm>
          <a:prstGeom prst="rect">
            <a:avLst/>
          </a:prstGeom>
          <a:noFill/>
        </p:spPr>
        <p:txBody>
          <a:bodyPr wrap="none" rtlCol="0">
            <a:spAutoFit/>
          </a:bodyPr>
          <a:lstStyle/>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开放业务配置映射能力。</a:t>
            </a:r>
            <a:endParaRPr kumimoji="0" lang="en-US" altLang="zh-CN" sz="1600" b="0" i="0" u="none" strike="noStrike" kern="0" cap="none" spc="0" normalizeH="0" baseline="0" noProof="0" dirty="0">
              <a:ln>
                <a:noFill/>
              </a:ln>
              <a:solidFill>
                <a:srgbClr val="000000"/>
              </a:solidFill>
              <a:effectLst/>
              <a:uLnTx/>
              <a:uFillTx/>
            </a:endParaRP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基于业务</a:t>
            </a:r>
            <a:r>
              <a:rPr kumimoji="0" lang="en-US" altLang="zh-CN" sz="1600" b="0" i="0" u="none" strike="noStrike" kern="0" cap="none" spc="0" normalizeH="0" baseline="0" noProof="0" dirty="0">
                <a:ln>
                  <a:noFill/>
                </a:ln>
                <a:solidFill>
                  <a:srgbClr val="000000"/>
                </a:solidFill>
                <a:effectLst/>
                <a:uLnTx/>
                <a:uFillTx/>
              </a:rPr>
              <a:t>YANG</a:t>
            </a:r>
            <a:r>
              <a:rPr kumimoji="0" lang="zh-CN" altLang="en-US" sz="1600" b="0" i="0" u="none" strike="noStrike" kern="0" cap="none" spc="0" normalizeH="0" baseline="0" noProof="0" dirty="0">
                <a:ln>
                  <a:noFill/>
                </a:ln>
                <a:solidFill>
                  <a:srgbClr val="000000"/>
                </a:solidFill>
                <a:effectLst/>
                <a:uLnTx/>
                <a:uFillTx/>
              </a:rPr>
              <a:t>模型驱动，自动生成南北向接口。</a:t>
            </a:r>
            <a:endParaRPr kumimoji="0" lang="en-US" altLang="zh-CN" sz="1600" b="0" i="0" u="none" strike="noStrike" kern="0" cap="none" spc="0" normalizeH="0" baseline="0" noProof="0" dirty="0">
              <a:ln>
                <a:noFill/>
              </a:ln>
              <a:solidFill>
                <a:srgbClr val="000000"/>
              </a:solidFill>
              <a:effectLst/>
              <a:uLnTx/>
              <a:uFillTx/>
            </a:endParaRP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只用写</a:t>
            </a:r>
            <a:r>
              <a:rPr kumimoji="0" lang="en-US" altLang="zh-CN" sz="1600" b="0" i="0" u="none" strike="noStrike" kern="0" cap="none" spc="0" normalizeH="0" baseline="0" noProof="0" dirty="0">
                <a:ln>
                  <a:noFill/>
                </a:ln>
                <a:solidFill>
                  <a:srgbClr val="000000"/>
                </a:solidFill>
                <a:effectLst/>
                <a:uLnTx/>
                <a:uFillTx/>
              </a:rPr>
              <a:t>Mapping</a:t>
            </a:r>
            <a:r>
              <a:rPr kumimoji="0" lang="zh-CN" altLang="en-US" sz="1600" b="0" i="0" u="none" strike="noStrike" kern="0" cap="none" spc="0" normalizeH="0" baseline="0" noProof="0" dirty="0">
                <a:ln>
                  <a:noFill/>
                </a:ln>
                <a:solidFill>
                  <a:srgbClr val="000000"/>
                </a:solidFill>
                <a:effectLst/>
                <a:uLnTx/>
                <a:uFillTx/>
              </a:rPr>
              <a:t>创建流程，简化编程，降低开发难度。</a:t>
            </a:r>
          </a:p>
        </p:txBody>
      </p:sp>
      <p:sp>
        <p:nvSpPr>
          <p:cNvPr id="25" name="矩形 24">
            <a:extLst>
              <a:ext uri="{FF2B5EF4-FFF2-40B4-BE49-F238E27FC236}">
                <a16:creationId xmlns:a16="http://schemas.microsoft.com/office/drawing/2014/main" id="{4C4DC3E4-4A23-48EF-B003-6BC636D980B7}"/>
              </a:ext>
            </a:extLst>
          </p:cNvPr>
          <p:cNvSpPr/>
          <p:nvPr/>
        </p:nvSpPr>
        <p:spPr bwMode="gray">
          <a:xfrm>
            <a:off x="3837696" y="3134502"/>
            <a:ext cx="1448097" cy="374697"/>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en-US" altLang="zh-CN" sz="1600" kern="0" dirty="0" err="1">
                <a:solidFill>
                  <a:srgbClr val="F3FBFE"/>
                </a:solidFill>
                <a:cs typeface="Arial" charset="0"/>
              </a:rPr>
              <a:t>Easymap</a:t>
            </a:r>
            <a:endParaRPr lang="zh-CN" altLang="en-US" sz="1600" kern="0" dirty="0">
              <a:solidFill>
                <a:srgbClr val="F3FBFE"/>
              </a:solidFill>
              <a:cs typeface="Arial" charset="0"/>
            </a:endParaRPr>
          </a:p>
        </p:txBody>
      </p:sp>
      <p:cxnSp>
        <p:nvCxnSpPr>
          <p:cNvPr id="26" name="直接箭头连接符 25">
            <a:extLst>
              <a:ext uri="{FF2B5EF4-FFF2-40B4-BE49-F238E27FC236}">
                <a16:creationId xmlns:a16="http://schemas.microsoft.com/office/drawing/2014/main" id="{458538F2-8A63-4DFE-B571-62F94434E5A8}"/>
              </a:ext>
            </a:extLst>
          </p:cNvPr>
          <p:cNvCxnSpPr>
            <a:cxnSpLocks/>
            <a:stCxn id="28" idx="0"/>
            <a:endCxn id="25" idx="2"/>
          </p:cNvCxnSpPr>
          <p:nvPr/>
        </p:nvCxnSpPr>
        <p:spPr bwMode="gray">
          <a:xfrm flipV="1">
            <a:off x="4017146" y="3509199"/>
            <a:ext cx="544599" cy="654765"/>
          </a:xfrm>
          <a:prstGeom prst="straightConnector1">
            <a:avLst/>
          </a:prstGeom>
          <a:noFill/>
          <a:ln w="9525" cap="flat" cmpd="sng" algn="ctr">
            <a:solidFill>
              <a:srgbClr val="000000"/>
            </a:solidFill>
            <a:prstDash val="dash"/>
            <a:round/>
            <a:headEnd type="none" w="med" len="med"/>
            <a:tailEnd type="none" w="med" len="med"/>
          </a:ln>
          <a:effectLst/>
        </p:spPr>
      </p:cxnSp>
      <p:cxnSp>
        <p:nvCxnSpPr>
          <p:cNvPr id="27" name="直接箭头连接符 26">
            <a:extLst>
              <a:ext uri="{FF2B5EF4-FFF2-40B4-BE49-F238E27FC236}">
                <a16:creationId xmlns:a16="http://schemas.microsoft.com/office/drawing/2014/main" id="{6F9C0038-81E3-407B-941B-187C085A3C58}"/>
              </a:ext>
            </a:extLst>
          </p:cNvPr>
          <p:cNvCxnSpPr>
            <a:cxnSpLocks/>
            <a:stCxn id="29" idx="0"/>
            <a:endCxn id="25" idx="2"/>
          </p:cNvCxnSpPr>
          <p:nvPr/>
        </p:nvCxnSpPr>
        <p:spPr bwMode="gray">
          <a:xfrm flipH="1" flipV="1">
            <a:off x="4561745" y="3509199"/>
            <a:ext cx="528751" cy="649277"/>
          </a:xfrm>
          <a:prstGeom prst="straightConnector1">
            <a:avLst/>
          </a:prstGeom>
          <a:noFill/>
          <a:ln w="9525" cap="flat" cmpd="sng" algn="ctr">
            <a:solidFill>
              <a:srgbClr val="000000"/>
            </a:solidFill>
            <a:prstDash val="dash"/>
            <a:round/>
            <a:headEnd type="none" w="med" len="med"/>
            <a:tailEnd type="none" w="med" len="med"/>
          </a:ln>
          <a:effectLst/>
        </p:spPr>
      </p:cxnSp>
      <p:pic>
        <p:nvPicPr>
          <p:cNvPr id="28" name="图片 27">
            <a:extLst>
              <a:ext uri="{FF2B5EF4-FFF2-40B4-BE49-F238E27FC236}">
                <a16:creationId xmlns:a16="http://schemas.microsoft.com/office/drawing/2014/main" id="{F9F11EEA-84DC-4C7F-8EA4-74186B73921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747146" y="4163964"/>
            <a:ext cx="540000" cy="442800"/>
          </a:xfrm>
          <a:prstGeom prst="rect">
            <a:avLst/>
          </a:prstGeom>
        </p:spPr>
      </p:pic>
      <p:pic>
        <p:nvPicPr>
          <p:cNvPr id="29" name="图片 28">
            <a:extLst>
              <a:ext uri="{FF2B5EF4-FFF2-40B4-BE49-F238E27FC236}">
                <a16:creationId xmlns:a16="http://schemas.microsoft.com/office/drawing/2014/main" id="{9AD3F357-FA5E-4838-A621-EE852DAADD2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820496" y="4158476"/>
            <a:ext cx="540000" cy="442800"/>
          </a:xfrm>
          <a:prstGeom prst="rect">
            <a:avLst/>
          </a:prstGeom>
        </p:spPr>
      </p:pic>
      <p:sp>
        <p:nvSpPr>
          <p:cNvPr id="30" name="折角形 257">
            <a:extLst>
              <a:ext uri="{FF2B5EF4-FFF2-40B4-BE49-F238E27FC236}">
                <a16:creationId xmlns:a16="http://schemas.microsoft.com/office/drawing/2014/main" id="{DF61B052-6A6C-45F6-99FE-B10CE8F8BC47}"/>
              </a:ext>
            </a:extLst>
          </p:cNvPr>
          <p:cNvSpPr/>
          <p:nvPr/>
        </p:nvSpPr>
        <p:spPr bwMode="gray">
          <a:xfrm>
            <a:off x="7071852" y="3159902"/>
            <a:ext cx="750953" cy="268075"/>
          </a:xfrm>
          <a:prstGeom prst="foldedCorner">
            <a:avLst/>
          </a:prstGeom>
          <a:solidFill>
            <a:srgbClr val="F3FBFE"/>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400" b="0" i="0" u="none" strike="noStrike" kern="0" cap="none" spc="0" normalizeH="0" baseline="0" noProof="0" dirty="0">
                <a:ln>
                  <a:noFill/>
                </a:ln>
                <a:solidFill>
                  <a:srgbClr val="000000"/>
                </a:solidFill>
                <a:effectLst/>
                <a:uLnTx/>
                <a:uFillTx/>
                <a:ea typeface="Arial" charset="0"/>
                <a:cs typeface="Arial" charset="0"/>
              </a:rPr>
              <a:t>YANG</a:t>
            </a:r>
            <a:endParaRPr kumimoji="0" lang="zh-CN" altLang="en-US" sz="1400" b="0" i="0" u="none" strike="noStrike" kern="0" cap="none" spc="0" normalizeH="0" baseline="0" noProof="0" dirty="0">
              <a:ln>
                <a:noFill/>
              </a:ln>
              <a:solidFill>
                <a:srgbClr val="000000"/>
              </a:solidFill>
              <a:effectLst/>
              <a:uLnTx/>
              <a:uFillTx/>
              <a:ea typeface="Arial" charset="0"/>
              <a:cs typeface="Arial" charset="0"/>
            </a:endParaRPr>
          </a:p>
        </p:txBody>
      </p:sp>
    </p:spTree>
    <p:extLst>
      <p:ext uri="{BB962C8B-B14F-4D97-AF65-F5344CB8AC3E}">
        <p14:creationId xmlns:p14="http://schemas.microsoft.com/office/powerpoint/2010/main" val="3381866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8DB33-A514-44F7-9088-54C5507A86D6}"/>
              </a:ext>
            </a:extLst>
          </p:cNvPr>
          <p:cNvSpPr>
            <a:spLocks noGrp="1"/>
          </p:cNvSpPr>
          <p:nvPr>
            <p:ph type="title"/>
          </p:nvPr>
        </p:nvSpPr>
        <p:spPr bwMode="gray"/>
        <p:txBody>
          <a:bodyPr/>
          <a:lstStyle/>
          <a:p>
            <a:r>
              <a:rPr lang="zh-CN" altLang="en-US"/>
              <a:t>多协议对接</a:t>
            </a:r>
          </a:p>
        </p:txBody>
      </p:sp>
      <p:sp>
        <p:nvSpPr>
          <p:cNvPr id="5" name="文本占位符 4"/>
          <p:cNvSpPr>
            <a:spLocks noGrp="1"/>
          </p:cNvSpPr>
          <p:nvPr>
            <p:ph type="body" sz="quarter" idx="10"/>
          </p:nvPr>
        </p:nvSpPr>
        <p:spPr bwMode="gray"/>
        <p:txBody>
          <a:bodyPr/>
          <a:lstStyle/>
          <a:p>
            <a:r>
              <a:rPr lang="zh-CN" altLang="en-US" sz="1800" dirty="0"/>
              <a:t>南向支持</a:t>
            </a:r>
            <a:r>
              <a:rPr lang="en-US" altLang="zh-CN" sz="1800" dirty="0"/>
              <a:t>NETCONF</a:t>
            </a:r>
            <a:r>
              <a:rPr lang="zh-CN" altLang="en-US" sz="1800" dirty="0"/>
              <a:t>、</a:t>
            </a:r>
            <a:r>
              <a:rPr lang="en-US" altLang="zh-CN" sz="1800" dirty="0" err="1"/>
              <a:t>STelnet</a:t>
            </a:r>
            <a:r>
              <a:rPr lang="zh-CN" altLang="en-US" sz="1800" dirty="0"/>
              <a:t>两种协议的设备对接。对于新设备，支持</a:t>
            </a:r>
            <a:r>
              <a:rPr lang="en-US" altLang="zh-CN" sz="1800" dirty="0"/>
              <a:t>NETCONF</a:t>
            </a:r>
            <a:r>
              <a:rPr lang="zh-CN" altLang="en-US" sz="1800" dirty="0"/>
              <a:t>协议对接，对于存量设备，支持命令行对接。</a:t>
            </a:r>
          </a:p>
          <a:p>
            <a:endParaRPr lang="zh-CN" altLang="en-US" sz="1800" dirty="0"/>
          </a:p>
        </p:txBody>
      </p:sp>
      <p:sp>
        <p:nvSpPr>
          <p:cNvPr id="19" name="圆角矩形 45">
            <a:extLst>
              <a:ext uri="{FF2B5EF4-FFF2-40B4-BE49-F238E27FC236}">
                <a16:creationId xmlns:a16="http://schemas.microsoft.com/office/drawing/2014/main" id="{F9D50915-65B0-4691-89E7-FD08ECB46318}"/>
              </a:ext>
            </a:extLst>
          </p:cNvPr>
          <p:cNvSpPr/>
          <p:nvPr>
            <p:custDataLst>
              <p:tags r:id="rId1"/>
            </p:custDataLst>
          </p:nvPr>
        </p:nvSpPr>
        <p:spPr bwMode="gray">
          <a:xfrm>
            <a:off x="3253146" y="2199354"/>
            <a:ext cx="5788066" cy="3533622"/>
          </a:xfrm>
          <a:prstGeom prst="rect">
            <a:avLst/>
          </a:prstGeom>
          <a:solidFill>
            <a:srgbClr val="BEE9EE"/>
          </a:solidFill>
          <a:ln w="12700" cap="flat" cmpd="sng" algn="ctr">
            <a:noFill/>
            <a:prstDash val="solid"/>
          </a:ln>
          <a:effectLst/>
        </p:spPr>
        <p:txBody>
          <a:bodyPr rtlCol="0" anchor="ctr"/>
          <a:lstStyle/>
          <a:p>
            <a:pPr marL="0" marR="0" lvl="0" indent="0" algn="ctr" defTabSz="1217656" eaLnBrk="0" fontAlgn="auto"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a typeface="微软雅黑" panose="020B0503020204020204" pitchFamily="34" charset="-122"/>
            </a:endParaRPr>
          </a:p>
        </p:txBody>
      </p:sp>
      <p:sp>
        <p:nvSpPr>
          <p:cNvPr id="20" name="矩形 19">
            <a:extLst>
              <a:ext uri="{FF2B5EF4-FFF2-40B4-BE49-F238E27FC236}">
                <a16:creationId xmlns:a16="http://schemas.microsoft.com/office/drawing/2014/main" id="{ECEACDA0-0CB4-4994-96C5-DC2F122EB160}"/>
              </a:ext>
            </a:extLst>
          </p:cNvPr>
          <p:cNvSpPr/>
          <p:nvPr/>
        </p:nvSpPr>
        <p:spPr bwMode="gray">
          <a:xfrm>
            <a:off x="3426711" y="2294604"/>
            <a:ext cx="5380887" cy="2548550"/>
          </a:xfrm>
          <a:prstGeom prst="rect">
            <a:avLst/>
          </a:prstGeom>
          <a:solidFill>
            <a:srgbClr val="F3FBF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6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21" name="矩形 20">
            <a:extLst>
              <a:ext uri="{FF2B5EF4-FFF2-40B4-BE49-F238E27FC236}">
                <a16:creationId xmlns:a16="http://schemas.microsoft.com/office/drawing/2014/main" id="{C5D6F801-3394-4AB5-9A3C-5EB05A3CE771}"/>
              </a:ext>
            </a:extLst>
          </p:cNvPr>
          <p:cNvSpPr/>
          <p:nvPr/>
        </p:nvSpPr>
        <p:spPr bwMode="gray">
          <a:xfrm>
            <a:off x="4154833" y="2471121"/>
            <a:ext cx="3837247" cy="1811854"/>
          </a:xfrm>
          <a:prstGeom prst="rect">
            <a:avLst/>
          </a:prstGeom>
          <a:solidFill>
            <a:srgbClr val="F3FDEE"/>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en-US" altLang="zh-CN" sz="1600" b="1" kern="0" dirty="0">
                <a:solidFill>
                  <a:srgbClr val="56B970"/>
                </a:solidFill>
                <a:cs typeface="Arial" charset="0"/>
              </a:rPr>
              <a:t>NCE</a:t>
            </a:r>
            <a:r>
              <a:rPr lang="zh-CN" altLang="en-US" sz="1600" b="1" kern="0" dirty="0">
                <a:solidFill>
                  <a:srgbClr val="56B970"/>
                </a:solidFill>
                <a:cs typeface="Arial" charset="0"/>
              </a:rPr>
              <a:t>业务开放可编程</a:t>
            </a:r>
          </a:p>
        </p:txBody>
      </p:sp>
      <p:sp>
        <p:nvSpPr>
          <p:cNvPr id="22" name="矩形 21">
            <a:extLst>
              <a:ext uri="{FF2B5EF4-FFF2-40B4-BE49-F238E27FC236}">
                <a16:creationId xmlns:a16="http://schemas.microsoft.com/office/drawing/2014/main" id="{4C4DC3E4-4A23-48EF-B003-6BC636D980B7}"/>
              </a:ext>
            </a:extLst>
          </p:cNvPr>
          <p:cNvSpPr/>
          <p:nvPr/>
        </p:nvSpPr>
        <p:spPr bwMode="gray">
          <a:xfrm>
            <a:off x="4545912" y="3442425"/>
            <a:ext cx="1149575" cy="380065"/>
          </a:xfrm>
          <a:prstGeom prst="rect">
            <a:avLst/>
          </a:prstGeom>
          <a:solidFill>
            <a:srgbClr val="BAE6F6"/>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600" b="0" i="0" u="none" strike="noStrike" kern="0" cap="none" spc="0" normalizeH="0" baseline="0" noProof="0" dirty="0">
                <a:ln>
                  <a:noFill/>
                </a:ln>
                <a:effectLst/>
                <a:uLnTx/>
                <a:uFillTx/>
                <a:cs typeface="Arial" charset="0"/>
              </a:rPr>
              <a:t>NETCONF</a:t>
            </a:r>
            <a:endParaRPr kumimoji="0" lang="zh-CN" altLang="en-US" sz="1600" b="0" i="0" u="none" strike="noStrike" kern="0" cap="none" spc="0" normalizeH="0" baseline="0" noProof="0" dirty="0">
              <a:ln>
                <a:noFill/>
              </a:ln>
              <a:effectLst/>
              <a:uLnTx/>
              <a:uFillTx/>
              <a:cs typeface="Arial" charset="0"/>
            </a:endParaRPr>
          </a:p>
        </p:txBody>
      </p:sp>
      <p:cxnSp>
        <p:nvCxnSpPr>
          <p:cNvPr id="24" name="直接箭头连接符 23">
            <a:extLst>
              <a:ext uri="{FF2B5EF4-FFF2-40B4-BE49-F238E27FC236}">
                <a16:creationId xmlns:a16="http://schemas.microsoft.com/office/drawing/2014/main" id="{458538F2-8A63-4DFE-B571-62F94434E5A8}"/>
              </a:ext>
            </a:extLst>
          </p:cNvPr>
          <p:cNvCxnSpPr>
            <a:cxnSpLocks/>
            <a:stCxn id="29" idx="0"/>
            <a:endCxn id="22" idx="2"/>
          </p:cNvCxnSpPr>
          <p:nvPr/>
        </p:nvCxnSpPr>
        <p:spPr bwMode="gray">
          <a:xfrm flipV="1">
            <a:off x="5119062" y="3822490"/>
            <a:ext cx="1638" cy="328722"/>
          </a:xfrm>
          <a:prstGeom prst="straightConnector1">
            <a:avLst/>
          </a:prstGeom>
          <a:noFill/>
          <a:ln w="9525" cap="flat" cmpd="sng" algn="ctr">
            <a:solidFill>
              <a:srgbClr val="000000"/>
            </a:solidFill>
            <a:prstDash val="dash"/>
            <a:round/>
            <a:headEnd type="none" w="med" len="med"/>
            <a:tailEnd type="none" w="med" len="med"/>
          </a:ln>
          <a:effectLst/>
        </p:spPr>
      </p:cxnSp>
      <p:cxnSp>
        <p:nvCxnSpPr>
          <p:cNvPr id="28" name="直接箭头连接符 27">
            <a:extLst>
              <a:ext uri="{FF2B5EF4-FFF2-40B4-BE49-F238E27FC236}">
                <a16:creationId xmlns:a16="http://schemas.microsoft.com/office/drawing/2014/main" id="{6F9C0038-81E3-407B-941B-187C085A3C58}"/>
              </a:ext>
            </a:extLst>
          </p:cNvPr>
          <p:cNvCxnSpPr>
            <a:cxnSpLocks/>
            <a:stCxn id="30" idx="0"/>
            <a:endCxn id="33" idx="2"/>
          </p:cNvCxnSpPr>
          <p:nvPr/>
        </p:nvCxnSpPr>
        <p:spPr bwMode="gray">
          <a:xfrm flipH="1" flipV="1">
            <a:off x="7062501" y="3822490"/>
            <a:ext cx="6211" cy="323234"/>
          </a:xfrm>
          <a:prstGeom prst="straightConnector1">
            <a:avLst/>
          </a:prstGeom>
          <a:noFill/>
          <a:ln w="9525" cap="flat" cmpd="sng" algn="ctr">
            <a:solidFill>
              <a:srgbClr val="000000"/>
            </a:solidFill>
            <a:prstDash val="dash"/>
            <a:round/>
            <a:headEnd type="none" w="med" len="med"/>
            <a:tailEnd type="none" w="med" len="med"/>
          </a:ln>
          <a:effectLst/>
        </p:spPr>
      </p:cxnSp>
      <p:pic>
        <p:nvPicPr>
          <p:cNvPr id="29" name="图片 28">
            <a:extLst>
              <a:ext uri="{FF2B5EF4-FFF2-40B4-BE49-F238E27FC236}">
                <a16:creationId xmlns:a16="http://schemas.microsoft.com/office/drawing/2014/main" id="{F9F11EEA-84DC-4C7F-8EA4-74186B73921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9062" y="4151212"/>
            <a:ext cx="540000" cy="442800"/>
          </a:xfrm>
          <a:prstGeom prst="rect">
            <a:avLst/>
          </a:prstGeom>
        </p:spPr>
      </p:pic>
      <p:pic>
        <p:nvPicPr>
          <p:cNvPr id="30" name="图片 29">
            <a:extLst>
              <a:ext uri="{FF2B5EF4-FFF2-40B4-BE49-F238E27FC236}">
                <a16:creationId xmlns:a16="http://schemas.microsoft.com/office/drawing/2014/main" id="{9AD3F357-FA5E-4838-A621-EE852DAADD2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6798712" y="4145724"/>
            <a:ext cx="540000" cy="442800"/>
          </a:xfrm>
          <a:prstGeom prst="rect">
            <a:avLst/>
          </a:prstGeom>
        </p:spPr>
      </p:pic>
      <p:sp>
        <p:nvSpPr>
          <p:cNvPr id="31" name="矩形 30">
            <a:extLst>
              <a:ext uri="{FF2B5EF4-FFF2-40B4-BE49-F238E27FC236}">
                <a16:creationId xmlns:a16="http://schemas.microsoft.com/office/drawing/2014/main" id="{54392566-6BE8-42C7-AB4A-4CD73F4BD894}"/>
              </a:ext>
            </a:extLst>
          </p:cNvPr>
          <p:cNvSpPr/>
          <p:nvPr/>
        </p:nvSpPr>
        <p:spPr bwMode="gray">
          <a:xfrm>
            <a:off x="6506662" y="2995410"/>
            <a:ext cx="1130626" cy="300677"/>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en-US" altLang="zh-CN" sz="1600" kern="0">
                <a:solidFill>
                  <a:srgbClr val="F3FBFE"/>
                </a:solidFill>
                <a:cs typeface="Arial" charset="0"/>
              </a:rPr>
              <a:t>CLI</a:t>
            </a:r>
            <a:r>
              <a:rPr lang="zh-CN" altLang="en-US" sz="1600" kern="0">
                <a:solidFill>
                  <a:srgbClr val="F3FBFE"/>
                </a:solidFill>
                <a:cs typeface="Arial" charset="0"/>
              </a:rPr>
              <a:t>驱动</a:t>
            </a:r>
            <a:endParaRPr lang="zh-CN" altLang="en-US" sz="1600" kern="0" dirty="0">
              <a:solidFill>
                <a:srgbClr val="F3FBFE"/>
              </a:solidFill>
              <a:cs typeface="Arial" charset="0"/>
            </a:endParaRPr>
          </a:p>
        </p:txBody>
      </p:sp>
      <p:sp>
        <p:nvSpPr>
          <p:cNvPr id="32" name="矩形 31">
            <a:extLst>
              <a:ext uri="{FF2B5EF4-FFF2-40B4-BE49-F238E27FC236}">
                <a16:creationId xmlns:a16="http://schemas.microsoft.com/office/drawing/2014/main" id="{4EB19057-DD76-4716-9A81-CDBC0CD2DE4F}"/>
              </a:ext>
            </a:extLst>
          </p:cNvPr>
          <p:cNvSpPr/>
          <p:nvPr/>
        </p:nvSpPr>
        <p:spPr bwMode="gray">
          <a:xfrm>
            <a:off x="4569686" y="2995410"/>
            <a:ext cx="1149575" cy="300677"/>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en-US" altLang="zh-CN" sz="1600" kern="0">
                <a:solidFill>
                  <a:srgbClr val="F3FBFE"/>
                </a:solidFill>
                <a:cs typeface="Arial" charset="0"/>
              </a:rPr>
              <a:t>YANG</a:t>
            </a:r>
            <a:r>
              <a:rPr lang="zh-CN" altLang="en-US" sz="1600" kern="0">
                <a:solidFill>
                  <a:srgbClr val="F3FBFE"/>
                </a:solidFill>
                <a:cs typeface="Arial" charset="0"/>
              </a:rPr>
              <a:t>驱动</a:t>
            </a:r>
            <a:endParaRPr lang="zh-CN" altLang="en-US" sz="1600" kern="0" dirty="0">
              <a:solidFill>
                <a:srgbClr val="F3FBFE"/>
              </a:solidFill>
              <a:cs typeface="Arial" charset="0"/>
            </a:endParaRPr>
          </a:p>
        </p:txBody>
      </p:sp>
      <p:sp>
        <p:nvSpPr>
          <p:cNvPr id="33" name="矩形 32">
            <a:extLst>
              <a:ext uri="{FF2B5EF4-FFF2-40B4-BE49-F238E27FC236}">
                <a16:creationId xmlns:a16="http://schemas.microsoft.com/office/drawing/2014/main" id="{7724F856-5E8A-4EFA-8366-CA1AA543BF55}"/>
              </a:ext>
            </a:extLst>
          </p:cNvPr>
          <p:cNvSpPr/>
          <p:nvPr/>
        </p:nvSpPr>
        <p:spPr bwMode="gray">
          <a:xfrm>
            <a:off x="6487713" y="3442425"/>
            <a:ext cx="1149575" cy="380065"/>
          </a:xfrm>
          <a:prstGeom prst="rect">
            <a:avLst/>
          </a:prstGeom>
          <a:solidFill>
            <a:srgbClr val="BAE6F6"/>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600" b="0" i="0" u="none" strike="noStrike" kern="0" cap="none" spc="0" normalizeH="0" baseline="0" noProof="0" dirty="0" err="1">
                <a:ln>
                  <a:noFill/>
                </a:ln>
                <a:effectLst/>
                <a:uLnTx/>
                <a:uFillTx/>
                <a:cs typeface="Arial" charset="0"/>
              </a:rPr>
              <a:t>STelnet</a:t>
            </a:r>
            <a:endParaRPr kumimoji="0" lang="zh-CN" altLang="en-US" sz="1600" b="0" i="0" u="none" strike="noStrike" kern="0" cap="none" spc="0" normalizeH="0" baseline="0" noProof="0" dirty="0">
              <a:ln>
                <a:noFill/>
              </a:ln>
              <a:effectLst/>
              <a:uLnTx/>
              <a:uFillTx/>
              <a:cs typeface="Arial" charset="0"/>
            </a:endParaRPr>
          </a:p>
        </p:txBody>
      </p:sp>
      <p:sp>
        <p:nvSpPr>
          <p:cNvPr id="34" name="文本框 33">
            <a:extLst>
              <a:ext uri="{FF2B5EF4-FFF2-40B4-BE49-F238E27FC236}">
                <a16:creationId xmlns:a16="http://schemas.microsoft.com/office/drawing/2014/main" id="{A81EC5C2-7047-4DEA-B9BC-50D4235A5279}"/>
              </a:ext>
            </a:extLst>
          </p:cNvPr>
          <p:cNvSpPr txBox="1"/>
          <p:nvPr/>
        </p:nvSpPr>
        <p:spPr bwMode="gray">
          <a:xfrm>
            <a:off x="3213795" y="4891450"/>
            <a:ext cx="4046301" cy="793230"/>
          </a:xfrm>
          <a:prstGeom prst="rect">
            <a:avLst/>
          </a:prstGeom>
          <a:noFill/>
        </p:spPr>
        <p:txBody>
          <a:bodyPr wrap="none" rtlCol="0">
            <a:spAutoFit/>
          </a:bodyPr>
          <a:lstStyle/>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对于新设备，支持</a:t>
            </a:r>
            <a:r>
              <a:rPr kumimoji="0" lang="en-US" altLang="zh-CN" sz="1600" b="0" i="0" u="none" strike="noStrike" kern="0" cap="none" spc="0" normalizeH="0" baseline="0" noProof="0" dirty="0">
                <a:ln>
                  <a:noFill/>
                </a:ln>
                <a:solidFill>
                  <a:srgbClr val="000000"/>
                </a:solidFill>
                <a:effectLst/>
                <a:uLnTx/>
                <a:uFillTx/>
              </a:rPr>
              <a:t>NETCONF</a:t>
            </a:r>
            <a:r>
              <a:rPr kumimoji="0" lang="zh-CN" altLang="en-US" sz="1600" b="0" i="0" u="none" strike="noStrike" kern="0" cap="none" spc="0" normalizeH="0" baseline="0" noProof="0" dirty="0">
                <a:ln>
                  <a:noFill/>
                </a:ln>
                <a:solidFill>
                  <a:srgbClr val="000000"/>
                </a:solidFill>
                <a:effectLst/>
                <a:uLnTx/>
                <a:uFillTx/>
              </a:rPr>
              <a:t>协议对接。</a:t>
            </a: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对于存量设备，支持命令行对接。</a:t>
            </a:r>
          </a:p>
        </p:txBody>
      </p:sp>
    </p:spTree>
    <p:extLst>
      <p:ext uri="{BB962C8B-B14F-4D97-AF65-F5344CB8AC3E}">
        <p14:creationId xmlns:p14="http://schemas.microsoft.com/office/powerpoint/2010/main" val="2667530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8DB33-A514-44F7-9088-54C5507A86D6}"/>
              </a:ext>
            </a:extLst>
          </p:cNvPr>
          <p:cNvSpPr>
            <a:spLocks noGrp="1"/>
          </p:cNvSpPr>
          <p:nvPr>
            <p:ph type="title"/>
          </p:nvPr>
        </p:nvSpPr>
        <p:spPr bwMode="gray"/>
        <p:txBody>
          <a:bodyPr/>
          <a:lstStyle/>
          <a:p>
            <a:r>
              <a:rPr lang="zh-CN" altLang="en-US"/>
              <a:t>业务层屏蔽底层设备差异</a:t>
            </a:r>
          </a:p>
        </p:txBody>
      </p:sp>
      <p:sp>
        <p:nvSpPr>
          <p:cNvPr id="5" name="文本占位符 4"/>
          <p:cNvSpPr>
            <a:spLocks noGrp="1"/>
          </p:cNvSpPr>
          <p:nvPr>
            <p:ph type="body" sz="quarter" idx="10"/>
          </p:nvPr>
        </p:nvSpPr>
        <p:spPr bwMode="gray"/>
        <p:txBody>
          <a:bodyPr/>
          <a:lstStyle/>
          <a:p>
            <a:r>
              <a:rPr lang="zh-CN" altLang="en-US" sz="1800" dirty="0"/>
              <a:t>业务层只需关心具体的业务，对于不同厂商、不同协议的设备不需要独立对接。</a:t>
            </a:r>
            <a:r>
              <a:rPr lang="en-US" altLang="zh-CN" sz="1800" dirty="0"/>
              <a:t>NCE</a:t>
            </a:r>
            <a:r>
              <a:rPr lang="zh-CN" altLang="en-US" sz="1800" dirty="0"/>
              <a:t>业务开放可编程支持一条业务对接不同厂商、不同协议的设备。</a:t>
            </a:r>
          </a:p>
          <a:p>
            <a:endParaRPr lang="zh-CN" altLang="en-US" sz="1800" dirty="0"/>
          </a:p>
        </p:txBody>
      </p:sp>
      <p:sp>
        <p:nvSpPr>
          <p:cNvPr id="73" name="文本占位符 110">
            <a:extLst>
              <a:ext uri="{FF2B5EF4-FFF2-40B4-BE49-F238E27FC236}">
                <a16:creationId xmlns:a16="http://schemas.microsoft.com/office/drawing/2014/main" id="{D22BB3D5-4723-45BB-AF02-05A81ED6934F}"/>
              </a:ext>
            </a:extLst>
          </p:cNvPr>
          <p:cNvSpPr txBox="1">
            <a:spLocks/>
          </p:cNvSpPr>
          <p:nvPr/>
        </p:nvSpPr>
        <p:spPr bwMode="gray">
          <a:xfrm>
            <a:off x="468317" y="1233488"/>
            <a:ext cx="11276183" cy="1010438"/>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solidFill>
                <a:prstClr val="black"/>
              </a:solidFill>
            </a:endParaRPr>
          </a:p>
        </p:txBody>
      </p:sp>
      <p:sp>
        <p:nvSpPr>
          <p:cNvPr id="22" name="圆角矩形 45">
            <a:extLst>
              <a:ext uri="{FF2B5EF4-FFF2-40B4-BE49-F238E27FC236}">
                <a16:creationId xmlns:a16="http://schemas.microsoft.com/office/drawing/2014/main" id="{F9D50915-65B0-4691-89E7-FD08ECB46318}"/>
              </a:ext>
            </a:extLst>
          </p:cNvPr>
          <p:cNvSpPr/>
          <p:nvPr>
            <p:custDataLst>
              <p:tags r:id="rId1"/>
            </p:custDataLst>
          </p:nvPr>
        </p:nvSpPr>
        <p:spPr bwMode="gray">
          <a:xfrm>
            <a:off x="3040230" y="2201116"/>
            <a:ext cx="5788066" cy="3666117"/>
          </a:xfrm>
          <a:prstGeom prst="rect">
            <a:avLst/>
          </a:prstGeom>
          <a:solidFill>
            <a:srgbClr val="BEE9EE"/>
          </a:solidFill>
          <a:ln w="12700" cap="flat" cmpd="sng" algn="ctr">
            <a:noFill/>
            <a:prstDash val="solid"/>
          </a:ln>
          <a:effectLst/>
        </p:spPr>
        <p:txBody>
          <a:bodyPr rtlCol="0" anchor="ctr"/>
          <a:lstStyle/>
          <a:p>
            <a:pPr marL="0" marR="0" lvl="0" indent="0" algn="ctr" defTabSz="1217656" eaLnBrk="0" fontAlgn="auto"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a typeface="微软雅黑" panose="020B0503020204020204" pitchFamily="34" charset="-122"/>
            </a:endParaRPr>
          </a:p>
        </p:txBody>
      </p:sp>
      <p:sp>
        <p:nvSpPr>
          <p:cNvPr id="23" name="矩形 22">
            <a:extLst>
              <a:ext uri="{FF2B5EF4-FFF2-40B4-BE49-F238E27FC236}">
                <a16:creationId xmlns:a16="http://schemas.microsoft.com/office/drawing/2014/main" id="{ECEACDA0-0CB4-4994-96C5-DC2F122EB160}"/>
              </a:ext>
            </a:extLst>
          </p:cNvPr>
          <p:cNvSpPr/>
          <p:nvPr/>
        </p:nvSpPr>
        <p:spPr bwMode="gray">
          <a:xfrm>
            <a:off x="3213795" y="2348529"/>
            <a:ext cx="5380887" cy="2856634"/>
          </a:xfrm>
          <a:prstGeom prst="rect">
            <a:avLst/>
          </a:prstGeom>
          <a:solidFill>
            <a:srgbClr val="F3FBF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6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24" name="矩形 23">
            <a:extLst>
              <a:ext uri="{FF2B5EF4-FFF2-40B4-BE49-F238E27FC236}">
                <a16:creationId xmlns:a16="http://schemas.microsoft.com/office/drawing/2014/main" id="{C5D6F801-3394-4AB5-9A3C-5EB05A3CE771}"/>
              </a:ext>
            </a:extLst>
          </p:cNvPr>
          <p:cNvSpPr/>
          <p:nvPr/>
        </p:nvSpPr>
        <p:spPr bwMode="gray">
          <a:xfrm>
            <a:off x="3243418" y="2770431"/>
            <a:ext cx="2712580" cy="1150779"/>
          </a:xfrm>
          <a:prstGeom prst="rect">
            <a:avLst/>
          </a:prstGeom>
          <a:solidFill>
            <a:srgbClr val="F3FDEE"/>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en-US" altLang="zh-CN" sz="1600" b="1" kern="0" dirty="0">
                <a:solidFill>
                  <a:srgbClr val="56B970"/>
                </a:solidFill>
                <a:cs typeface="Arial" charset="0"/>
              </a:rPr>
              <a:t>NCE</a:t>
            </a:r>
            <a:r>
              <a:rPr lang="zh-CN" altLang="en-US" sz="1600" b="1" kern="0" dirty="0">
                <a:solidFill>
                  <a:srgbClr val="56B970"/>
                </a:solidFill>
                <a:cs typeface="Arial" charset="0"/>
              </a:rPr>
              <a:t>业务开放可编程</a:t>
            </a:r>
          </a:p>
        </p:txBody>
      </p:sp>
      <p:sp>
        <p:nvSpPr>
          <p:cNvPr id="27" name="矩形 26">
            <a:extLst>
              <a:ext uri="{FF2B5EF4-FFF2-40B4-BE49-F238E27FC236}">
                <a16:creationId xmlns:a16="http://schemas.microsoft.com/office/drawing/2014/main" id="{128B48B5-06A7-48E6-9ECD-301FD5F70AB6}"/>
              </a:ext>
            </a:extLst>
          </p:cNvPr>
          <p:cNvSpPr/>
          <p:nvPr/>
        </p:nvSpPr>
        <p:spPr bwMode="gray">
          <a:xfrm>
            <a:off x="6008800" y="2532362"/>
            <a:ext cx="2279133" cy="1118168"/>
          </a:xfrm>
          <a:prstGeom prst="rect">
            <a:avLst/>
          </a:prstGeom>
          <a:solidFill>
            <a:srgbClr val="EFFBFD"/>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zh-CN" altLang="en-US" sz="1600" b="0" i="0" u="none" strike="noStrike" kern="0" cap="none" spc="0" normalizeH="0" baseline="0" noProof="0" dirty="0">
                <a:ln>
                  <a:noFill/>
                </a:ln>
                <a:solidFill>
                  <a:srgbClr val="389CA5"/>
                </a:solidFill>
                <a:effectLst/>
                <a:uLnTx/>
                <a:uFillTx/>
              </a:rPr>
              <a:t>运行时承载方式</a:t>
            </a:r>
          </a:p>
        </p:txBody>
      </p:sp>
      <p:sp>
        <p:nvSpPr>
          <p:cNvPr id="28" name="圆角矩形 271">
            <a:extLst>
              <a:ext uri="{FF2B5EF4-FFF2-40B4-BE49-F238E27FC236}">
                <a16:creationId xmlns:a16="http://schemas.microsoft.com/office/drawing/2014/main" id="{0E9E7CE5-545F-4D35-A288-EF9FDD9F7961}"/>
              </a:ext>
            </a:extLst>
          </p:cNvPr>
          <p:cNvSpPr/>
          <p:nvPr/>
        </p:nvSpPr>
        <p:spPr bwMode="gray">
          <a:xfrm>
            <a:off x="6388100" y="2973397"/>
            <a:ext cx="1472805" cy="426540"/>
          </a:xfrm>
          <a:prstGeom prst="roundRect">
            <a:avLst>
              <a:gd name="adj" fmla="val 6085"/>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buClr>
                <a:srgbClr val="CC9900"/>
              </a:buClr>
              <a:defRPr/>
            </a:pPr>
            <a:r>
              <a:rPr lang="en-US" altLang="zh-CN" sz="1600" kern="0">
                <a:solidFill>
                  <a:srgbClr val="000000"/>
                </a:solidFill>
                <a:ea typeface="Arial" charset="0"/>
                <a:cs typeface="Arial" charset="0"/>
              </a:rPr>
              <a:t> SSP</a:t>
            </a:r>
            <a:endParaRPr lang="zh-CN" altLang="en-US" sz="1600" kern="0" dirty="0">
              <a:solidFill>
                <a:srgbClr val="000000"/>
              </a:solidFill>
              <a:ea typeface="Arial" charset="0"/>
              <a:cs typeface="Arial" charset="0"/>
            </a:endParaRPr>
          </a:p>
        </p:txBody>
      </p:sp>
      <p:sp>
        <p:nvSpPr>
          <p:cNvPr id="29" name="文本框 28">
            <a:extLst>
              <a:ext uri="{FF2B5EF4-FFF2-40B4-BE49-F238E27FC236}">
                <a16:creationId xmlns:a16="http://schemas.microsoft.com/office/drawing/2014/main" id="{DDD44944-A528-4520-A7ED-15A6F06A7007}"/>
              </a:ext>
            </a:extLst>
          </p:cNvPr>
          <p:cNvSpPr txBox="1"/>
          <p:nvPr/>
        </p:nvSpPr>
        <p:spPr bwMode="gray">
          <a:xfrm>
            <a:off x="3040230" y="5430450"/>
            <a:ext cx="4666662" cy="323165"/>
          </a:xfrm>
          <a:prstGeom prst="rect">
            <a:avLst/>
          </a:prstGeom>
          <a:noFill/>
        </p:spPr>
        <p:txBody>
          <a:bodyPr wrap="none" rtlCol="0">
            <a:spAutoFit/>
          </a:bodyPr>
          <a:lstStyle/>
          <a:p>
            <a:pPr marL="171450" defTabSz="914400" fontAlgn="base">
              <a:lnSpc>
                <a:spcPts val="1800"/>
              </a:lnSpc>
              <a:spcBef>
                <a:spcPct val="0"/>
              </a:spcBef>
              <a:spcAft>
                <a:spcPct val="0"/>
              </a:spcAft>
            </a:pPr>
            <a:r>
              <a:rPr lang="zh-CN" altLang="en-US" sz="1600" dirty="0">
                <a:solidFill>
                  <a:srgbClr val="000000"/>
                </a:solidFill>
                <a:latin typeface="方正兰亭黑简体"/>
              </a:rPr>
              <a:t>支持一条业务对接不同厂商、不同协议的设备。</a:t>
            </a:r>
          </a:p>
        </p:txBody>
      </p:sp>
      <p:sp>
        <p:nvSpPr>
          <p:cNvPr id="30" name="矩形 29">
            <a:extLst>
              <a:ext uri="{FF2B5EF4-FFF2-40B4-BE49-F238E27FC236}">
                <a16:creationId xmlns:a16="http://schemas.microsoft.com/office/drawing/2014/main" id="{4C4DC3E4-4A23-48EF-B003-6BC636D980B7}"/>
              </a:ext>
            </a:extLst>
          </p:cNvPr>
          <p:cNvSpPr/>
          <p:nvPr/>
        </p:nvSpPr>
        <p:spPr bwMode="gray">
          <a:xfrm>
            <a:off x="3467770" y="3667986"/>
            <a:ext cx="2299126" cy="368914"/>
          </a:xfrm>
          <a:prstGeom prst="rect">
            <a:avLst/>
          </a:prstGeom>
          <a:solidFill>
            <a:srgbClr val="BAE6F6"/>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600" b="0" i="0" u="none" strike="noStrike" kern="0" cap="none" spc="0" normalizeH="0" baseline="0" noProof="0" dirty="0" err="1">
                <a:ln>
                  <a:noFill/>
                </a:ln>
                <a:effectLst/>
                <a:uLnTx/>
                <a:uFillTx/>
                <a:cs typeface="Arial" charset="0"/>
              </a:rPr>
              <a:t>STelnet</a:t>
            </a:r>
            <a:r>
              <a:rPr kumimoji="0" lang="en-US" altLang="zh-CN" sz="1600" b="0" i="0" u="none" strike="noStrike" kern="0" cap="none" spc="0" normalizeH="0" baseline="0" noProof="0" dirty="0">
                <a:ln>
                  <a:noFill/>
                </a:ln>
                <a:effectLst/>
                <a:uLnTx/>
                <a:uFillTx/>
                <a:cs typeface="Arial" charset="0"/>
              </a:rPr>
              <a:t>/</a:t>
            </a:r>
            <a:r>
              <a:rPr kumimoji="0" lang="en-US" altLang="zh-CN" sz="1600" b="0" i="0" u="none" strike="noStrike" kern="0" cap="none" spc="0" normalizeH="0" baseline="0" noProof="0" dirty="0">
                <a:ln>
                  <a:noFill/>
                </a:ln>
                <a:effectLst/>
                <a:highlight>
                  <a:srgbClr val="FFFF00"/>
                </a:highlight>
                <a:uLnTx/>
                <a:uFillTx/>
                <a:cs typeface="Arial" charset="0"/>
              </a:rPr>
              <a:t>NETCONF</a:t>
            </a:r>
            <a:endParaRPr kumimoji="0" lang="zh-CN" altLang="en-US" sz="1600" b="0" i="0" u="none" strike="noStrike" kern="0" cap="none" spc="0" normalizeH="0" baseline="0" noProof="0" dirty="0">
              <a:ln>
                <a:noFill/>
              </a:ln>
              <a:effectLst/>
              <a:highlight>
                <a:srgbClr val="FFFF00"/>
              </a:highlight>
              <a:uLnTx/>
              <a:uFillTx/>
              <a:cs typeface="Arial" charset="0"/>
            </a:endParaRPr>
          </a:p>
        </p:txBody>
      </p:sp>
      <p:cxnSp>
        <p:nvCxnSpPr>
          <p:cNvPr id="31" name="直接箭头连接符 30">
            <a:extLst>
              <a:ext uri="{FF2B5EF4-FFF2-40B4-BE49-F238E27FC236}">
                <a16:creationId xmlns:a16="http://schemas.microsoft.com/office/drawing/2014/main" id="{458538F2-8A63-4DFE-B571-62F94434E5A8}"/>
              </a:ext>
            </a:extLst>
          </p:cNvPr>
          <p:cNvCxnSpPr>
            <a:cxnSpLocks/>
            <a:stCxn id="33" idx="0"/>
            <a:endCxn id="30" idx="2"/>
          </p:cNvCxnSpPr>
          <p:nvPr/>
        </p:nvCxnSpPr>
        <p:spPr bwMode="gray">
          <a:xfrm flipV="1">
            <a:off x="4017146" y="4036900"/>
            <a:ext cx="600187" cy="551202"/>
          </a:xfrm>
          <a:prstGeom prst="straightConnector1">
            <a:avLst/>
          </a:prstGeom>
          <a:noFill/>
          <a:ln w="9525" cap="flat" cmpd="sng" algn="ctr">
            <a:solidFill>
              <a:srgbClr val="000000"/>
            </a:solidFill>
            <a:prstDash val="dash"/>
            <a:round/>
            <a:headEnd type="none" w="med" len="med"/>
            <a:tailEnd type="none" w="med" len="med"/>
          </a:ln>
          <a:effectLst/>
        </p:spPr>
      </p:cxnSp>
      <p:cxnSp>
        <p:nvCxnSpPr>
          <p:cNvPr id="32" name="直接箭头连接符 31">
            <a:extLst>
              <a:ext uri="{FF2B5EF4-FFF2-40B4-BE49-F238E27FC236}">
                <a16:creationId xmlns:a16="http://schemas.microsoft.com/office/drawing/2014/main" id="{6F9C0038-81E3-407B-941B-187C085A3C58}"/>
              </a:ext>
            </a:extLst>
          </p:cNvPr>
          <p:cNvCxnSpPr>
            <a:cxnSpLocks/>
            <a:stCxn id="34" idx="0"/>
            <a:endCxn id="30" idx="2"/>
          </p:cNvCxnSpPr>
          <p:nvPr/>
        </p:nvCxnSpPr>
        <p:spPr bwMode="gray">
          <a:xfrm flipH="1" flipV="1">
            <a:off x="4617333" y="4036900"/>
            <a:ext cx="473163" cy="545714"/>
          </a:xfrm>
          <a:prstGeom prst="straightConnector1">
            <a:avLst/>
          </a:prstGeom>
          <a:noFill/>
          <a:ln w="9525" cap="flat" cmpd="sng" algn="ctr">
            <a:solidFill>
              <a:srgbClr val="000000"/>
            </a:solidFill>
            <a:prstDash val="dash"/>
            <a:round/>
            <a:headEnd type="none" w="med" len="med"/>
            <a:tailEnd type="none" w="med" len="med"/>
          </a:ln>
          <a:effectLst/>
        </p:spPr>
      </p:cxnSp>
      <p:pic>
        <p:nvPicPr>
          <p:cNvPr id="33" name="图片 32">
            <a:extLst>
              <a:ext uri="{FF2B5EF4-FFF2-40B4-BE49-F238E27FC236}">
                <a16:creationId xmlns:a16="http://schemas.microsoft.com/office/drawing/2014/main" id="{F9F11EEA-84DC-4C7F-8EA4-74186B73921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747146" y="4588102"/>
            <a:ext cx="540000" cy="442800"/>
          </a:xfrm>
          <a:prstGeom prst="rect">
            <a:avLst/>
          </a:prstGeom>
        </p:spPr>
      </p:pic>
      <p:pic>
        <p:nvPicPr>
          <p:cNvPr id="34" name="图片 33">
            <a:extLst>
              <a:ext uri="{FF2B5EF4-FFF2-40B4-BE49-F238E27FC236}">
                <a16:creationId xmlns:a16="http://schemas.microsoft.com/office/drawing/2014/main" id="{9AD3F357-FA5E-4838-A621-EE852DAADD2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820496" y="4582614"/>
            <a:ext cx="540000" cy="442800"/>
          </a:xfrm>
          <a:prstGeom prst="rect">
            <a:avLst/>
          </a:prstGeom>
        </p:spPr>
      </p:pic>
      <p:sp>
        <p:nvSpPr>
          <p:cNvPr id="35" name="折角形 257">
            <a:extLst>
              <a:ext uri="{FF2B5EF4-FFF2-40B4-BE49-F238E27FC236}">
                <a16:creationId xmlns:a16="http://schemas.microsoft.com/office/drawing/2014/main" id="{DF61B052-6A6C-45F6-99FE-B10CE8F8BC47}"/>
              </a:ext>
            </a:extLst>
          </p:cNvPr>
          <p:cNvSpPr/>
          <p:nvPr/>
        </p:nvSpPr>
        <p:spPr bwMode="gray">
          <a:xfrm>
            <a:off x="7071852" y="3050640"/>
            <a:ext cx="750953" cy="268075"/>
          </a:xfrm>
          <a:prstGeom prst="foldedCorner">
            <a:avLst/>
          </a:prstGeom>
          <a:solidFill>
            <a:srgbClr val="F3FBFE"/>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altLang="zh-CN" sz="1400" b="0" i="0" u="none" strike="noStrike" kern="0" cap="none" spc="0" normalizeH="0" baseline="0" noProof="0" dirty="0">
                <a:ln>
                  <a:noFill/>
                </a:ln>
                <a:solidFill>
                  <a:srgbClr val="000000"/>
                </a:solidFill>
                <a:effectLst/>
                <a:uLnTx/>
                <a:uFillTx/>
                <a:ea typeface="Arial" charset="0"/>
                <a:cs typeface="Arial" charset="0"/>
              </a:rPr>
              <a:t>YANG</a:t>
            </a:r>
            <a:endParaRPr kumimoji="0" lang="zh-CN" altLang="en-US" sz="1400" b="0" i="0" u="none" strike="noStrike" kern="0" cap="none" spc="0" normalizeH="0" baseline="0" noProof="0" dirty="0">
              <a:ln>
                <a:noFill/>
              </a:ln>
              <a:solidFill>
                <a:srgbClr val="000000"/>
              </a:solidFill>
              <a:effectLst/>
              <a:uLnTx/>
              <a:uFillTx/>
              <a:ea typeface="Arial" charset="0"/>
              <a:cs typeface="Arial" charset="0"/>
            </a:endParaRPr>
          </a:p>
        </p:txBody>
      </p:sp>
      <p:sp>
        <p:nvSpPr>
          <p:cNvPr id="36" name="流程图: 终止 117">
            <a:extLst>
              <a:ext uri="{FF2B5EF4-FFF2-40B4-BE49-F238E27FC236}">
                <a16:creationId xmlns:a16="http://schemas.microsoft.com/office/drawing/2014/main" id="{8CD44549-E078-4D95-8E9E-8332D1A0B877}"/>
              </a:ext>
            </a:extLst>
          </p:cNvPr>
          <p:cNvSpPr/>
          <p:nvPr/>
        </p:nvSpPr>
        <p:spPr bwMode="gray">
          <a:xfrm>
            <a:off x="3911600" y="2420200"/>
            <a:ext cx="1374193" cy="294269"/>
          </a:xfrm>
          <a:prstGeom prst="rect">
            <a:avLst/>
          </a:prstGeom>
          <a:solidFill>
            <a:srgbClr val="EC7061"/>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en-US" altLang="zh-CN" sz="1600" b="1" kern="0" dirty="0">
                <a:solidFill>
                  <a:prstClr val="white"/>
                </a:solidFill>
                <a:ea typeface="Arial" charset="0"/>
                <a:cs typeface="Arial" charset="0"/>
              </a:rPr>
              <a:t>S</a:t>
            </a:r>
            <a:r>
              <a:rPr lang="en-US" altLang="zh-CN" sz="1600" b="1" kern="0">
                <a:solidFill>
                  <a:prstClr val="white"/>
                </a:solidFill>
                <a:ea typeface="Arial" charset="0"/>
                <a:cs typeface="Arial" charset="0"/>
              </a:rPr>
              <a:t>ervice</a:t>
            </a:r>
            <a:endParaRPr lang="zh-CN" altLang="en-US" sz="1600" b="1" kern="0" dirty="0">
              <a:solidFill>
                <a:prstClr val="white"/>
              </a:solidFill>
              <a:ea typeface="Arial" charset="0"/>
              <a:cs typeface="Arial" charset="0"/>
            </a:endParaRPr>
          </a:p>
        </p:txBody>
      </p:sp>
      <p:sp>
        <p:nvSpPr>
          <p:cNvPr id="37" name="矩形 36">
            <a:extLst>
              <a:ext uri="{FF2B5EF4-FFF2-40B4-BE49-F238E27FC236}">
                <a16:creationId xmlns:a16="http://schemas.microsoft.com/office/drawing/2014/main" id="{54392566-6BE8-42C7-AB4A-4CD73F4BD894}"/>
              </a:ext>
            </a:extLst>
          </p:cNvPr>
          <p:cNvSpPr/>
          <p:nvPr/>
        </p:nvSpPr>
        <p:spPr bwMode="gray">
          <a:xfrm>
            <a:off x="4718946" y="3229100"/>
            <a:ext cx="1047950" cy="300677"/>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en-US" altLang="zh-CN" sz="1600" kern="0" dirty="0" err="1">
                <a:solidFill>
                  <a:srgbClr val="F3FBFE"/>
                </a:solidFill>
                <a:cs typeface="Arial" charset="0"/>
              </a:rPr>
              <a:t>Easymap</a:t>
            </a:r>
            <a:endParaRPr lang="zh-CN" altLang="en-US" sz="1600" kern="0" dirty="0">
              <a:solidFill>
                <a:srgbClr val="F3FBFE"/>
              </a:solidFill>
              <a:cs typeface="Arial" charset="0"/>
            </a:endParaRPr>
          </a:p>
        </p:txBody>
      </p:sp>
      <p:sp>
        <p:nvSpPr>
          <p:cNvPr id="38" name="矩形 37">
            <a:extLst>
              <a:ext uri="{FF2B5EF4-FFF2-40B4-BE49-F238E27FC236}">
                <a16:creationId xmlns:a16="http://schemas.microsoft.com/office/drawing/2014/main" id="{4EB19057-DD76-4716-9A81-CDBC0CD2DE4F}"/>
              </a:ext>
            </a:extLst>
          </p:cNvPr>
          <p:cNvSpPr/>
          <p:nvPr/>
        </p:nvSpPr>
        <p:spPr bwMode="gray">
          <a:xfrm>
            <a:off x="3467770" y="3229100"/>
            <a:ext cx="1149575" cy="300677"/>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en-US" altLang="zh-CN" sz="1600" kern="0" dirty="0">
                <a:solidFill>
                  <a:srgbClr val="F3FBFE"/>
                </a:solidFill>
                <a:cs typeface="Arial" charset="0"/>
              </a:rPr>
              <a:t>YANG</a:t>
            </a:r>
            <a:r>
              <a:rPr lang="zh-CN" altLang="en-US" sz="1600" kern="0" dirty="0">
                <a:solidFill>
                  <a:srgbClr val="F3FBFE"/>
                </a:solidFill>
                <a:cs typeface="Arial" charset="0"/>
              </a:rPr>
              <a:t>驱动</a:t>
            </a:r>
          </a:p>
        </p:txBody>
      </p:sp>
    </p:spTree>
    <p:extLst>
      <p:ext uri="{BB962C8B-B14F-4D97-AF65-F5344CB8AC3E}">
        <p14:creationId xmlns:p14="http://schemas.microsoft.com/office/powerpoint/2010/main" val="4154797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8DB33-A514-44F7-9088-54C5507A86D6}"/>
              </a:ext>
            </a:extLst>
          </p:cNvPr>
          <p:cNvSpPr>
            <a:spLocks noGrp="1"/>
          </p:cNvSpPr>
          <p:nvPr>
            <p:ph type="title"/>
          </p:nvPr>
        </p:nvSpPr>
        <p:spPr bwMode="gray"/>
        <p:txBody>
          <a:bodyPr/>
          <a:lstStyle/>
          <a:p>
            <a:r>
              <a:rPr lang="zh-CN" altLang="en-US"/>
              <a:t>批量配置</a:t>
            </a:r>
          </a:p>
        </p:txBody>
      </p:sp>
      <p:sp>
        <p:nvSpPr>
          <p:cNvPr id="5" name="文本占位符 4"/>
          <p:cNvSpPr>
            <a:spLocks noGrp="1"/>
          </p:cNvSpPr>
          <p:nvPr>
            <p:ph type="body" sz="quarter" idx="10"/>
          </p:nvPr>
        </p:nvSpPr>
        <p:spPr bwMode="gray"/>
        <p:txBody>
          <a:bodyPr/>
          <a:lstStyle/>
          <a:p>
            <a:r>
              <a:rPr lang="zh-CN" altLang="en-US" sz="1600" dirty="0"/>
              <a:t>提供批量配置能力：对于配置相同的设备可以进行分组，首先预制模板到系统中，然后进行批量的配置下发。</a:t>
            </a:r>
          </a:p>
          <a:p>
            <a:r>
              <a:rPr lang="zh-CN" altLang="en-US" sz="1600" dirty="0"/>
              <a:t>基于设备组批量应用模板，提升效率。</a:t>
            </a:r>
          </a:p>
          <a:p>
            <a:endParaRPr lang="zh-CN" altLang="en-US" sz="1600" dirty="0"/>
          </a:p>
          <a:p>
            <a:endParaRPr lang="zh-CN" altLang="en-US" sz="1600" dirty="0"/>
          </a:p>
        </p:txBody>
      </p:sp>
      <p:sp>
        <p:nvSpPr>
          <p:cNvPr id="19" name="圆角矩形 45">
            <a:extLst>
              <a:ext uri="{FF2B5EF4-FFF2-40B4-BE49-F238E27FC236}">
                <a16:creationId xmlns:a16="http://schemas.microsoft.com/office/drawing/2014/main" id="{F9D50915-65B0-4691-89E7-FD08ECB46318}"/>
              </a:ext>
            </a:extLst>
          </p:cNvPr>
          <p:cNvSpPr/>
          <p:nvPr>
            <p:custDataLst>
              <p:tags r:id="rId1"/>
            </p:custDataLst>
          </p:nvPr>
        </p:nvSpPr>
        <p:spPr bwMode="gray">
          <a:xfrm>
            <a:off x="3040230" y="2116133"/>
            <a:ext cx="5788066" cy="3643438"/>
          </a:xfrm>
          <a:prstGeom prst="rect">
            <a:avLst/>
          </a:prstGeom>
          <a:solidFill>
            <a:srgbClr val="BEE9EE"/>
          </a:solidFill>
          <a:ln w="12700" cap="flat" cmpd="sng" algn="ctr">
            <a:noFill/>
            <a:prstDash val="solid"/>
          </a:ln>
          <a:effectLst/>
        </p:spPr>
        <p:txBody>
          <a:bodyPr rtlCol="0" anchor="ctr"/>
          <a:lstStyle/>
          <a:p>
            <a:pPr marL="0" marR="0" lvl="0" indent="0" algn="ctr" defTabSz="1217656" eaLnBrk="0" fontAlgn="auto"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a typeface="微软雅黑" panose="020B0503020204020204" pitchFamily="34" charset="-122"/>
            </a:endParaRPr>
          </a:p>
        </p:txBody>
      </p:sp>
      <p:sp>
        <p:nvSpPr>
          <p:cNvPr id="20" name="矩形 19">
            <a:extLst>
              <a:ext uri="{FF2B5EF4-FFF2-40B4-BE49-F238E27FC236}">
                <a16:creationId xmlns:a16="http://schemas.microsoft.com/office/drawing/2014/main" id="{ECEACDA0-0CB4-4994-96C5-DC2F122EB160}"/>
              </a:ext>
            </a:extLst>
          </p:cNvPr>
          <p:cNvSpPr/>
          <p:nvPr/>
        </p:nvSpPr>
        <p:spPr bwMode="gray">
          <a:xfrm>
            <a:off x="3213795" y="2250846"/>
            <a:ext cx="5380887" cy="2280083"/>
          </a:xfrm>
          <a:prstGeom prst="rect">
            <a:avLst/>
          </a:prstGeom>
          <a:solidFill>
            <a:srgbClr val="F3FBF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6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21" name="矩形 20">
            <a:extLst>
              <a:ext uri="{FF2B5EF4-FFF2-40B4-BE49-F238E27FC236}">
                <a16:creationId xmlns:a16="http://schemas.microsoft.com/office/drawing/2014/main" id="{C5D6F801-3394-4AB5-9A3C-5EB05A3CE771}"/>
              </a:ext>
            </a:extLst>
          </p:cNvPr>
          <p:cNvSpPr/>
          <p:nvPr/>
        </p:nvSpPr>
        <p:spPr bwMode="gray">
          <a:xfrm>
            <a:off x="3243418" y="2434680"/>
            <a:ext cx="2712580" cy="1274548"/>
          </a:xfrm>
          <a:prstGeom prst="rect">
            <a:avLst/>
          </a:prstGeom>
          <a:solidFill>
            <a:srgbClr val="F3FDEE"/>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en-US" altLang="zh-CN" sz="1600" b="1" kern="0" dirty="0">
                <a:solidFill>
                  <a:srgbClr val="56B970"/>
                </a:solidFill>
                <a:cs typeface="Arial" charset="0"/>
              </a:rPr>
              <a:t>NCE</a:t>
            </a:r>
            <a:r>
              <a:rPr lang="zh-CN" altLang="en-US" sz="1600" b="1" kern="0" dirty="0">
                <a:solidFill>
                  <a:srgbClr val="56B970"/>
                </a:solidFill>
                <a:cs typeface="Arial" charset="0"/>
              </a:rPr>
              <a:t>业务开放可编程</a:t>
            </a:r>
          </a:p>
        </p:txBody>
      </p:sp>
      <p:sp>
        <p:nvSpPr>
          <p:cNvPr id="22" name="圆角矩形 271">
            <a:extLst>
              <a:ext uri="{FF2B5EF4-FFF2-40B4-BE49-F238E27FC236}">
                <a16:creationId xmlns:a16="http://schemas.microsoft.com/office/drawing/2014/main" id="{0E9E7CE5-545F-4D35-A288-EF9FDD9F7961}"/>
              </a:ext>
            </a:extLst>
          </p:cNvPr>
          <p:cNvSpPr/>
          <p:nvPr/>
        </p:nvSpPr>
        <p:spPr bwMode="gray">
          <a:xfrm>
            <a:off x="6972301" y="2923005"/>
            <a:ext cx="1168400" cy="426540"/>
          </a:xfrm>
          <a:prstGeom prst="roundRect">
            <a:avLst>
              <a:gd name="adj" fmla="val 6085"/>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buClr>
                <a:srgbClr val="CC9900"/>
              </a:buClr>
              <a:defRPr/>
            </a:pPr>
            <a:r>
              <a:rPr lang="en-US" altLang="zh-CN" sz="1600" kern="0">
                <a:solidFill>
                  <a:srgbClr val="000000"/>
                </a:solidFill>
                <a:ea typeface="Arial" charset="0"/>
                <a:cs typeface="Arial" charset="0"/>
              </a:rPr>
              <a:t> </a:t>
            </a:r>
            <a:r>
              <a:rPr lang="zh-CN" altLang="en-US" sz="1600" kern="0">
                <a:solidFill>
                  <a:srgbClr val="000000"/>
                </a:solidFill>
                <a:ea typeface="Arial" charset="0"/>
                <a:cs typeface="Arial" charset="0"/>
              </a:rPr>
              <a:t>任务管理</a:t>
            </a:r>
            <a:endParaRPr lang="zh-CN" altLang="en-US" sz="1600" kern="0" dirty="0">
              <a:solidFill>
                <a:srgbClr val="000000"/>
              </a:solidFill>
              <a:ea typeface="Arial" charset="0"/>
              <a:cs typeface="Arial" charset="0"/>
            </a:endParaRPr>
          </a:p>
        </p:txBody>
      </p:sp>
      <p:sp>
        <p:nvSpPr>
          <p:cNvPr id="23" name="文本框 22">
            <a:extLst>
              <a:ext uri="{FF2B5EF4-FFF2-40B4-BE49-F238E27FC236}">
                <a16:creationId xmlns:a16="http://schemas.microsoft.com/office/drawing/2014/main" id="{DDD44944-A528-4520-A7ED-15A6F06A7007}"/>
              </a:ext>
            </a:extLst>
          </p:cNvPr>
          <p:cNvSpPr txBox="1"/>
          <p:nvPr/>
        </p:nvSpPr>
        <p:spPr bwMode="gray">
          <a:xfrm>
            <a:off x="3000879" y="4582957"/>
            <a:ext cx="3518912" cy="1200329"/>
          </a:xfrm>
          <a:prstGeom prst="rect">
            <a:avLst/>
          </a:prstGeom>
          <a:noFill/>
        </p:spPr>
        <p:txBody>
          <a:bodyPr wrap="none" rtlCol="0">
            <a:spAutoFit/>
          </a:bodyPr>
          <a:lstStyle/>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支持设备分组。</a:t>
            </a: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预制模板，按设备组批量下发。</a:t>
            </a: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以任务方式批量下发异步任务。</a:t>
            </a:r>
          </a:p>
        </p:txBody>
      </p:sp>
      <p:sp>
        <p:nvSpPr>
          <p:cNvPr id="24" name="矩形 23">
            <a:extLst>
              <a:ext uri="{FF2B5EF4-FFF2-40B4-BE49-F238E27FC236}">
                <a16:creationId xmlns:a16="http://schemas.microsoft.com/office/drawing/2014/main" id="{4C4DC3E4-4A23-48EF-B003-6BC636D980B7}"/>
              </a:ext>
            </a:extLst>
          </p:cNvPr>
          <p:cNvSpPr/>
          <p:nvPr/>
        </p:nvSpPr>
        <p:spPr bwMode="gray">
          <a:xfrm>
            <a:off x="3837696" y="3295857"/>
            <a:ext cx="1448097" cy="300677"/>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en-US" altLang="zh-CN" sz="1600" kern="0">
                <a:solidFill>
                  <a:srgbClr val="F3FBFE"/>
                </a:solidFill>
                <a:cs typeface="Arial" charset="0"/>
              </a:rPr>
              <a:t>Easymap</a:t>
            </a:r>
            <a:endParaRPr lang="zh-CN" altLang="en-US" sz="1600" kern="0" dirty="0">
              <a:solidFill>
                <a:srgbClr val="F3FBFE"/>
              </a:solidFill>
              <a:cs typeface="Arial" charset="0"/>
            </a:endParaRPr>
          </a:p>
        </p:txBody>
      </p:sp>
      <p:cxnSp>
        <p:nvCxnSpPr>
          <p:cNvPr id="25" name="直接箭头连接符 24">
            <a:extLst>
              <a:ext uri="{FF2B5EF4-FFF2-40B4-BE49-F238E27FC236}">
                <a16:creationId xmlns:a16="http://schemas.microsoft.com/office/drawing/2014/main" id="{458538F2-8A63-4DFE-B571-62F94434E5A8}"/>
              </a:ext>
            </a:extLst>
          </p:cNvPr>
          <p:cNvCxnSpPr>
            <a:cxnSpLocks/>
            <a:stCxn id="27" idx="0"/>
            <a:endCxn id="24" idx="2"/>
          </p:cNvCxnSpPr>
          <p:nvPr/>
        </p:nvCxnSpPr>
        <p:spPr bwMode="gray">
          <a:xfrm flipV="1">
            <a:off x="4017146" y="3596534"/>
            <a:ext cx="544599" cy="360485"/>
          </a:xfrm>
          <a:prstGeom prst="straightConnector1">
            <a:avLst/>
          </a:prstGeom>
          <a:noFill/>
          <a:ln w="9525" cap="flat" cmpd="sng" algn="ctr">
            <a:solidFill>
              <a:srgbClr val="000000"/>
            </a:solidFill>
            <a:prstDash val="dash"/>
            <a:round/>
            <a:headEnd type="none" w="med" len="med"/>
            <a:tailEnd type="none" w="med" len="med"/>
          </a:ln>
          <a:effectLst/>
        </p:spPr>
      </p:cxnSp>
      <p:cxnSp>
        <p:nvCxnSpPr>
          <p:cNvPr id="26" name="直接箭头连接符 25">
            <a:extLst>
              <a:ext uri="{FF2B5EF4-FFF2-40B4-BE49-F238E27FC236}">
                <a16:creationId xmlns:a16="http://schemas.microsoft.com/office/drawing/2014/main" id="{6F9C0038-81E3-407B-941B-187C085A3C58}"/>
              </a:ext>
            </a:extLst>
          </p:cNvPr>
          <p:cNvCxnSpPr>
            <a:cxnSpLocks/>
            <a:stCxn id="28" idx="0"/>
            <a:endCxn id="24" idx="2"/>
          </p:cNvCxnSpPr>
          <p:nvPr/>
        </p:nvCxnSpPr>
        <p:spPr bwMode="gray">
          <a:xfrm flipH="1" flipV="1">
            <a:off x="4561745" y="3596534"/>
            <a:ext cx="528751" cy="354997"/>
          </a:xfrm>
          <a:prstGeom prst="straightConnector1">
            <a:avLst/>
          </a:prstGeom>
          <a:noFill/>
          <a:ln w="9525" cap="flat" cmpd="sng" algn="ctr">
            <a:solidFill>
              <a:srgbClr val="000000"/>
            </a:solidFill>
            <a:prstDash val="dash"/>
            <a:round/>
            <a:headEnd type="none" w="med" len="med"/>
            <a:tailEnd type="none" w="med" len="med"/>
          </a:ln>
          <a:effectLst/>
        </p:spPr>
      </p:cxnSp>
      <p:pic>
        <p:nvPicPr>
          <p:cNvPr id="27" name="图片 26">
            <a:extLst>
              <a:ext uri="{FF2B5EF4-FFF2-40B4-BE49-F238E27FC236}">
                <a16:creationId xmlns:a16="http://schemas.microsoft.com/office/drawing/2014/main" id="{F9F11EEA-84DC-4C7F-8EA4-74186B73921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747146" y="3957019"/>
            <a:ext cx="540000" cy="442800"/>
          </a:xfrm>
          <a:prstGeom prst="rect">
            <a:avLst/>
          </a:prstGeom>
        </p:spPr>
      </p:pic>
      <p:pic>
        <p:nvPicPr>
          <p:cNvPr id="28" name="图片 27">
            <a:extLst>
              <a:ext uri="{FF2B5EF4-FFF2-40B4-BE49-F238E27FC236}">
                <a16:creationId xmlns:a16="http://schemas.microsoft.com/office/drawing/2014/main" id="{9AD3F357-FA5E-4838-A621-EE852DAADD2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820496" y="3951531"/>
            <a:ext cx="540000" cy="442800"/>
          </a:xfrm>
          <a:prstGeom prst="rect">
            <a:avLst/>
          </a:prstGeom>
        </p:spPr>
      </p:pic>
      <p:sp>
        <p:nvSpPr>
          <p:cNvPr id="29" name="矩形 28">
            <a:extLst>
              <a:ext uri="{FF2B5EF4-FFF2-40B4-BE49-F238E27FC236}">
                <a16:creationId xmlns:a16="http://schemas.microsoft.com/office/drawing/2014/main" id="{C285B55C-C63B-4FDA-868E-946F0C38971F}"/>
              </a:ext>
            </a:extLst>
          </p:cNvPr>
          <p:cNvSpPr/>
          <p:nvPr/>
        </p:nvSpPr>
        <p:spPr bwMode="gray">
          <a:xfrm>
            <a:off x="3837696" y="2864070"/>
            <a:ext cx="1448097" cy="300677"/>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zh-CN" altLang="en-US" sz="1600" kern="0">
                <a:solidFill>
                  <a:srgbClr val="F3FBFE"/>
                </a:solidFill>
                <a:cs typeface="Arial" charset="0"/>
              </a:rPr>
              <a:t>预制模板</a:t>
            </a:r>
            <a:endParaRPr lang="zh-CN" altLang="en-US" sz="1600" kern="0" dirty="0">
              <a:solidFill>
                <a:srgbClr val="F3FBFE"/>
              </a:solidFill>
              <a:cs typeface="Arial" charset="0"/>
            </a:endParaRPr>
          </a:p>
        </p:txBody>
      </p:sp>
    </p:spTree>
    <p:extLst>
      <p:ext uri="{BB962C8B-B14F-4D97-AF65-F5344CB8AC3E}">
        <p14:creationId xmlns:p14="http://schemas.microsoft.com/office/powerpoint/2010/main" val="1471443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8DB33-A514-44F7-9088-54C5507A86D6}"/>
              </a:ext>
            </a:extLst>
          </p:cNvPr>
          <p:cNvSpPr>
            <a:spLocks noGrp="1"/>
          </p:cNvSpPr>
          <p:nvPr>
            <p:ph type="title"/>
          </p:nvPr>
        </p:nvSpPr>
        <p:spPr bwMode="gray"/>
        <p:txBody>
          <a:bodyPr/>
          <a:lstStyle/>
          <a:p>
            <a:r>
              <a:rPr lang="zh-CN" altLang="en-US"/>
              <a:t>事务机制</a:t>
            </a:r>
          </a:p>
        </p:txBody>
      </p:sp>
      <p:sp>
        <p:nvSpPr>
          <p:cNvPr id="5" name="文本占位符 4"/>
          <p:cNvSpPr>
            <a:spLocks noGrp="1"/>
          </p:cNvSpPr>
          <p:nvPr>
            <p:ph type="body" sz="quarter" idx="10"/>
          </p:nvPr>
        </p:nvSpPr>
        <p:spPr bwMode="gray"/>
        <p:txBody>
          <a:bodyPr/>
          <a:lstStyle/>
          <a:p>
            <a:r>
              <a:rPr lang="zh-CN" altLang="en-US" sz="1600" dirty="0"/>
              <a:t>提供事务机制，基于事务机制在成功和失败的场景下都能保证设备和控制器数据一致性。</a:t>
            </a:r>
            <a:r>
              <a:rPr lang="en-US" altLang="zh-CN" sz="1600" dirty="0" err="1"/>
              <a:t>dryRun</a:t>
            </a:r>
            <a:r>
              <a:rPr lang="zh-CN" altLang="en-US" sz="1600" dirty="0"/>
              <a:t>功能让客户在配置下发前检查配置的正确性，重复修改，进行</a:t>
            </a:r>
            <a:r>
              <a:rPr lang="en-US" altLang="zh-CN" sz="1600" dirty="0" err="1"/>
              <a:t>dryRun</a:t>
            </a:r>
            <a:r>
              <a:rPr lang="zh-CN" altLang="en-US" sz="1600" dirty="0"/>
              <a:t>，直到配置正确，再启动</a:t>
            </a:r>
            <a:r>
              <a:rPr lang="en-US" altLang="zh-CN" sz="1600" dirty="0"/>
              <a:t>Commit</a:t>
            </a:r>
            <a:r>
              <a:rPr lang="zh-CN" altLang="en-US" sz="1600" dirty="0"/>
              <a:t>，提交配置到设备。</a:t>
            </a:r>
          </a:p>
          <a:p>
            <a:endParaRPr lang="zh-CN" altLang="en-US" sz="1600" dirty="0"/>
          </a:p>
          <a:p>
            <a:endParaRPr lang="zh-CN" altLang="en-US" sz="1600" dirty="0"/>
          </a:p>
        </p:txBody>
      </p:sp>
      <p:sp>
        <p:nvSpPr>
          <p:cNvPr id="73" name="文本占位符 110">
            <a:extLst>
              <a:ext uri="{FF2B5EF4-FFF2-40B4-BE49-F238E27FC236}">
                <a16:creationId xmlns:a16="http://schemas.microsoft.com/office/drawing/2014/main" id="{D22BB3D5-4723-45BB-AF02-05A81ED6934F}"/>
              </a:ext>
            </a:extLst>
          </p:cNvPr>
          <p:cNvSpPr txBox="1">
            <a:spLocks/>
          </p:cNvSpPr>
          <p:nvPr/>
        </p:nvSpPr>
        <p:spPr bwMode="gray">
          <a:xfrm>
            <a:off x="468317" y="1233488"/>
            <a:ext cx="11276183" cy="1010438"/>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solidFill>
                <a:prstClr val="black"/>
              </a:solidFill>
            </a:endParaRPr>
          </a:p>
        </p:txBody>
      </p:sp>
      <p:sp>
        <p:nvSpPr>
          <p:cNvPr id="21" name="圆角矩形 45">
            <a:extLst>
              <a:ext uri="{FF2B5EF4-FFF2-40B4-BE49-F238E27FC236}">
                <a16:creationId xmlns:a16="http://schemas.microsoft.com/office/drawing/2014/main" id="{F9D50915-65B0-4691-89E7-FD08ECB46318}"/>
              </a:ext>
            </a:extLst>
          </p:cNvPr>
          <p:cNvSpPr/>
          <p:nvPr>
            <p:custDataLst>
              <p:tags r:id="rId1"/>
            </p:custDataLst>
          </p:nvPr>
        </p:nvSpPr>
        <p:spPr bwMode="gray">
          <a:xfrm>
            <a:off x="3040230" y="2284117"/>
            <a:ext cx="5788066" cy="3643438"/>
          </a:xfrm>
          <a:prstGeom prst="rect">
            <a:avLst/>
          </a:prstGeom>
          <a:solidFill>
            <a:srgbClr val="BEE9EE"/>
          </a:solidFill>
          <a:ln w="12700" cap="flat" cmpd="sng" algn="ctr">
            <a:noFill/>
            <a:prstDash val="solid"/>
          </a:ln>
          <a:effectLst/>
        </p:spPr>
        <p:txBody>
          <a:bodyPr rtlCol="0" anchor="ctr"/>
          <a:lstStyle/>
          <a:p>
            <a:pPr marL="0" marR="0" lvl="0" indent="0" algn="ctr" defTabSz="1217656" eaLnBrk="0" fontAlgn="auto"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a typeface="微软雅黑" panose="020B0503020204020204" pitchFamily="34" charset="-122"/>
            </a:endParaRPr>
          </a:p>
        </p:txBody>
      </p:sp>
      <p:sp>
        <p:nvSpPr>
          <p:cNvPr id="22" name="矩形 21">
            <a:extLst>
              <a:ext uri="{FF2B5EF4-FFF2-40B4-BE49-F238E27FC236}">
                <a16:creationId xmlns:a16="http://schemas.microsoft.com/office/drawing/2014/main" id="{ECEACDA0-0CB4-4994-96C5-DC2F122EB160}"/>
              </a:ext>
            </a:extLst>
          </p:cNvPr>
          <p:cNvSpPr/>
          <p:nvPr/>
        </p:nvSpPr>
        <p:spPr bwMode="gray">
          <a:xfrm>
            <a:off x="3213795" y="2418830"/>
            <a:ext cx="5380887" cy="2280083"/>
          </a:xfrm>
          <a:prstGeom prst="rect">
            <a:avLst/>
          </a:prstGeom>
          <a:solidFill>
            <a:srgbClr val="F3FBF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6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24" name="矩形 23">
            <a:extLst>
              <a:ext uri="{FF2B5EF4-FFF2-40B4-BE49-F238E27FC236}">
                <a16:creationId xmlns:a16="http://schemas.microsoft.com/office/drawing/2014/main" id="{C5D6F801-3394-4AB5-9A3C-5EB05A3CE771}"/>
              </a:ext>
            </a:extLst>
          </p:cNvPr>
          <p:cNvSpPr/>
          <p:nvPr/>
        </p:nvSpPr>
        <p:spPr bwMode="gray">
          <a:xfrm>
            <a:off x="3243418" y="2602664"/>
            <a:ext cx="2712580" cy="1274548"/>
          </a:xfrm>
          <a:prstGeom prst="rect">
            <a:avLst/>
          </a:prstGeom>
          <a:solidFill>
            <a:srgbClr val="F3FDEE"/>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en-US" altLang="zh-CN" sz="1600" b="1" kern="0" dirty="0">
                <a:solidFill>
                  <a:srgbClr val="56B970"/>
                </a:solidFill>
                <a:cs typeface="Arial" charset="0"/>
              </a:rPr>
              <a:t>NCE</a:t>
            </a:r>
            <a:r>
              <a:rPr lang="zh-CN" altLang="en-US" sz="1600" b="1" kern="0" dirty="0">
                <a:solidFill>
                  <a:srgbClr val="56B970"/>
                </a:solidFill>
                <a:cs typeface="Arial" charset="0"/>
              </a:rPr>
              <a:t>业务开放可编程</a:t>
            </a:r>
          </a:p>
        </p:txBody>
      </p:sp>
      <p:sp>
        <p:nvSpPr>
          <p:cNvPr id="25" name="圆角矩形 271">
            <a:extLst>
              <a:ext uri="{FF2B5EF4-FFF2-40B4-BE49-F238E27FC236}">
                <a16:creationId xmlns:a16="http://schemas.microsoft.com/office/drawing/2014/main" id="{0E9E7CE5-545F-4D35-A288-EF9FDD9F7961}"/>
              </a:ext>
            </a:extLst>
          </p:cNvPr>
          <p:cNvSpPr/>
          <p:nvPr/>
        </p:nvSpPr>
        <p:spPr bwMode="gray">
          <a:xfrm>
            <a:off x="6085255" y="2795295"/>
            <a:ext cx="887045" cy="426540"/>
          </a:xfrm>
          <a:prstGeom prst="roundRect">
            <a:avLst>
              <a:gd name="adj" fmla="val 6085"/>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buClr>
                <a:srgbClr val="CC9900"/>
              </a:buClr>
              <a:defRPr/>
            </a:pPr>
            <a:r>
              <a:rPr lang="en-US" altLang="zh-CN" sz="1600" kern="0">
                <a:solidFill>
                  <a:srgbClr val="000000"/>
                </a:solidFill>
                <a:ea typeface="Arial" charset="0"/>
                <a:cs typeface="Arial" charset="0"/>
              </a:rPr>
              <a:t>dryRun</a:t>
            </a:r>
            <a:endParaRPr lang="zh-CN" altLang="en-US" sz="1600" kern="0" dirty="0">
              <a:solidFill>
                <a:srgbClr val="000000"/>
              </a:solidFill>
              <a:ea typeface="Arial" charset="0"/>
              <a:cs typeface="Arial" charset="0"/>
            </a:endParaRPr>
          </a:p>
        </p:txBody>
      </p:sp>
      <p:sp>
        <p:nvSpPr>
          <p:cNvPr id="28" name="文本框 27">
            <a:extLst>
              <a:ext uri="{FF2B5EF4-FFF2-40B4-BE49-F238E27FC236}">
                <a16:creationId xmlns:a16="http://schemas.microsoft.com/office/drawing/2014/main" id="{DDD44944-A528-4520-A7ED-15A6F06A7007}"/>
              </a:ext>
            </a:extLst>
          </p:cNvPr>
          <p:cNvSpPr txBox="1"/>
          <p:nvPr/>
        </p:nvSpPr>
        <p:spPr bwMode="gray">
          <a:xfrm>
            <a:off x="3000879" y="4750941"/>
            <a:ext cx="5775940" cy="1200329"/>
          </a:xfrm>
          <a:prstGeom prst="rect">
            <a:avLst/>
          </a:prstGeom>
          <a:noFill/>
        </p:spPr>
        <p:txBody>
          <a:bodyPr wrap="none" rtlCol="0">
            <a:spAutoFit/>
          </a:bodyPr>
          <a:lstStyle/>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dirty="0">
                <a:ln>
                  <a:noFill/>
                </a:ln>
                <a:solidFill>
                  <a:srgbClr val="000000"/>
                </a:solidFill>
                <a:effectLst/>
                <a:uLnTx/>
                <a:uFillTx/>
              </a:rPr>
              <a:t>基于事务机制保障设备和控制器数据一致性。</a:t>
            </a: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en-US" altLang="zh-CN" sz="1600" b="0" i="0" u="none" strike="noStrike" kern="0" cap="none" spc="0" normalizeH="0" baseline="0" noProof="0" dirty="0" err="1">
                <a:ln>
                  <a:noFill/>
                </a:ln>
                <a:solidFill>
                  <a:srgbClr val="000000"/>
                </a:solidFill>
                <a:effectLst/>
                <a:uLnTx/>
                <a:uFillTx/>
              </a:rPr>
              <a:t>dryRun</a:t>
            </a:r>
            <a:r>
              <a:rPr kumimoji="0" lang="zh-CN" altLang="en-US" sz="1600" b="0" i="0" u="none" strike="noStrike" kern="0" cap="none" spc="0" normalizeH="0" baseline="0" noProof="0" dirty="0">
                <a:ln>
                  <a:noFill/>
                </a:ln>
                <a:solidFill>
                  <a:srgbClr val="000000"/>
                </a:solidFill>
                <a:effectLst/>
                <a:uLnTx/>
                <a:uFillTx/>
              </a:rPr>
              <a:t>，下发前检查配置的正确性。</a:t>
            </a: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en-US" altLang="zh-CN" sz="1600" b="0" i="0" u="none" strike="noStrike" kern="0" cap="none" spc="0" normalizeH="0" baseline="0" noProof="0" dirty="0">
                <a:ln>
                  <a:noFill/>
                </a:ln>
                <a:solidFill>
                  <a:srgbClr val="000000"/>
                </a:solidFill>
                <a:effectLst/>
                <a:uLnTx/>
                <a:uFillTx/>
              </a:rPr>
              <a:t>Commit</a:t>
            </a:r>
            <a:r>
              <a:rPr kumimoji="0" lang="zh-CN" altLang="en-US" sz="1600" b="0" i="0" u="none" strike="noStrike" kern="0" cap="none" spc="0" normalizeH="0" baseline="0" noProof="0" dirty="0">
                <a:ln>
                  <a:noFill/>
                </a:ln>
                <a:solidFill>
                  <a:srgbClr val="000000"/>
                </a:solidFill>
                <a:effectLst/>
                <a:uLnTx/>
                <a:uFillTx/>
              </a:rPr>
              <a:t>，提交配置到设备上，失败后基于事务自动回滚。</a:t>
            </a:r>
          </a:p>
        </p:txBody>
      </p:sp>
      <p:sp>
        <p:nvSpPr>
          <p:cNvPr id="29" name="矩形 28">
            <a:extLst>
              <a:ext uri="{FF2B5EF4-FFF2-40B4-BE49-F238E27FC236}">
                <a16:creationId xmlns:a16="http://schemas.microsoft.com/office/drawing/2014/main" id="{4C4DC3E4-4A23-48EF-B003-6BC636D980B7}"/>
              </a:ext>
            </a:extLst>
          </p:cNvPr>
          <p:cNvSpPr/>
          <p:nvPr/>
        </p:nvSpPr>
        <p:spPr bwMode="gray">
          <a:xfrm>
            <a:off x="3837696" y="3197141"/>
            <a:ext cx="1448097" cy="300677"/>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zh-CN" altLang="en-US" sz="1600" kern="0">
                <a:solidFill>
                  <a:srgbClr val="F3FBFE"/>
                </a:solidFill>
                <a:cs typeface="Arial" charset="0"/>
              </a:rPr>
              <a:t>数据库</a:t>
            </a:r>
            <a:endParaRPr lang="zh-CN" altLang="en-US" sz="1600" kern="0" dirty="0">
              <a:solidFill>
                <a:srgbClr val="F3FBFE"/>
              </a:solidFill>
              <a:cs typeface="Arial" charset="0"/>
            </a:endParaRPr>
          </a:p>
        </p:txBody>
      </p:sp>
      <p:cxnSp>
        <p:nvCxnSpPr>
          <p:cNvPr id="30" name="直接箭头连接符 29">
            <a:extLst>
              <a:ext uri="{FF2B5EF4-FFF2-40B4-BE49-F238E27FC236}">
                <a16:creationId xmlns:a16="http://schemas.microsoft.com/office/drawing/2014/main" id="{458538F2-8A63-4DFE-B571-62F94434E5A8}"/>
              </a:ext>
            </a:extLst>
          </p:cNvPr>
          <p:cNvCxnSpPr>
            <a:cxnSpLocks/>
            <a:stCxn id="32" idx="0"/>
            <a:endCxn id="29" idx="2"/>
          </p:cNvCxnSpPr>
          <p:nvPr/>
        </p:nvCxnSpPr>
        <p:spPr bwMode="gray">
          <a:xfrm flipV="1">
            <a:off x="4017146" y="3497818"/>
            <a:ext cx="544599" cy="627185"/>
          </a:xfrm>
          <a:prstGeom prst="straightConnector1">
            <a:avLst/>
          </a:prstGeom>
          <a:noFill/>
          <a:ln w="9525" cap="flat" cmpd="sng" algn="ctr">
            <a:solidFill>
              <a:srgbClr val="000000"/>
            </a:solidFill>
            <a:prstDash val="dash"/>
            <a:round/>
            <a:headEnd type="none" w="med" len="med"/>
            <a:tailEnd type="none" w="med" len="med"/>
          </a:ln>
          <a:effectLst/>
        </p:spPr>
      </p:cxnSp>
      <p:cxnSp>
        <p:nvCxnSpPr>
          <p:cNvPr id="31" name="直接箭头连接符 30">
            <a:extLst>
              <a:ext uri="{FF2B5EF4-FFF2-40B4-BE49-F238E27FC236}">
                <a16:creationId xmlns:a16="http://schemas.microsoft.com/office/drawing/2014/main" id="{6F9C0038-81E3-407B-941B-187C085A3C58}"/>
              </a:ext>
            </a:extLst>
          </p:cNvPr>
          <p:cNvCxnSpPr>
            <a:cxnSpLocks/>
            <a:stCxn id="33" idx="0"/>
            <a:endCxn id="29" idx="2"/>
          </p:cNvCxnSpPr>
          <p:nvPr/>
        </p:nvCxnSpPr>
        <p:spPr bwMode="gray">
          <a:xfrm flipH="1" flipV="1">
            <a:off x="4561745" y="3497818"/>
            <a:ext cx="528751" cy="621697"/>
          </a:xfrm>
          <a:prstGeom prst="straightConnector1">
            <a:avLst/>
          </a:prstGeom>
          <a:noFill/>
          <a:ln w="9525" cap="flat" cmpd="sng" algn="ctr">
            <a:solidFill>
              <a:srgbClr val="000000"/>
            </a:solidFill>
            <a:prstDash val="dash"/>
            <a:round/>
            <a:headEnd type="none" w="med" len="med"/>
            <a:tailEnd type="none" w="med" len="med"/>
          </a:ln>
          <a:effectLst/>
        </p:spPr>
      </p:cxnSp>
      <p:pic>
        <p:nvPicPr>
          <p:cNvPr id="32" name="图片 31">
            <a:extLst>
              <a:ext uri="{FF2B5EF4-FFF2-40B4-BE49-F238E27FC236}">
                <a16:creationId xmlns:a16="http://schemas.microsoft.com/office/drawing/2014/main" id="{F9F11EEA-84DC-4C7F-8EA4-74186B73921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747146" y="4125003"/>
            <a:ext cx="540000" cy="442800"/>
          </a:xfrm>
          <a:prstGeom prst="rect">
            <a:avLst/>
          </a:prstGeom>
        </p:spPr>
      </p:pic>
      <p:pic>
        <p:nvPicPr>
          <p:cNvPr id="33" name="图片 32">
            <a:extLst>
              <a:ext uri="{FF2B5EF4-FFF2-40B4-BE49-F238E27FC236}">
                <a16:creationId xmlns:a16="http://schemas.microsoft.com/office/drawing/2014/main" id="{9AD3F357-FA5E-4838-A621-EE852DAADD2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820496" y="4119515"/>
            <a:ext cx="540000" cy="442800"/>
          </a:xfrm>
          <a:prstGeom prst="rect">
            <a:avLst/>
          </a:prstGeom>
        </p:spPr>
      </p:pic>
      <p:cxnSp>
        <p:nvCxnSpPr>
          <p:cNvPr id="34" name="直接箭头连接符 33">
            <a:extLst>
              <a:ext uri="{FF2B5EF4-FFF2-40B4-BE49-F238E27FC236}">
                <a16:creationId xmlns:a16="http://schemas.microsoft.com/office/drawing/2014/main" id="{745842EC-34E0-4A4E-B3AE-A39EF55D6A85}"/>
              </a:ext>
            </a:extLst>
          </p:cNvPr>
          <p:cNvCxnSpPr>
            <a:cxnSpLocks/>
            <a:stCxn id="25" idx="1"/>
          </p:cNvCxnSpPr>
          <p:nvPr/>
        </p:nvCxnSpPr>
        <p:spPr bwMode="gray">
          <a:xfrm flipH="1">
            <a:off x="5396165" y="3008565"/>
            <a:ext cx="689090" cy="247101"/>
          </a:xfrm>
          <a:prstGeom prst="straightConnector1">
            <a:avLst/>
          </a:prstGeom>
          <a:noFill/>
          <a:ln w="9525" cap="flat" cmpd="sng" algn="ctr">
            <a:solidFill>
              <a:srgbClr val="000000"/>
            </a:solidFill>
            <a:prstDash val="dash"/>
            <a:round/>
            <a:headEnd type="none" w="med" len="med"/>
            <a:tailEnd type="none" w="med" len="med"/>
          </a:ln>
          <a:effectLst/>
        </p:spPr>
      </p:cxnSp>
      <p:cxnSp>
        <p:nvCxnSpPr>
          <p:cNvPr id="35" name="直接箭头连接符 34">
            <a:extLst>
              <a:ext uri="{FF2B5EF4-FFF2-40B4-BE49-F238E27FC236}">
                <a16:creationId xmlns:a16="http://schemas.microsoft.com/office/drawing/2014/main" id="{60C6C874-7754-41C9-83F2-503F3EC1BF8B}"/>
              </a:ext>
            </a:extLst>
          </p:cNvPr>
          <p:cNvCxnSpPr>
            <a:cxnSpLocks/>
            <a:stCxn id="36" idx="1"/>
          </p:cNvCxnSpPr>
          <p:nvPr/>
        </p:nvCxnSpPr>
        <p:spPr bwMode="gray">
          <a:xfrm flipH="1" flipV="1">
            <a:off x="5405595" y="3435105"/>
            <a:ext cx="679660" cy="174238"/>
          </a:xfrm>
          <a:prstGeom prst="straightConnector1">
            <a:avLst/>
          </a:prstGeom>
          <a:noFill/>
          <a:ln w="9525" cap="flat" cmpd="sng" algn="ctr">
            <a:solidFill>
              <a:srgbClr val="000000"/>
            </a:solidFill>
            <a:prstDash val="dash"/>
            <a:round/>
            <a:headEnd type="none" w="med" len="med"/>
            <a:tailEnd type="none" w="med" len="med"/>
          </a:ln>
          <a:effectLst/>
        </p:spPr>
      </p:cxnSp>
      <p:sp>
        <p:nvSpPr>
          <p:cNvPr id="36" name="圆角矩形 271">
            <a:extLst>
              <a:ext uri="{FF2B5EF4-FFF2-40B4-BE49-F238E27FC236}">
                <a16:creationId xmlns:a16="http://schemas.microsoft.com/office/drawing/2014/main" id="{9125A2A8-F6DC-4A9E-997F-A5B76D3BE9C5}"/>
              </a:ext>
            </a:extLst>
          </p:cNvPr>
          <p:cNvSpPr/>
          <p:nvPr/>
        </p:nvSpPr>
        <p:spPr bwMode="gray">
          <a:xfrm>
            <a:off x="6085255" y="3396073"/>
            <a:ext cx="1001345" cy="426540"/>
          </a:xfrm>
          <a:prstGeom prst="roundRect">
            <a:avLst>
              <a:gd name="adj" fmla="val 6085"/>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buClr>
                <a:srgbClr val="CC9900"/>
              </a:buClr>
              <a:defRPr/>
            </a:pPr>
            <a:r>
              <a:rPr lang="en-US" altLang="zh-CN" sz="1600" kern="0">
                <a:solidFill>
                  <a:srgbClr val="000000"/>
                </a:solidFill>
                <a:ea typeface="Arial" charset="0"/>
                <a:cs typeface="Arial" charset="0"/>
              </a:rPr>
              <a:t>Commit</a:t>
            </a:r>
            <a:endParaRPr lang="zh-CN" altLang="en-US" sz="1600" kern="0" dirty="0">
              <a:solidFill>
                <a:srgbClr val="000000"/>
              </a:solidFill>
              <a:ea typeface="Arial" charset="0"/>
              <a:cs typeface="Arial" charset="0"/>
            </a:endParaRPr>
          </a:p>
        </p:txBody>
      </p:sp>
      <p:sp>
        <p:nvSpPr>
          <p:cNvPr id="37" name="圆角矩形 271">
            <a:extLst>
              <a:ext uri="{FF2B5EF4-FFF2-40B4-BE49-F238E27FC236}">
                <a16:creationId xmlns:a16="http://schemas.microsoft.com/office/drawing/2014/main" id="{A8821804-DAB9-4355-A08D-6056A7873EA6}"/>
              </a:ext>
            </a:extLst>
          </p:cNvPr>
          <p:cNvSpPr/>
          <p:nvPr/>
        </p:nvSpPr>
        <p:spPr bwMode="gray">
          <a:xfrm>
            <a:off x="7207418" y="3396073"/>
            <a:ext cx="1133694" cy="426540"/>
          </a:xfrm>
          <a:prstGeom prst="roundRect">
            <a:avLst>
              <a:gd name="adj" fmla="val 6085"/>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buClr>
                <a:srgbClr val="CC9900"/>
              </a:buClr>
              <a:defRPr/>
            </a:pPr>
            <a:r>
              <a:rPr lang="en-US" altLang="zh-CN" sz="1600" kern="0">
                <a:solidFill>
                  <a:srgbClr val="000000"/>
                </a:solidFill>
                <a:ea typeface="Arial" charset="0"/>
                <a:cs typeface="Arial" charset="0"/>
              </a:rPr>
              <a:t>Rollback</a:t>
            </a:r>
            <a:endParaRPr lang="zh-CN" altLang="en-US" sz="1600" kern="0" dirty="0">
              <a:solidFill>
                <a:srgbClr val="000000"/>
              </a:solidFill>
              <a:ea typeface="Arial" charset="0"/>
              <a:cs typeface="Arial" charset="0"/>
            </a:endParaRPr>
          </a:p>
        </p:txBody>
      </p:sp>
    </p:spTree>
    <p:extLst>
      <p:ext uri="{BB962C8B-B14F-4D97-AF65-F5344CB8AC3E}">
        <p14:creationId xmlns:p14="http://schemas.microsoft.com/office/powerpoint/2010/main" val="2732453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8DB33-A514-44F7-9088-54C5507A86D6}"/>
              </a:ext>
            </a:extLst>
          </p:cNvPr>
          <p:cNvSpPr>
            <a:spLocks noGrp="1"/>
          </p:cNvSpPr>
          <p:nvPr>
            <p:ph type="title"/>
          </p:nvPr>
        </p:nvSpPr>
        <p:spPr bwMode="gray"/>
        <p:txBody>
          <a:bodyPr/>
          <a:lstStyle/>
          <a:p>
            <a:r>
              <a:rPr lang="zh-CN" altLang="en-US"/>
              <a:t>业务冲突检测</a:t>
            </a:r>
          </a:p>
        </p:txBody>
      </p:sp>
      <p:sp>
        <p:nvSpPr>
          <p:cNvPr id="5" name="文本占位符 4"/>
          <p:cNvSpPr>
            <a:spLocks noGrp="1"/>
          </p:cNvSpPr>
          <p:nvPr>
            <p:ph type="body" sz="quarter" idx="10"/>
          </p:nvPr>
        </p:nvSpPr>
        <p:spPr bwMode="gray"/>
        <p:txBody>
          <a:bodyPr/>
          <a:lstStyle/>
          <a:p>
            <a:r>
              <a:rPr lang="zh-CN" altLang="en-US" sz="1600" dirty="0"/>
              <a:t>提供业务冲突检测能力，</a:t>
            </a:r>
            <a:r>
              <a:rPr lang="en-US" altLang="zh-CN" sz="1600" dirty="0"/>
              <a:t>NCE</a:t>
            </a:r>
            <a:r>
              <a:rPr lang="zh-CN" altLang="en-US" sz="1600" dirty="0"/>
              <a:t>业务开放可编程支持配置的数据源溯源，不同业务间能在下发前提前检查出配置冲突。设备的配置如果被第三方修改，也能自动检测，进一步的重新部署，修复被第三方修改中断的业务。</a:t>
            </a:r>
          </a:p>
          <a:p>
            <a:r>
              <a:rPr lang="zh-CN" altLang="en-US" sz="1600" dirty="0"/>
              <a:t>深度差异发现：控制器将业务分解的网元级数据直接和设备数据比较，校验数据一致性。</a:t>
            </a:r>
          </a:p>
          <a:p>
            <a:endParaRPr lang="zh-CN" altLang="en-US" sz="1600" dirty="0"/>
          </a:p>
          <a:p>
            <a:endParaRPr lang="zh-CN" altLang="en-US" sz="1600" dirty="0"/>
          </a:p>
        </p:txBody>
      </p:sp>
      <p:sp>
        <p:nvSpPr>
          <p:cNvPr id="22" name="圆角矩形 45">
            <a:extLst>
              <a:ext uri="{FF2B5EF4-FFF2-40B4-BE49-F238E27FC236}">
                <a16:creationId xmlns:a16="http://schemas.microsoft.com/office/drawing/2014/main" id="{F9D50915-65B0-4691-89E7-FD08ECB46318}"/>
              </a:ext>
            </a:extLst>
          </p:cNvPr>
          <p:cNvSpPr/>
          <p:nvPr>
            <p:custDataLst>
              <p:tags r:id="rId1"/>
            </p:custDataLst>
          </p:nvPr>
        </p:nvSpPr>
        <p:spPr bwMode="gray">
          <a:xfrm>
            <a:off x="3000879" y="2299232"/>
            <a:ext cx="5788066" cy="3643438"/>
          </a:xfrm>
          <a:prstGeom prst="rect">
            <a:avLst/>
          </a:prstGeom>
          <a:solidFill>
            <a:srgbClr val="BEE9EE"/>
          </a:solidFill>
          <a:ln w="12700" cap="flat" cmpd="sng" algn="ctr">
            <a:noFill/>
            <a:prstDash val="solid"/>
          </a:ln>
          <a:effectLst/>
        </p:spPr>
        <p:txBody>
          <a:bodyPr rtlCol="0" anchor="ctr"/>
          <a:lstStyle/>
          <a:p>
            <a:pPr marL="0" marR="0" lvl="0" indent="0" algn="ctr" defTabSz="1217656" eaLnBrk="0" fontAlgn="auto"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a typeface="微软雅黑" panose="020B0503020204020204" pitchFamily="34" charset="-122"/>
            </a:endParaRPr>
          </a:p>
        </p:txBody>
      </p:sp>
      <p:sp>
        <p:nvSpPr>
          <p:cNvPr id="25" name="矩形 24">
            <a:extLst>
              <a:ext uri="{FF2B5EF4-FFF2-40B4-BE49-F238E27FC236}">
                <a16:creationId xmlns:a16="http://schemas.microsoft.com/office/drawing/2014/main" id="{ECEACDA0-0CB4-4994-96C5-DC2F122EB160}"/>
              </a:ext>
            </a:extLst>
          </p:cNvPr>
          <p:cNvSpPr/>
          <p:nvPr/>
        </p:nvSpPr>
        <p:spPr bwMode="gray">
          <a:xfrm>
            <a:off x="3174444" y="2433945"/>
            <a:ext cx="5380887" cy="2280083"/>
          </a:xfrm>
          <a:prstGeom prst="rect">
            <a:avLst/>
          </a:prstGeom>
          <a:solidFill>
            <a:srgbClr val="F3FBF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6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27" name="矩形 26">
            <a:extLst>
              <a:ext uri="{FF2B5EF4-FFF2-40B4-BE49-F238E27FC236}">
                <a16:creationId xmlns:a16="http://schemas.microsoft.com/office/drawing/2014/main" id="{C5D6F801-3394-4AB5-9A3C-5EB05A3CE771}"/>
              </a:ext>
            </a:extLst>
          </p:cNvPr>
          <p:cNvSpPr/>
          <p:nvPr/>
        </p:nvSpPr>
        <p:spPr bwMode="gray">
          <a:xfrm>
            <a:off x="3204067" y="2617779"/>
            <a:ext cx="2712580" cy="1274548"/>
          </a:xfrm>
          <a:prstGeom prst="rect">
            <a:avLst/>
          </a:prstGeom>
          <a:solidFill>
            <a:srgbClr val="F3FDEE"/>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endParaRPr lang="zh-CN" altLang="en-US" sz="1600" b="1" kern="0" dirty="0">
              <a:solidFill>
                <a:srgbClr val="56B970"/>
              </a:solidFill>
              <a:cs typeface="Arial" charset="0"/>
            </a:endParaRPr>
          </a:p>
        </p:txBody>
      </p:sp>
      <p:sp>
        <p:nvSpPr>
          <p:cNvPr id="29" name="文本框 28">
            <a:extLst>
              <a:ext uri="{FF2B5EF4-FFF2-40B4-BE49-F238E27FC236}">
                <a16:creationId xmlns:a16="http://schemas.microsoft.com/office/drawing/2014/main" id="{DDD44944-A528-4520-A7ED-15A6F06A7007}"/>
              </a:ext>
            </a:extLst>
          </p:cNvPr>
          <p:cNvSpPr txBox="1"/>
          <p:nvPr/>
        </p:nvSpPr>
        <p:spPr bwMode="gray">
          <a:xfrm>
            <a:off x="2961528" y="4766056"/>
            <a:ext cx="4955203" cy="1162562"/>
          </a:xfrm>
          <a:prstGeom prst="rect">
            <a:avLst/>
          </a:prstGeom>
          <a:noFill/>
        </p:spPr>
        <p:txBody>
          <a:bodyPr wrap="none" rtlCol="0">
            <a:spAutoFit/>
          </a:bodyPr>
          <a:lstStyle/>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a:ln>
                  <a:noFill/>
                </a:ln>
                <a:solidFill>
                  <a:srgbClr val="000000"/>
                </a:solidFill>
                <a:effectLst/>
                <a:uLnTx/>
                <a:uFillTx/>
              </a:rPr>
              <a:t>数据源溯源、冲突检测。</a:t>
            </a: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a:ln>
                  <a:noFill/>
                </a:ln>
                <a:solidFill>
                  <a:srgbClr val="000000"/>
                </a:solidFill>
                <a:effectLst/>
                <a:uLnTx/>
                <a:uFillTx/>
              </a:rPr>
              <a:t>支持业务和设备数据一致性校验能力。</a:t>
            </a: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a:ln>
                  <a:noFill/>
                </a:ln>
                <a:solidFill>
                  <a:srgbClr val="000000"/>
                </a:solidFill>
                <a:effectLst/>
                <a:uLnTx/>
                <a:uFillTx/>
              </a:rPr>
              <a:t>设备配置被第三方修改，可以自动检测并修复。</a:t>
            </a:r>
          </a:p>
        </p:txBody>
      </p:sp>
      <p:sp>
        <p:nvSpPr>
          <p:cNvPr id="31" name="矩形 30">
            <a:extLst>
              <a:ext uri="{FF2B5EF4-FFF2-40B4-BE49-F238E27FC236}">
                <a16:creationId xmlns:a16="http://schemas.microsoft.com/office/drawing/2014/main" id="{4C4DC3E4-4A23-48EF-B003-6BC636D980B7}"/>
              </a:ext>
            </a:extLst>
          </p:cNvPr>
          <p:cNvSpPr/>
          <p:nvPr/>
        </p:nvSpPr>
        <p:spPr bwMode="gray">
          <a:xfrm>
            <a:off x="3798345" y="3444482"/>
            <a:ext cx="1448097" cy="300677"/>
          </a:xfrm>
          <a:prstGeom prst="rect">
            <a:avLst/>
          </a:prstGeom>
          <a:solidFill>
            <a:srgbClr val="EC7061"/>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600" b="1" kern="0" dirty="0">
                <a:solidFill>
                  <a:prstClr val="white"/>
                </a:solidFill>
                <a:cs typeface="Arial" charset="0"/>
              </a:rPr>
              <a:t>配置冲突</a:t>
            </a:r>
          </a:p>
        </p:txBody>
      </p:sp>
      <p:cxnSp>
        <p:nvCxnSpPr>
          <p:cNvPr id="33" name="直接箭头连接符 32">
            <a:extLst>
              <a:ext uri="{FF2B5EF4-FFF2-40B4-BE49-F238E27FC236}">
                <a16:creationId xmlns:a16="http://schemas.microsoft.com/office/drawing/2014/main" id="{458538F2-8A63-4DFE-B571-62F94434E5A8}"/>
              </a:ext>
            </a:extLst>
          </p:cNvPr>
          <p:cNvCxnSpPr>
            <a:cxnSpLocks/>
            <a:stCxn id="34" idx="0"/>
            <a:endCxn id="31" idx="2"/>
          </p:cNvCxnSpPr>
          <p:nvPr/>
        </p:nvCxnSpPr>
        <p:spPr bwMode="gray">
          <a:xfrm flipH="1" flipV="1">
            <a:off x="4522394" y="3745159"/>
            <a:ext cx="6942" cy="394959"/>
          </a:xfrm>
          <a:prstGeom prst="straightConnector1">
            <a:avLst/>
          </a:prstGeom>
          <a:noFill/>
          <a:ln w="9525" cap="flat" cmpd="sng" algn="ctr">
            <a:solidFill>
              <a:srgbClr val="000000"/>
            </a:solidFill>
            <a:prstDash val="dash"/>
            <a:round/>
            <a:headEnd type="none" w="med" len="med"/>
            <a:tailEnd type="none" w="med" len="med"/>
          </a:ln>
          <a:effectLst/>
        </p:spPr>
      </p:cxnSp>
      <p:pic>
        <p:nvPicPr>
          <p:cNvPr id="34" name="图片 33">
            <a:extLst>
              <a:ext uri="{FF2B5EF4-FFF2-40B4-BE49-F238E27FC236}">
                <a16:creationId xmlns:a16="http://schemas.microsoft.com/office/drawing/2014/main" id="{F9F11EEA-84DC-4C7F-8EA4-74186B73921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259336" y="4140118"/>
            <a:ext cx="540000" cy="442800"/>
          </a:xfrm>
          <a:prstGeom prst="rect">
            <a:avLst/>
          </a:prstGeom>
        </p:spPr>
      </p:pic>
      <p:cxnSp>
        <p:nvCxnSpPr>
          <p:cNvPr id="35" name="直接箭头连接符 34">
            <a:extLst>
              <a:ext uri="{FF2B5EF4-FFF2-40B4-BE49-F238E27FC236}">
                <a16:creationId xmlns:a16="http://schemas.microsoft.com/office/drawing/2014/main" id="{60C6C874-7754-41C9-83F2-503F3EC1BF8B}"/>
              </a:ext>
            </a:extLst>
          </p:cNvPr>
          <p:cNvCxnSpPr>
            <a:cxnSpLocks/>
          </p:cNvCxnSpPr>
          <p:nvPr/>
        </p:nvCxnSpPr>
        <p:spPr bwMode="gray">
          <a:xfrm flipH="1">
            <a:off x="5559398" y="3726062"/>
            <a:ext cx="442967" cy="5629"/>
          </a:xfrm>
          <a:prstGeom prst="straightConnector1">
            <a:avLst/>
          </a:prstGeom>
          <a:noFill/>
          <a:ln w="9525" cap="flat" cmpd="sng" algn="ctr">
            <a:solidFill>
              <a:srgbClr val="000000"/>
            </a:solidFill>
            <a:prstDash val="dash"/>
            <a:round/>
            <a:headEnd type="none" w="med" len="med"/>
            <a:tailEnd type="none" w="med" len="med"/>
          </a:ln>
          <a:effectLst/>
        </p:spPr>
      </p:cxnSp>
      <p:sp>
        <p:nvSpPr>
          <p:cNvPr id="36" name="圆角矩形 271">
            <a:extLst>
              <a:ext uri="{FF2B5EF4-FFF2-40B4-BE49-F238E27FC236}">
                <a16:creationId xmlns:a16="http://schemas.microsoft.com/office/drawing/2014/main" id="{9125A2A8-F6DC-4A9E-997F-A5B76D3BE9C5}"/>
              </a:ext>
            </a:extLst>
          </p:cNvPr>
          <p:cNvSpPr/>
          <p:nvPr/>
        </p:nvSpPr>
        <p:spPr bwMode="gray">
          <a:xfrm>
            <a:off x="6292647" y="3803075"/>
            <a:ext cx="1624084" cy="425909"/>
          </a:xfrm>
          <a:prstGeom prst="roundRect">
            <a:avLst>
              <a:gd name="adj" fmla="val 6085"/>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buClr>
                <a:srgbClr val="CC9900"/>
              </a:buClr>
              <a:defRPr/>
            </a:pPr>
            <a:r>
              <a:rPr lang="zh-CN" altLang="en-US" sz="1600" kern="0" dirty="0">
                <a:solidFill>
                  <a:srgbClr val="000000"/>
                </a:solidFill>
                <a:latin typeface="方正兰亭黑简体"/>
                <a:cs typeface="Arial" charset="0"/>
              </a:rPr>
              <a:t>配置一致性校验</a:t>
            </a:r>
          </a:p>
        </p:txBody>
      </p:sp>
      <p:sp>
        <p:nvSpPr>
          <p:cNvPr id="37" name="流程图: 终止 117">
            <a:extLst>
              <a:ext uri="{FF2B5EF4-FFF2-40B4-BE49-F238E27FC236}">
                <a16:creationId xmlns:a16="http://schemas.microsoft.com/office/drawing/2014/main" id="{ACD075BC-2440-4C03-8846-740AE421AEC3}"/>
              </a:ext>
            </a:extLst>
          </p:cNvPr>
          <p:cNvSpPr/>
          <p:nvPr/>
        </p:nvSpPr>
        <p:spPr bwMode="gray">
          <a:xfrm>
            <a:off x="3406952" y="2565751"/>
            <a:ext cx="1016570" cy="345725"/>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pPr>
            <a:r>
              <a:rPr lang="en-US" altLang="zh-CN" sz="1600" kern="0">
                <a:solidFill>
                  <a:srgbClr val="F3FBFE"/>
                </a:solidFill>
                <a:cs typeface="Arial" charset="0"/>
              </a:rPr>
              <a:t>SSP1</a:t>
            </a:r>
            <a:endParaRPr lang="zh-CN" altLang="en-US" sz="1600" kern="0" dirty="0">
              <a:solidFill>
                <a:srgbClr val="F3FBFE"/>
              </a:solidFill>
              <a:cs typeface="Arial" charset="0"/>
            </a:endParaRPr>
          </a:p>
        </p:txBody>
      </p:sp>
      <p:sp>
        <p:nvSpPr>
          <p:cNvPr id="38" name="流程图: 终止 117">
            <a:extLst>
              <a:ext uri="{FF2B5EF4-FFF2-40B4-BE49-F238E27FC236}">
                <a16:creationId xmlns:a16="http://schemas.microsoft.com/office/drawing/2014/main" id="{9F013A47-2144-4733-BEDE-55412D7E77BF}"/>
              </a:ext>
            </a:extLst>
          </p:cNvPr>
          <p:cNvSpPr/>
          <p:nvPr/>
        </p:nvSpPr>
        <p:spPr bwMode="gray">
          <a:xfrm>
            <a:off x="4597087" y="2565751"/>
            <a:ext cx="1016570" cy="345725"/>
          </a:xfrm>
          <a:prstGeom prst="rect">
            <a:avLst/>
          </a:prstGeom>
          <a:solidFill>
            <a:srgbClr val="56B970"/>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pPr>
            <a:r>
              <a:rPr lang="en-US" altLang="zh-CN" sz="1600" kern="0">
                <a:solidFill>
                  <a:srgbClr val="F3FBFE"/>
                </a:solidFill>
                <a:cs typeface="Arial" charset="0"/>
              </a:rPr>
              <a:t>SSP2</a:t>
            </a:r>
            <a:endParaRPr lang="zh-CN" altLang="en-US" sz="1600" kern="0" dirty="0">
              <a:solidFill>
                <a:srgbClr val="F3FBFE"/>
              </a:solidFill>
              <a:cs typeface="Arial" charset="0"/>
            </a:endParaRPr>
          </a:p>
        </p:txBody>
      </p:sp>
      <p:cxnSp>
        <p:nvCxnSpPr>
          <p:cNvPr id="39" name="直接箭头连接符 38">
            <a:extLst>
              <a:ext uri="{FF2B5EF4-FFF2-40B4-BE49-F238E27FC236}">
                <a16:creationId xmlns:a16="http://schemas.microsoft.com/office/drawing/2014/main" id="{5FFF239D-8350-4984-BC5A-536FD0A1422A}"/>
              </a:ext>
            </a:extLst>
          </p:cNvPr>
          <p:cNvCxnSpPr>
            <a:cxnSpLocks/>
            <a:stCxn id="31" idx="0"/>
            <a:endCxn id="37" idx="2"/>
          </p:cNvCxnSpPr>
          <p:nvPr/>
        </p:nvCxnSpPr>
        <p:spPr bwMode="gray">
          <a:xfrm flipH="1" flipV="1">
            <a:off x="3915237" y="2911476"/>
            <a:ext cx="607157" cy="533006"/>
          </a:xfrm>
          <a:prstGeom prst="straightConnector1">
            <a:avLst/>
          </a:prstGeom>
          <a:noFill/>
          <a:ln w="9525" cap="flat" cmpd="sng" algn="ctr">
            <a:solidFill>
              <a:srgbClr val="000000"/>
            </a:solidFill>
            <a:prstDash val="dash"/>
            <a:round/>
            <a:headEnd type="none" w="med" len="med"/>
            <a:tailEnd type="none" w="med" len="med"/>
          </a:ln>
          <a:effectLst/>
        </p:spPr>
      </p:cxnSp>
      <p:cxnSp>
        <p:nvCxnSpPr>
          <p:cNvPr id="40" name="直接箭头连接符 39">
            <a:extLst>
              <a:ext uri="{FF2B5EF4-FFF2-40B4-BE49-F238E27FC236}">
                <a16:creationId xmlns:a16="http://schemas.microsoft.com/office/drawing/2014/main" id="{CC6C5C1D-FB8D-4308-B8E2-286EDD5C80B9}"/>
              </a:ext>
            </a:extLst>
          </p:cNvPr>
          <p:cNvCxnSpPr>
            <a:cxnSpLocks/>
            <a:stCxn id="31" idx="0"/>
            <a:endCxn id="38" idx="2"/>
          </p:cNvCxnSpPr>
          <p:nvPr/>
        </p:nvCxnSpPr>
        <p:spPr bwMode="gray">
          <a:xfrm flipV="1">
            <a:off x="4522394" y="2911476"/>
            <a:ext cx="582978" cy="533006"/>
          </a:xfrm>
          <a:prstGeom prst="straightConnector1">
            <a:avLst/>
          </a:prstGeom>
          <a:noFill/>
          <a:ln w="9525" cap="flat" cmpd="sng" algn="ctr">
            <a:solidFill>
              <a:srgbClr val="000000"/>
            </a:solidFill>
            <a:prstDash val="dash"/>
            <a:round/>
            <a:headEnd type="none" w="med" len="med"/>
            <a:tailEnd type="none" w="med" len="med"/>
          </a:ln>
          <a:effectLst/>
        </p:spPr>
      </p:cxnSp>
      <p:sp>
        <p:nvSpPr>
          <p:cNvPr id="41" name="圆角矩形 271">
            <a:extLst>
              <a:ext uri="{FF2B5EF4-FFF2-40B4-BE49-F238E27FC236}">
                <a16:creationId xmlns:a16="http://schemas.microsoft.com/office/drawing/2014/main" id="{EAA6F7F7-6617-4BB9-8DE2-D4968E29379D}"/>
              </a:ext>
            </a:extLst>
          </p:cNvPr>
          <p:cNvSpPr/>
          <p:nvPr/>
        </p:nvSpPr>
        <p:spPr bwMode="gray">
          <a:xfrm>
            <a:off x="6292647" y="3306114"/>
            <a:ext cx="1624084" cy="425909"/>
          </a:xfrm>
          <a:prstGeom prst="roundRect">
            <a:avLst>
              <a:gd name="adj" fmla="val 6085"/>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buClr>
                <a:srgbClr val="CC9900"/>
              </a:buClr>
              <a:defRPr/>
            </a:pPr>
            <a:r>
              <a:rPr lang="zh-CN" altLang="en-US" sz="1600" kern="0" dirty="0">
                <a:solidFill>
                  <a:srgbClr val="000000"/>
                </a:solidFill>
                <a:ea typeface="Arial" charset="0"/>
                <a:cs typeface="Arial" charset="0"/>
              </a:rPr>
              <a:t> </a:t>
            </a:r>
            <a:r>
              <a:rPr lang="zh-CN" altLang="en-US" sz="1600" kern="0" dirty="0">
                <a:solidFill>
                  <a:srgbClr val="000000"/>
                </a:solidFill>
                <a:latin typeface="方正兰亭黑简体"/>
                <a:cs typeface="Arial" charset="0"/>
              </a:rPr>
              <a:t>深度差异发现</a:t>
            </a:r>
          </a:p>
        </p:txBody>
      </p:sp>
      <p:sp>
        <p:nvSpPr>
          <p:cNvPr id="42" name="文本框 41">
            <a:extLst>
              <a:ext uri="{FF2B5EF4-FFF2-40B4-BE49-F238E27FC236}">
                <a16:creationId xmlns:a16="http://schemas.microsoft.com/office/drawing/2014/main" id="{111A13FB-5F11-4192-BBF7-6EF6CE11401F}"/>
              </a:ext>
            </a:extLst>
          </p:cNvPr>
          <p:cNvSpPr txBox="1"/>
          <p:nvPr/>
        </p:nvSpPr>
        <p:spPr bwMode="gray">
          <a:xfrm>
            <a:off x="5533081" y="3357833"/>
            <a:ext cx="500458"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prstClr val="black"/>
                </a:solidFill>
                <a:effectLst/>
                <a:uLnTx/>
                <a:uFillTx/>
              </a:rPr>
              <a:t>diff</a:t>
            </a:r>
            <a:endParaRPr kumimoji="0" lang="zh-CN" altLang="en-US" sz="16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866077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8DB33-A514-44F7-9088-54C5507A86D6}"/>
              </a:ext>
            </a:extLst>
          </p:cNvPr>
          <p:cNvSpPr>
            <a:spLocks noGrp="1"/>
          </p:cNvSpPr>
          <p:nvPr>
            <p:ph type="title"/>
          </p:nvPr>
        </p:nvSpPr>
        <p:spPr bwMode="gray"/>
        <p:txBody>
          <a:bodyPr/>
          <a:lstStyle/>
          <a:p>
            <a:r>
              <a:rPr lang="zh-CN" altLang="en-US"/>
              <a:t>安全审计</a:t>
            </a:r>
          </a:p>
        </p:txBody>
      </p:sp>
      <p:sp>
        <p:nvSpPr>
          <p:cNvPr id="7" name="文本占位符 6"/>
          <p:cNvSpPr>
            <a:spLocks noGrp="1"/>
          </p:cNvSpPr>
          <p:nvPr>
            <p:ph type="body" sz="quarter" idx="10"/>
          </p:nvPr>
        </p:nvSpPr>
        <p:spPr bwMode="gray"/>
        <p:txBody>
          <a:bodyPr/>
          <a:lstStyle/>
          <a:p>
            <a:r>
              <a:rPr lang="zh-CN" altLang="en-US" sz="1800" dirty="0"/>
              <a:t>提供安全审计能力，支持记录和回退历史配置点，业务配置的数据关联配置可视。</a:t>
            </a:r>
          </a:p>
          <a:p>
            <a:endParaRPr lang="zh-CN" altLang="en-US" sz="1800" dirty="0"/>
          </a:p>
        </p:txBody>
      </p:sp>
      <p:sp>
        <p:nvSpPr>
          <p:cNvPr id="24" name="圆角矩形 45">
            <a:extLst>
              <a:ext uri="{FF2B5EF4-FFF2-40B4-BE49-F238E27FC236}">
                <a16:creationId xmlns:a16="http://schemas.microsoft.com/office/drawing/2014/main" id="{F9D50915-65B0-4691-89E7-FD08ECB46318}"/>
              </a:ext>
            </a:extLst>
          </p:cNvPr>
          <p:cNvSpPr/>
          <p:nvPr>
            <p:custDataLst>
              <p:tags r:id="rId1"/>
            </p:custDataLst>
          </p:nvPr>
        </p:nvSpPr>
        <p:spPr bwMode="gray">
          <a:xfrm>
            <a:off x="3040230" y="2124864"/>
            <a:ext cx="5788066" cy="3643438"/>
          </a:xfrm>
          <a:prstGeom prst="rect">
            <a:avLst/>
          </a:prstGeom>
          <a:solidFill>
            <a:srgbClr val="BEE9EE"/>
          </a:solidFill>
          <a:ln w="12700" cap="flat" cmpd="sng" algn="ctr">
            <a:noFill/>
            <a:prstDash val="solid"/>
          </a:ln>
          <a:effectLst/>
        </p:spPr>
        <p:txBody>
          <a:bodyPr rtlCol="0" anchor="ctr"/>
          <a:lstStyle/>
          <a:p>
            <a:pPr marL="0" marR="0" lvl="0" indent="0" algn="ctr" defTabSz="1217656" eaLnBrk="0" fontAlgn="auto"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a typeface="微软雅黑" panose="020B0503020204020204" pitchFamily="34" charset="-122"/>
            </a:endParaRPr>
          </a:p>
        </p:txBody>
      </p:sp>
      <p:sp>
        <p:nvSpPr>
          <p:cNvPr id="25" name="矩形 24">
            <a:extLst>
              <a:ext uri="{FF2B5EF4-FFF2-40B4-BE49-F238E27FC236}">
                <a16:creationId xmlns:a16="http://schemas.microsoft.com/office/drawing/2014/main" id="{ECEACDA0-0CB4-4994-96C5-DC2F122EB160}"/>
              </a:ext>
            </a:extLst>
          </p:cNvPr>
          <p:cNvSpPr/>
          <p:nvPr/>
        </p:nvSpPr>
        <p:spPr bwMode="gray">
          <a:xfrm>
            <a:off x="3243418" y="2341152"/>
            <a:ext cx="5380887" cy="2280083"/>
          </a:xfrm>
          <a:prstGeom prst="rect">
            <a:avLst/>
          </a:prstGeom>
          <a:solidFill>
            <a:srgbClr val="F3FBF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6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26" name="矩形 25">
            <a:extLst>
              <a:ext uri="{FF2B5EF4-FFF2-40B4-BE49-F238E27FC236}">
                <a16:creationId xmlns:a16="http://schemas.microsoft.com/office/drawing/2014/main" id="{C5D6F801-3394-4AB5-9A3C-5EB05A3CE771}"/>
              </a:ext>
            </a:extLst>
          </p:cNvPr>
          <p:cNvSpPr/>
          <p:nvPr/>
        </p:nvSpPr>
        <p:spPr bwMode="gray">
          <a:xfrm>
            <a:off x="3243418" y="2443411"/>
            <a:ext cx="2712580" cy="1274548"/>
          </a:xfrm>
          <a:prstGeom prst="rect">
            <a:avLst/>
          </a:prstGeom>
          <a:solidFill>
            <a:srgbClr val="F3FDEE"/>
          </a:solidFill>
          <a:ln w="9525"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en-US" altLang="zh-CN" sz="1600" b="1" kern="0" dirty="0">
                <a:solidFill>
                  <a:srgbClr val="56B970"/>
                </a:solidFill>
                <a:cs typeface="Arial" charset="0"/>
              </a:rPr>
              <a:t>NCE</a:t>
            </a:r>
            <a:r>
              <a:rPr lang="zh-CN" altLang="en-US" sz="1600" b="1" kern="0" dirty="0">
                <a:solidFill>
                  <a:srgbClr val="56B970"/>
                </a:solidFill>
                <a:cs typeface="Arial" charset="0"/>
              </a:rPr>
              <a:t>业务开放可编程</a:t>
            </a:r>
          </a:p>
          <a:p>
            <a:pPr algn="ctr" defTabSz="914400" fontAlgn="base">
              <a:spcBef>
                <a:spcPct val="0"/>
              </a:spcBef>
              <a:spcAft>
                <a:spcPct val="0"/>
              </a:spcAft>
              <a:buClr>
                <a:srgbClr val="CC9900"/>
              </a:buClr>
            </a:pPr>
            <a:endParaRPr lang="zh-CN" altLang="en-US" sz="1600" b="1" kern="0" dirty="0">
              <a:solidFill>
                <a:srgbClr val="56B970"/>
              </a:solidFill>
              <a:cs typeface="Arial" charset="0"/>
            </a:endParaRPr>
          </a:p>
        </p:txBody>
      </p:sp>
      <p:sp>
        <p:nvSpPr>
          <p:cNvPr id="27" name="文本框 26">
            <a:extLst>
              <a:ext uri="{FF2B5EF4-FFF2-40B4-BE49-F238E27FC236}">
                <a16:creationId xmlns:a16="http://schemas.microsoft.com/office/drawing/2014/main" id="{DDD44944-A528-4520-A7ED-15A6F06A7007}"/>
              </a:ext>
            </a:extLst>
          </p:cNvPr>
          <p:cNvSpPr txBox="1"/>
          <p:nvPr/>
        </p:nvSpPr>
        <p:spPr bwMode="gray">
          <a:xfrm>
            <a:off x="3000879" y="4765859"/>
            <a:ext cx="3313728" cy="793230"/>
          </a:xfrm>
          <a:prstGeom prst="rect">
            <a:avLst/>
          </a:prstGeom>
          <a:noFill/>
        </p:spPr>
        <p:txBody>
          <a:bodyPr wrap="none" rtlCol="0">
            <a:spAutoFit/>
          </a:bodyPr>
          <a:lstStyle/>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a:ln>
                  <a:noFill/>
                </a:ln>
                <a:solidFill>
                  <a:srgbClr val="000000"/>
                </a:solidFill>
                <a:effectLst/>
                <a:uLnTx/>
                <a:uFillTx/>
              </a:rPr>
              <a:t>支持记录和回退历史配置点。</a:t>
            </a:r>
          </a:p>
          <a:p>
            <a:pPr marL="457200" marR="0" lvl="0" indent="-285750" defTabSz="914400" eaLnBrk="1" fontAlgn="base" latinLnBrk="0" hangingPunct="1">
              <a:lnSpc>
                <a:spcPct val="150000"/>
              </a:lnSpc>
              <a:spcBef>
                <a:spcPct val="0"/>
              </a:spcBef>
              <a:spcAft>
                <a:spcPct val="0"/>
              </a:spcAft>
              <a:buClrTx/>
              <a:buSzTx/>
              <a:buFont typeface="+mj-lt"/>
              <a:buAutoNum type="arabicPeriod"/>
              <a:tabLst/>
              <a:defRPr/>
            </a:pPr>
            <a:r>
              <a:rPr kumimoji="0" lang="zh-CN" altLang="en-US" sz="1600" b="0" i="0" u="none" strike="noStrike" kern="0" cap="none" spc="0" normalizeH="0" baseline="0" noProof="0">
                <a:ln>
                  <a:noFill/>
                </a:ln>
                <a:solidFill>
                  <a:srgbClr val="000000"/>
                </a:solidFill>
                <a:effectLst/>
                <a:uLnTx/>
                <a:uFillTx/>
              </a:rPr>
              <a:t>支持业务关联配置可视。</a:t>
            </a:r>
          </a:p>
        </p:txBody>
      </p:sp>
      <p:sp>
        <p:nvSpPr>
          <p:cNvPr id="28" name="矩形 27">
            <a:extLst>
              <a:ext uri="{FF2B5EF4-FFF2-40B4-BE49-F238E27FC236}">
                <a16:creationId xmlns:a16="http://schemas.microsoft.com/office/drawing/2014/main" id="{4C4DC3E4-4A23-48EF-B003-6BC636D980B7}"/>
              </a:ext>
            </a:extLst>
          </p:cNvPr>
          <p:cNvSpPr/>
          <p:nvPr/>
        </p:nvSpPr>
        <p:spPr bwMode="gray">
          <a:xfrm>
            <a:off x="3837696" y="3124974"/>
            <a:ext cx="1448097" cy="300677"/>
          </a:xfrm>
          <a:prstGeom prst="rect">
            <a:avLst/>
          </a:prstGeom>
          <a:solidFill>
            <a:srgbClr val="EC7061"/>
          </a:solidFill>
          <a:ln w="2540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600" b="1" kern="0">
                <a:solidFill>
                  <a:prstClr val="white"/>
                </a:solidFill>
                <a:cs typeface="Arial" charset="0"/>
              </a:rPr>
              <a:t>配置数据</a:t>
            </a:r>
            <a:endParaRPr lang="zh-CN" altLang="en-US" sz="1600" b="1" kern="0" dirty="0">
              <a:solidFill>
                <a:prstClr val="white"/>
              </a:solidFill>
              <a:cs typeface="Arial" charset="0"/>
            </a:endParaRPr>
          </a:p>
        </p:txBody>
      </p:sp>
      <p:cxnSp>
        <p:nvCxnSpPr>
          <p:cNvPr id="29" name="直接箭头连接符 28">
            <a:extLst>
              <a:ext uri="{FF2B5EF4-FFF2-40B4-BE49-F238E27FC236}">
                <a16:creationId xmlns:a16="http://schemas.microsoft.com/office/drawing/2014/main" id="{458538F2-8A63-4DFE-B571-62F94434E5A8}"/>
              </a:ext>
            </a:extLst>
          </p:cNvPr>
          <p:cNvCxnSpPr>
            <a:cxnSpLocks/>
            <a:stCxn id="30" idx="0"/>
            <a:endCxn id="28" idx="2"/>
          </p:cNvCxnSpPr>
          <p:nvPr/>
        </p:nvCxnSpPr>
        <p:spPr bwMode="gray">
          <a:xfrm flipH="1" flipV="1">
            <a:off x="4561745" y="3425651"/>
            <a:ext cx="6942" cy="540099"/>
          </a:xfrm>
          <a:prstGeom prst="straightConnector1">
            <a:avLst/>
          </a:prstGeom>
          <a:noFill/>
          <a:ln w="9525" cap="flat" cmpd="sng" algn="ctr">
            <a:solidFill>
              <a:srgbClr val="000000"/>
            </a:solidFill>
            <a:prstDash val="dash"/>
            <a:round/>
            <a:headEnd type="none" w="med" len="med"/>
            <a:tailEnd type="none" w="med" len="med"/>
          </a:ln>
          <a:effectLst/>
        </p:spPr>
      </p:cxnSp>
      <p:pic>
        <p:nvPicPr>
          <p:cNvPr id="30" name="图片 29">
            <a:extLst>
              <a:ext uri="{FF2B5EF4-FFF2-40B4-BE49-F238E27FC236}">
                <a16:creationId xmlns:a16="http://schemas.microsoft.com/office/drawing/2014/main" id="{F9F11EEA-84DC-4C7F-8EA4-74186B73921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298687" y="3965750"/>
            <a:ext cx="540000" cy="442800"/>
          </a:xfrm>
          <a:prstGeom prst="rect">
            <a:avLst/>
          </a:prstGeom>
        </p:spPr>
      </p:pic>
      <p:cxnSp>
        <p:nvCxnSpPr>
          <p:cNvPr id="31" name="直接箭头连接符 30">
            <a:extLst>
              <a:ext uri="{FF2B5EF4-FFF2-40B4-BE49-F238E27FC236}">
                <a16:creationId xmlns:a16="http://schemas.microsoft.com/office/drawing/2014/main" id="{60C6C874-7754-41C9-83F2-503F3EC1BF8B}"/>
              </a:ext>
            </a:extLst>
          </p:cNvPr>
          <p:cNvCxnSpPr>
            <a:cxnSpLocks/>
          </p:cNvCxnSpPr>
          <p:nvPr/>
        </p:nvCxnSpPr>
        <p:spPr bwMode="gray">
          <a:xfrm flipH="1">
            <a:off x="5457468" y="3269683"/>
            <a:ext cx="442967" cy="5629"/>
          </a:xfrm>
          <a:prstGeom prst="straightConnector1">
            <a:avLst/>
          </a:prstGeom>
          <a:noFill/>
          <a:ln w="9525" cap="flat" cmpd="sng" algn="ctr">
            <a:solidFill>
              <a:srgbClr val="000000"/>
            </a:solidFill>
            <a:prstDash val="dash"/>
            <a:round/>
            <a:headEnd type="none" w="med" len="med"/>
            <a:tailEnd type="none" w="med" len="med"/>
          </a:ln>
          <a:effectLst/>
        </p:spPr>
      </p:cxnSp>
      <p:grpSp>
        <p:nvGrpSpPr>
          <p:cNvPr id="32" name="组合 31">
            <a:extLst>
              <a:ext uri="{FF2B5EF4-FFF2-40B4-BE49-F238E27FC236}">
                <a16:creationId xmlns:a16="http://schemas.microsoft.com/office/drawing/2014/main" id="{787A0CEF-561A-4C50-82C5-C59D86468360}"/>
              </a:ext>
            </a:extLst>
          </p:cNvPr>
          <p:cNvGrpSpPr/>
          <p:nvPr/>
        </p:nvGrpSpPr>
        <p:grpSpPr bwMode="gray">
          <a:xfrm>
            <a:off x="6096000" y="2700581"/>
            <a:ext cx="2405492" cy="1516184"/>
            <a:chOff x="7083744" y="4420718"/>
            <a:chExt cx="1401438" cy="945122"/>
          </a:xfrm>
        </p:grpSpPr>
        <p:sp>
          <p:nvSpPr>
            <p:cNvPr id="33" name="折角形 47">
              <a:extLst>
                <a:ext uri="{FF2B5EF4-FFF2-40B4-BE49-F238E27FC236}">
                  <a16:creationId xmlns:a16="http://schemas.microsoft.com/office/drawing/2014/main" id="{791FC992-E931-4930-B1B3-24AE8DB6C8ED}"/>
                </a:ext>
              </a:extLst>
            </p:cNvPr>
            <p:cNvSpPr/>
            <p:nvPr/>
          </p:nvSpPr>
          <p:spPr bwMode="gray">
            <a:xfrm>
              <a:off x="7083744" y="4420718"/>
              <a:ext cx="1142963" cy="914231"/>
            </a:xfrm>
            <a:prstGeom prst="foldedCorner">
              <a:avLst/>
            </a:prstGeom>
            <a:solidFill>
              <a:srgbClr val="EBF4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base">
                <a:lnSpc>
                  <a:spcPct val="150000"/>
                </a:lnSpc>
                <a:spcBef>
                  <a:spcPct val="0"/>
                </a:spcBef>
                <a:spcAft>
                  <a:spcPct val="0"/>
                </a:spcAft>
                <a:buClr>
                  <a:srgbClr val="CC9900"/>
                </a:buClr>
                <a:defRPr/>
              </a:pPr>
              <a:r>
                <a:rPr lang="en-US" altLang="zh-CN" sz="1600" kern="0" dirty="0">
                  <a:solidFill>
                    <a:srgbClr val="000000"/>
                  </a:solidFill>
                  <a:ea typeface="Arial" charset="0"/>
                  <a:cs typeface="Arial" charset="0"/>
                </a:rPr>
                <a:t>Commit history</a:t>
              </a:r>
            </a:p>
            <a:p>
              <a:pPr defTabSz="914400" fontAlgn="base">
                <a:lnSpc>
                  <a:spcPct val="150000"/>
                </a:lnSpc>
                <a:spcBef>
                  <a:spcPct val="0"/>
                </a:spcBef>
                <a:spcAft>
                  <a:spcPct val="0"/>
                </a:spcAft>
                <a:buClr>
                  <a:srgbClr val="CC9900"/>
                </a:buClr>
                <a:defRPr/>
              </a:pPr>
              <a:r>
                <a:rPr lang="en-US" altLang="zh-CN" sz="1600" kern="0" dirty="0">
                  <a:solidFill>
                    <a:srgbClr val="000000"/>
                  </a:solidFill>
                  <a:ea typeface="Arial" charset="0"/>
                  <a:cs typeface="Arial" charset="0"/>
                </a:rPr>
                <a:t>Commit 1</a:t>
              </a:r>
            </a:p>
            <a:p>
              <a:pPr defTabSz="914400" fontAlgn="base">
                <a:lnSpc>
                  <a:spcPct val="150000"/>
                </a:lnSpc>
                <a:spcBef>
                  <a:spcPct val="0"/>
                </a:spcBef>
                <a:spcAft>
                  <a:spcPct val="0"/>
                </a:spcAft>
                <a:buClr>
                  <a:srgbClr val="CC9900"/>
                </a:buClr>
                <a:defRPr/>
              </a:pPr>
              <a:r>
                <a:rPr lang="en-US" altLang="zh-CN" sz="1600" kern="0" dirty="0">
                  <a:solidFill>
                    <a:srgbClr val="000000"/>
                  </a:solidFill>
                  <a:ea typeface="Arial" charset="0"/>
                  <a:cs typeface="Arial" charset="0"/>
                </a:rPr>
                <a:t>Commit 2</a:t>
              </a:r>
            </a:p>
            <a:p>
              <a:pPr defTabSz="914400" fontAlgn="base">
                <a:lnSpc>
                  <a:spcPct val="150000"/>
                </a:lnSpc>
                <a:spcBef>
                  <a:spcPct val="0"/>
                </a:spcBef>
                <a:spcAft>
                  <a:spcPct val="0"/>
                </a:spcAft>
                <a:buClr>
                  <a:srgbClr val="CC9900"/>
                </a:buClr>
                <a:defRPr/>
              </a:pPr>
              <a:r>
                <a:rPr lang="en-US" altLang="zh-CN" sz="1600" kern="0" dirty="0">
                  <a:solidFill>
                    <a:srgbClr val="000000"/>
                  </a:solidFill>
                  <a:ea typeface="Arial" charset="0"/>
                  <a:cs typeface="Arial" charset="0"/>
                </a:rPr>
                <a:t>Commit 3</a:t>
              </a:r>
              <a:endParaRPr lang="zh-CN" altLang="en-US" sz="1600" kern="0" dirty="0">
                <a:solidFill>
                  <a:srgbClr val="000000"/>
                </a:solidFill>
                <a:ea typeface="Arial" charset="0"/>
                <a:cs typeface="Arial" charset="0"/>
              </a:endParaRPr>
            </a:p>
          </p:txBody>
        </p:sp>
        <p:sp>
          <p:nvSpPr>
            <p:cNvPr id="34" name="圆角矩形 52">
              <a:extLst>
                <a:ext uri="{FF2B5EF4-FFF2-40B4-BE49-F238E27FC236}">
                  <a16:creationId xmlns:a16="http://schemas.microsoft.com/office/drawing/2014/main" id="{9BF2A8B9-B9FD-4E28-9BCE-AB1610FF4471}"/>
                </a:ext>
              </a:extLst>
            </p:cNvPr>
            <p:cNvSpPr/>
            <p:nvPr/>
          </p:nvSpPr>
          <p:spPr bwMode="gray">
            <a:xfrm>
              <a:off x="7810716" y="4701776"/>
              <a:ext cx="674466" cy="170200"/>
            </a:xfrm>
            <a:prstGeom prst="roundRect">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en-US" altLang="zh-CN" sz="1600" kern="0" dirty="0">
                  <a:solidFill>
                    <a:srgbClr val="000000"/>
                  </a:solidFill>
                  <a:ea typeface="Arial" charset="0"/>
                  <a:cs typeface="Arial" charset="0"/>
                </a:rPr>
                <a:t>Rollback</a:t>
              </a:r>
              <a:endParaRPr lang="zh-CN" altLang="en-US" sz="1600" kern="0" dirty="0">
                <a:solidFill>
                  <a:srgbClr val="000000"/>
                </a:solidFill>
                <a:ea typeface="Arial" charset="0"/>
                <a:cs typeface="Arial" charset="0"/>
              </a:endParaRPr>
            </a:p>
          </p:txBody>
        </p:sp>
        <p:sp>
          <p:nvSpPr>
            <p:cNvPr id="35" name="圆角矩形 53">
              <a:extLst>
                <a:ext uri="{FF2B5EF4-FFF2-40B4-BE49-F238E27FC236}">
                  <a16:creationId xmlns:a16="http://schemas.microsoft.com/office/drawing/2014/main" id="{23A67FCD-872D-44E5-A895-D16AEB16EDE0}"/>
                </a:ext>
              </a:extLst>
            </p:cNvPr>
            <p:cNvSpPr/>
            <p:nvPr/>
          </p:nvSpPr>
          <p:spPr bwMode="gray">
            <a:xfrm>
              <a:off x="7808922" y="4955790"/>
              <a:ext cx="665108" cy="186132"/>
            </a:xfrm>
            <a:prstGeom prst="roundRect">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en-US" altLang="zh-CN" sz="1600" kern="0" dirty="0">
                  <a:solidFill>
                    <a:srgbClr val="000000"/>
                  </a:solidFill>
                  <a:ea typeface="Arial" charset="0"/>
                  <a:cs typeface="Arial" charset="0"/>
                </a:rPr>
                <a:t>Rollback</a:t>
              </a:r>
              <a:endParaRPr lang="zh-CN" altLang="en-US" sz="1600" kern="0" dirty="0">
                <a:solidFill>
                  <a:srgbClr val="000000"/>
                </a:solidFill>
                <a:ea typeface="Arial" charset="0"/>
                <a:cs typeface="Arial" charset="0"/>
              </a:endParaRPr>
            </a:p>
          </p:txBody>
        </p:sp>
        <p:sp>
          <p:nvSpPr>
            <p:cNvPr id="36" name="圆角矩形 54">
              <a:extLst>
                <a:ext uri="{FF2B5EF4-FFF2-40B4-BE49-F238E27FC236}">
                  <a16:creationId xmlns:a16="http://schemas.microsoft.com/office/drawing/2014/main" id="{5CAAB17A-3715-4D6D-AF40-4CABCBB45406}"/>
                </a:ext>
              </a:extLst>
            </p:cNvPr>
            <p:cNvSpPr/>
            <p:nvPr/>
          </p:nvSpPr>
          <p:spPr bwMode="gray">
            <a:xfrm>
              <a:off x="7804246" y="5215199"/>
              <a:ext cx="669787" cy="150641"/>
            </a:xfrm>
            <a:prstGeom prst="roundRect">
              <a:avLst/>
            </a:prstGeom>
            <a:solidFill>
              <a:srgbClr val="9CDCE2"/>
            </a:solidFill>
            <a:ln w="6350"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buClr>
                  <a:srgbClr val="CC9900"/>
                </a:buClr>
                <a:defRPr/>
              </a:pPr>
              <a:r>
                <a:rPr lang="en-US" altLang="zh-CN" sz="1600" kern="0" dirty="0">
                  <a:solidFill>
                    <a:srgbClr val="000000"/>
                  </a:solidFill>
                  <a:ea typeface="Arial" charset="0"/>
                  <a:cs typeface="Arial" charset="0"/>
                </a:rPr>
                <a:t>Rollback</a:t>
              </a:r>
              <a:endParaRPr lang="zh-CN" altLang="en-US" sz="1600" kern="0" dirty="0">
                <a:solidFill>
                  <a:srgbClr val="000000"/>
                </a:solidFill>
                <a:ea typeface="Arial" charset="0"/>
                <a:cs typeface="Arial" charset="0"/>
              </a:endParaRPr>
            </a:p>
          </p:txBody>
        </p:sp>
      </p:grpSp>
      <p:sp>
        <p:nvSpPr>
          <p:cNvPr id="37" name="文本框 36">
            <a:extLst>
              <a:ext uri="{FF2B5EF4-FFF2-40B4-BE49-F238E27FC236}">
                <a16:creationId xmlns:a16="http://schemas.microsoft.com/office/drawing/2014/main" id="{54C4E449-3357-4907-A2B0-E3DE3F1FD0EE}"/>
              </a:ext>
            </a:extLst>
          </p:cNvPr>
          <p:cNvSpPr txBox="1"/>
          <p:nvPr/>
        </p:nvSpPr>
        <p:spPr bwMode="gray">
          <a:xfrm>
            <a:off x="5457468" y="2849222"/>
            <a:ext cx="500458"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prstClr val="black"/>
                </a:solidFill>
                <a:effectLst/>
                <a:uLnTx/>
                <a:uFillTx/>
              </a:rPr>
              <a:t>diff</a:t>
            </a:r>
            <a:endParaRPr kumimoji="0" lang="zh-CN" altLang="en-US" sz="16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818861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sym typeface="Huawei Sans" panose="020C0503030203020204" pitchFamily="34" charset="0"/>
              </a:rPr>
              <a:t>背景</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业务开放可编程简介</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业务开放可编程关键能力</a:t>
            </a:r>
            <a:endParaRPr lang="en-US" altLang="zh-CN" dirty="0">
              <a:solidFill>
                <a:schemeClr val="bg1">
                  <a:lumMod val="50000"/>
                </a:schemeClr>
              </a:solidFill>
              <a:sym typeface="Huawei Sans" panose="020C0503030203020204" pitchFamily="34" charset="0"/>
            </a:endParaRPr>
          </a:p>
          <a:p>
            <a:r>
              <a:rPr lang="en-US" altLang="zh-CN" b="1" dirty="0">
                <a:sym typeface="Huawei Sans" panose="020C0503030203020204" pitchFamily="34" charset="0"/>
              </a:rPr>
              <a:t>NCE</a:t>
            </a:r>
            <a:r>
              <a:rPr lang="zh-CN" altLang="en-US" b="1" dirty="0">
                <a:sym typeface="Huawei Sans" panose="020C0503030203020204" pitchFamily="34" charset="0"/>
              </a:rPr>
              <a:t>业务开放可编程相关概念</a:t>
            </a:r>
            <a:endParaRPr lang="en-US" altLang="zh-CN" b="1" dirty="0">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实践用例</a:t>
            </a:r>
          </a:p>
        </p:txBody>
      </p:sp>
    </p:spTree>
    <p:extLst>
      <p:ext uri="{BB962C8B-B14F-4D97-AF65-F5344CB8AC3E}">
        <p14:creationId xmlns:p14="http://schemas.microsoft.com/office/powerpoint/2010/main" val="3111377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AD2752-9D63-4900-914C-E7802FA7867C}"/>
              </a:ext>
            </a:extLst>
          </p:cNvPr>
          <p:cNvSpPr>
            <a:spLocks noGrp="1"/>
          </p:cNvSpPr>
          <p:nvPr>
            <p:ph type="title"/>
          </p:nvPr>
        </p:nvSpPr>
        <p:spPr bwMode="gray"/>
        <p:txBody>
          <a:bodyPr/>
          <a:lstStyle/>
          <a:p>
            <a:r>
              <a:rPr lang="zh-CN" altLang="en-US"/>
              <a:t>功能包</a:t>
            </a:r>
          </a:p>
        </p:txBody>
      </p:sp>
      <p:sp>
        <p:nvSpPr>
          <p:cNvPr id="3" name="圆角矩形 8">
            <a:extLst>
              <a:ext uri="{FF2B5EF4-FFF2-40B4-BE49-F238E27FC236}">
                <a16:creationId xmlns:a16="http://schemas.microsoft.com/office/drawing/2014/main" id="{B7BB564F-8AF0-41BE-B050-05E9C4098276}"/>
              </a:ext>
            </a:extLst>
          </p:cNvPr>
          <p:cNvSpPr/>
          <p:nvPr/>
        </p:nvSpPr>
        <p:spPr bwMode="gray">
          <a:xfrm>
            <a:off x="1639112" y="1701989"/>
            <a:ext cx="3756376" cy="4456892"/>
          </a:xfrm>
          <a:prstGeom prst="roundRect">
            <a:avLst>
              <a:gd name="adj" fmla="val 8764"/>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endParaRPr>
          </a:p>
        </p:txBody>
      </p:sp>
      <p:sp>
        <p:nvSpPr>
          <p:cNvPr id="4" name="圆角矩形 10">
            <a:extLst>
              <a:ext uri="{FF2B5EF4-FFF2-40B4-BE49-F238E27FC236}">
                <a16:creationId xmlns:a16="http://schemas.microsoft.com/office/drawing/2014/main" id="{2C61F5C5-FA5B-4EE8-89FF-7B64DCFA0440}"/>
              </a:ext>
            </a:extLst>
          </p:cNvPr>
          <p:cNvSpPr/>
          <p:nvPr/>
        </p:nvSpPr>
        <p:spPr bwMode="gray">
          <a:xfrm>
            <a:off x="6063086" y="1717727"/>
            <a:ext cx="5181051" cy="4441154"/>
          </a:xfrm>
          <a:prstGeom prst="roundRect">
            <a:avLst>
              <a:gd name="adj" fmla="val 8764"/>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endParaRPr>
          </a:p>
        </p:txBody>
      </p:sp>
      <p:sp>
        <p:nvSpPr>
          <p:cNvPr id="5" name="文本框 4">
            <a:extLst>
              <a:ext uri="{FF2B5EF4-FFF2-40B4-BE49-F238E27FC236}">
                <a16:creationId xmlns:a16="http://schemas.microsoft.com/office/drawing/2014/main" id="{2716C7C1-696B-4010-A8DB-575875F06404}"/>
              </a:ext>
            </a:extLst>
          </p:cNvPr>
          <p:cNvSpPr txBox="1"/>
          <p:nvPr/>
        </p:nvSpPr>
        <p:spPr bwMode="gray">
          <a:xfrm>
            <a:off x="2001911" y="1491864"/>
            <a:ext cx="3042821" cy="400111"/>
          </a:xfrm>
          <a:prstGeom prst="rect">
            <a:avLst/>
          </a:prstGeom>
          <a:solidFill>
            <a:schemeClr val="bg1"/>
          </a:solidFill>
        </p:spPr>
        <p:txBody>
          <a:bodyPr wrap="none" rtlCol="0">
            <a:spAutoFit/>
          </a:bodyPr>
          <a:lstStyle/>
          <a:p>
            <a:r>
              <a:rPr lang="zh-CN" altLang="en-US" sz="2000" b="1" dirty="0">
                <a:solidFill>
                  <a:prstClr val="black"/>
                </a:solidFill>
              </a:rPr>
              <a:t>设备原子驱动包（</a:t>
            </a:r>
            <a:r>
              <a:rPr lang="en-US" altLang="zh-CN" sz="2000" b="1" dirty="0">
                <a:solidFill>
                  <a:prstClr val="black"/>
                </a:solidFill>
              </a:rPr>
              <a:t>SND</a:t>
            </a:r>
            <a:r>
              <a:rPr lang="zh-CN" altLang="en-US" sz="2000" b="1" dirty="0">
                <a:solidFill>
                  <a:prstClr val="black"/>
                </a:solidFill>
              </a:rPr>
              <a:t>）</a:t>
            </a:r>
          </a:p>
        </p:txBody>
      </p:sp>
      <p:sp>
        <p:nvSpPr>
          <p:cNvPr id="6" name="文本框 5">
            <a:extLst>
              <a:ext uri="{FF2B5EF4-FFF2-40B4-BE49-F238E27FC236}">
                <a16:creationId xmlns:a16="http://schemas.microsoft.com/office/drawing/2014/main" id="{51CE754D-C373-4FD9-B173-02AB84F6A4B9}"/>
              </a:ext>
            </a:extLst>
          </p:cNvPr>
          <p:cNvSpPr txBox="1"/>
          <p:nvPr/>
        </p:nvSpPr>
        <p:spPr bwMode="gray">
          <a:xfrm>
            <a:off x="6472744" y="1507604"/>
            <a:ext cx="1914307" cy="400111"/>
          </a:xfrm>
          <a:prstGeom prst="rect">
            <a:avLst/>
          </a:prstGeom>
          <a:solidFill>
            <a:schemeClr val="bg1"/>
          </a:solidFill>
        </p:spPr>
        <p:txBody>
          <a:bodyPr wrap="none" rtlCol="0">
            <a:spAutoFit/>
          </a:bodyPr>
          <a:lstStyle/>
          <a:p>
            <a:r>
              <a:rPr lang="zh-CN" altLang="en-US" sz="2000" b="1" dirty="0">
                <a:solidFill>
                  <a:prstClr val="black"/>
                </a:solidFill>
              </a:rPr>
              <a:t>业务包（</a:t>
            </a:r>
            <a:r>
              <a:rPr lang="en-US" altLang="zh-CN" sz="2000" b="1" dirty="0">
                <a:solidFill>
                  <a:prstClr val="black"/>
                </a:solidFill>
              </a:rPr>
              <a:t>SSP</a:t>
            </a:r>
            <a:r>
              <a:rPr lang="zh-CN" altLang="en-US" sz="2000" b="1" dirty="0">
                <a:solidFill>
                  <a:prstClr val="black"/>
                </a:solidFill>
              </a:rPr>
              <a:t>）</a:t>
            </a:r>
          </a:p>
        </p:txBody>
      </p:sp>
      <p:sp>
        <p:nvSpPr>
          <p:cNvPr id="7" name="文本框 6">
            <a:extLst>
              <a:ext uri="{FF2B5EF4-FFF2-40B4-BE49-F238E27FC236}">
                <a16:creationId xmlns:a16="http://schemas.microsoft.com/office/drawing/2014/main" id="{158BDD17-F6E1-4B70-AD9D-F21E0641C75A}"/>
              </a:ext>
            </a:extLst>
          </p:cNvPr>
          <p:cNvSpPr txBox="1"/>
          <p:nvPr/>
        </p:nvSpPr>
        <p:spPr bwMode="gray">
          <a:xfrm>
            <a:off x="1838919" y="1988157"/>
            <a:ext cx="3356762" cy="3416320"/>
          </a:xfrm>
          <a:prstGeom prst="rect">
            <a:avLst/>
          </a:prstGeom>
          <a:noFill/>
        </p:spPr>
        <p:txBody>
          <a:bodyPr wrap="square" rtlCol="0">
            <a:spAutoFit/>
          </a:bodyPr>
          <a:lstStyle/>
          <a:p>
            <a:pPr>
              <a:lnSpc>
                <a:spcPct val="150000"/>
              </a:lnSpc>
            </a:pPr>
            <a:r>
              <a:rPr lang="zh-CN" altLang="en-US" sz="1600" dirty="0">
                <a:solidFill>
                  <a:prstClr val="black"/>
                </a:solidFill>
              </a:rPr>
              <a:t>软件包的一种，为开放可编程系统提供与网元交互的数据模型。</a:t>
            </a:r>
            <a:endParaRPr lang="en-US" altLang="zh-CN" sz="1600" dirty="0">
              <a:solidFill>
                <a:prstClr val="black"/>
              </a:solidFill>
            </a:endParaRPr>
          </a:p>
          <a:p>
            <a:pPr>
              <a:lnSpc>
                <a:spcPct val="150000"/>
              </a:lnSpc>
            </a:pPr>
            <a:r>
              <a:rPr lang="zh-CN" altLang="en-US" sz="1600" dirty="0">
                <a:solidFill>
                  <a:prstClr val="black"/>
                </a:solidFill>
              </a:rPr>
              <a:t>该数据模型通常包含一个</a:t>
            </a:r>
            <a:r>
              <a:rPr lang="en-US" altLang="zh-CN" sz="1600" dirty="0">
                <a:solidFill>
                  <a:prstClr val="black"/>
                </a:solidFill>
              </a:rPr>
              <a:t>.</a:t>
            </a:r>
            <a:r>
              <a:rPr lang="en-US" altLang="zh-CN" sz="1600" dirty="0" err="1">
                <a:solidFill>
                  <a:prstClr val="black"/>
                </a:solidFill>
              </a:rPr>
              <a:t>py</a:t>
            </a:r>
            <a:r>
              <a:rPr lang="zh-CN" altLang="en-US" sz="1600" dirty="0">
                <a:solidFill>
                  <a:prstClr val="black"/>
                </a:solidFill>
              </a:rPr>
              <a:t>文件和若干特性的数据模型（</a:t>
            </a:r>
            <a:r>
              <a:rPr lang="en-US" altLang="zh-CN" sz="1600" dirty="0">
                <a:solidFill>
                  <a:prstClr val="black"/>
                </a:solidFill>
              </a:rPr>
              <a:t>YANG</a:t>
            </a:r>
            <a:r>
              <a:rPr lang="zh-CN" altLang="en-US" sz="1600" dirty="0">
                <a:solidFill>
                  <a:prstClr val="black"/>
                </a:solidFill>
              </a:rPr>
              <a:t>）。其中：</a:t>
            </a:r>
            <a:endParaRPr lang="en-US" altLang="zh-CN" sz="1600" dirty="0">
              <a:solidFill>
                <a:prstClr val="black"/>
              </a:solidFill>
            </a:endParaRPr>
          </a:p>
          <a:p>
            <a:pPr marL="285750" indent="-285750">
              <a:lnSpc>
                <a:spcPct val="150000"/>
              </a:lnSpc>
              <a:buFont typeface="Arial" panose="020B0604020202020204" pitchFamily="34" charset="0"/>
              <a:buChar char="•"/>
            </a:pPr>
            <a:r>
              <a:rPr lang="zh-CN" altLang="en-US" sz="1600" dirty="0">
                <a:solidFill>
                  <a:prstClr val="black">
                    <a:lumMod val="95000"/>
                    <a:lumOff val="5000"/>
                  </a:prstClr>
                </a:solidFill>
              </a:rPr>
              <a:t>前者用于定义网元的相关信息，如设备类型、厂商、连接信息等。</a:t>
            </a:r>
            <a:endParaRPr lang="en-US" altLang="zh-CN" sz="1600" dirty="0">
              <a:solidFill>
                <a:prstClr val="black">
                  <a:lumMod val="95000"/>
                  <a:lumOff val="5000"/>
                </a:prstClr>
              </a:solidFill>
            </a:endParaRPr>
          </a:p>
          <a:p>
            <a:pPr marL="285750" indent="-285750">
              <a:lnSpc>
                <a:spcPct val="150000"/>
              </a:lnSpc>
              <a:buFont typeface="Arial" panose="020B0604020202020204" pitchFamily="34" charset="0"/>
              <a:buChar char="•"/>
            </a:pPr>
            <a:r>
              <a:rPr lang="zh-CN" altLang="en-US" sz="1600" dirty="0">
                <a:solidFill>
                  <a:prstClr val="black"/>
                </a:solidFill>
              </a:rPr>
              <a:t>后者描述了网元相关特性的数据结构。</a:t>
            </a:r>
            <a:endParaRPr lang="en-US" altLang="zh-CN" sz="1600" dirty="0">
              <a:solidFill>
                <a:prstClr val="black"/>
              </a:solidFill>
            </a:endParaRPr>
          </a:p>
        </p:txBody>
      </p:sp>
      <p:sp>
        <p:nvSpPr>
          <p:cNvPr id="8" name="文本框 7">
            <a:extLst>
              <a:ext uri="{FF2B5EF4-FFF2-40B4-BE49-F238E27FC236}">
                <a16:creationId xmlns:a16="http://schemas.microsoft.com/office/drawing/2014/main" id="{8AA6A2A4-9129-4BC7-89BC-FBDFE506BB0B}"/>
              </a:ext>
            </a:extLst>
          </p:cNvPr>
          <p:cNvSpPr txBox="1"/>
          <p:nvPr/>
        </p:nvSpPr>
        <p:spPr bwMode="gray">
          <a:xfrm>
            <a:off x="6186692" y="2029297"/>
            <a:ext cx="4981245" cy="3747885"/>
          </a:xfrm>
          <a:prstGeom prst="rect">
            <a:avLst/>
          </a:prstGeom>
          <a:noFill/>
        </p:spPr>
        <p:txBody>
          <a:bodyPr wrap="square" rtlCol="0">
            <a:spAutoFit/>
          </a:bodyPr>
          <a:lstStyle/>
          <a:p>
            <a:pPr>
              <a:lnSpc>
                <a:spcPct val="150000"/>
              </a:lnSpc>
            </a:pPr>
            <a:r>
              <a:rPr lang="zh-CN" altLang="en-US" sz="1600" dirty="0">
                <a:solidFill>
                  <a:prstClr val="black"/>
                </a:solidFill>
              </a:rPr>
              <a:t>软件包的一种，定义了完成一条网络级业务配置对应的数据模型。</a:t>
            </a:r>
            <a:endParaRPr lang="en-US" altLang="zh-CN" sz="1600" dirty="0">
              <a:solidFill>
                <a:prstClr val="black"/>
              </a:solidFill>
            </a:endParaRPr>
          </a:p>
          <a:p>
            <a:pPr>
              <a:lnSpc>
                <a:spcPct val="150000"/>
              </a:lnSpc>
            </a:pPr>
            <a:r>
              <a:rPr lang="zh-CN" altLang="en-US" sz="1600" dirty="0">
                <a:solidFill>
                  <a:prstClr val="black"/>
                </a:solidFill>
              </a:rPr>
              <a:t>该数据模型通常包含一个</a:t>
            </a:r>
            <a:r>
              <a:rPr lang="en-US" altLang="zh-CN" sz="1600" dirty="0">
                <a:solidFill>
                  <a:prstClr val="black"/>
                </a:solidFill>
              </a:rPr>
              <a:t>Jinja2</a:t>
            </a:r>
            <a:r>
              <a:rPr lang="zh-CN" altLang="en-US" sz="1600" dirty="0">
                <a:solidFill>
                  <a:prstClr val="black"/>
                </a:solidFill>
              </a:rPr>
              <a:t>模板文件、一个</a:t>
            </a:r>
            <a:r>
              <a:rPr lang="en-US" altLang="zh-CN" sz="1600" dirty="0">
                <a:solidFill>
                  <a:prstClr val="black"/>
                </a:solidFill>
              </a:rPr>
              <a:t>Python</a:t>
            </a:r>
            <a:r>
              <a:rPr lang="zh-CN" altLang="en-US" sz="1600" dirty="0">
                <a:solidFill>
                  <a:prstClr val="black"/>
                </a:solidFill>
              </a:rPr>
              <a:t>映射脚本和业务</a:t>
            </a:r>
            <a:r>
              <a:rPr lang="en-US" altLang="zh-CN" sz="1600" dirty="0">
                <a:solidFill>
                  <a:prstClr val="black"/>
                </a:solidFill>
              </a:rPr>
              <a:t>YANG</a:t>
            </a:r>
            <a:r>
              <a:rPr lang="zh-CN" altLang="en-US" sz="1600">
                <a:solidFill>
                  <a:prstClr val="black"/>
                </a:solidFill>
              </a:rPr>
              <a:t>模型。其中</a:t>
            </a:r>
            <a:r>
              <a:rPr lang="zh-CN" altLang="en-US" sz="1600" dirty="0">
                <a:solidFill>
                  <a:prstClr val="black"/>
                </a:solidFill>
              </a:rPr>
              <a:t>：</a:t>
            </a:r>
            <a:endParaRPr lang="en-US" altLang="zh-CN" sz="1600" dirty="0">
              <a:solidFill>
                <a:prstClr val="black"/>
              </a:solidFill>
            </a:endParaRPr>
          </a:p>
          <a:p>
            <a:pPr marL="285750" indent="-285750">
              <a:lnSpc>
                <a:spcPct val="150000"/>
              </a:lnSpc>
              <a:buFont typeface="Arial" panose="020B0604020202020204" pitchFamily="34" charset="0"/>
              <a:buChar char="•"/>
            </a:pPr>
            <a:r>
              <a:rPr lang="en-US" altLang="zh-CN" sz="1600" dirty="0">
                <a:solidFill>
                  <a:prstClr val="black"/>
                </a:solidFill>
              </a:rPr>
              <a:t>Jinja2</a:t>
            </a:r>
            <a:r>
              <a:rPr lang="zh-CN" altLang="en-US" sz="1600" dirty="0">
                <a:solidFill>
                  <a:prstClr val="black"/>
                </a:solidFill>
              </a:rPr>
              <a:t>模板描述了业务的数据结构，并使用</a:t>
            </a:r>
            <a:r>
              <a:rPr lang="en-US" altLang="zh-CN" sz="1600" dirty="0">
                <a:solidFill>
                  <a:prstClr val="black"/>
                </a:solidFill>
              </a:rPr>
              <a:t>Jinja2</a:t>
            </a:r>
            <a:r>
              <a:rPr lang="zh-CN" altLang="en-US" sz="1600" dirty="0">
                <a:solidFill>
                  <a:prstClr val="black"/>
                </a:solidFill>
              </a:rPr>
              <a:t>语法完成了诸如插值、条件判断、循环等操作。</a:t>
            </a:r>
            <a:endParaRPr lang="en-US" altLang="zh-CN" sz="1600" dirty="0">
              <a:solidFill>
                <a:prstClr val="black"/>
              </a:solidFill>
            </a:endParaRPr>
          </a:p>
          <a:p>
            <a:pPr marL="285750" indent="-285750">
              <a:lnSpc>
                <a:spcPct val="150000"/>
              </a:lnSpc>
              <a:buFont typeface="Arial" panose="020B0604020202020204" pitchFamily="34" charset="0"/>
              <a:buChar char="•"/>
            </a:pPr>
            <a:r>
              <a:rPr lang="en-US" altLang="zh-CN" sz="1600" dirty="0">
                <a:solidFill>
                  <a:prstClr val="black"/>
                </a:solidFill>
              </a:rPr>
              <a:t>Python</a:t>
            </a:r>
            <a:r>
              <a:rPr lang="zh-CN" altLang="en-US" sz="1600" dirty="0">
                <a:solidFill>
                  <a:prstClr val="black"/>
                </a:solidFill>
              </a:rPr>
              <a:t>映射脚本描述了如何将用户提交的数据填充到模板，并映射到网元数据结构中。</a:t>
            </a:r>
            <a:endParaRPr lang="en-US" altLang="zh-CN" sz="1600" dirty="0">
              <a:solidFill>
                <a:prstClr val="black"/>
              </a:solidFill>
            </a:endParaRPr>
          </a:p>
          <a:p>
            <a:pPr marL="285750" indent="-285750">
              <a:lnSpc>
                <a:spcPct val="150000"/>
              </a:lnSpc>
              <a:buFont typeface="Arial" panose="020B0604020202020204" pitchFamily="34" charset="0"/>
              <a:buChar char="•"/>
            </a:pPr>
            <a:r>
              <a:rPr lang="zh-CN" altLang="en-US" sz="1600" dirty="0">
                <a:solidFill>
                  <a:prstClr val="black"/>
                </a:solidFill>
              </a:rPr>
              <a:t>业务</a:t>
            </a:r>
            <a:r>
              <a:rPr lang="en-US" altLang="zh-CN" sz="1600" dirty="0">
                <a:solidFill>
                  <a:prstClr val="black"/>
                </a:solidFill>
              </a:rPr>
              <a:t>YANG</a:t>
            </a:r>
            <a:r>
              <a:rPr lang="zh-CN" altLang="en-US" sz="1600" dirty="0">
                <a:solidFill>
                  <a:prstClr val="black"/>
                </a:solidFill>
              </a:rPr>
              <a:t>模型描述了业务的相关参数，按照业务输入，构建业务</a:t>
            </a:r>
            <a:r>
              <a:rPr lang="en-US" altLang="zh-CN" sz="1600" dirty="0">
                <a:solidFill>
                  <a:prstClr val="black"/>
                </a:solidFill>
              </a:rPr>
              <a:t>YANG</a:t>
            </a:r>
            <a:r>
              <a:rPr lang="zh-CN" altLang="en-US" sz="1600" dirty="0">
                <a:solidFill>
                  <a:prstClr val="black"/>
                </a:solidFill>
              </a:rPr>
              <a:t>模型。</a:t>
            </a:r>
          </a:p>
        </p:txBody>
      </p:sp>
    </p:spTree>
    <p:extLst>
      <p:ext uri="{BB962C8B-B14F-4D97-AF65-F5344CB8AC3E}">
        <p14:creationId xmlns:p14="http://schemas.microsoft.com/office/powerpoint/2010/main" val="1884405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1B2F3-0D28-4751-90B7-64098BA2507C}"/>
              </a:ext>
            </a:extLst>
          </p:cNvPr>
          <p:cNvSpPr>
            <a:spLocks noGrp="1"/>
          </p:cNvSpPr>
          <p:nvPr>
            <p:ph type="title"/>
          </p:nvPr>
        </p:nvSpPr>
        <p:spPr bwMode="gray"/>
        <p:txBody>
          <a:bodyPr/>
          <a:lstStyle/>
          <a:p>
            <a:r>
              <a:rPr lang="zh-CN" altLang="en-US"/>
              <a:t>包映射机制</a:t>
            </a:r>
            <a:endParaRPr lang="zh-CN" altLang="en-US" dirty="0"/>
          </a:p>
        </p:txBody>
      </p:sp>
      <p:sp>
        <p:nvSpPr>
          <p:cNvPr id="40" name="文本占位符 3">
            <a:extLst>
              <a:ext uri="{FF2B5EF4-FFF2-40B4-BE49-F238E27FC236}">
                <a16:creationId xmlns:a16="http://schemas.microsoft.com/office/drawing/2014/main" id="{87B99F1A-4978-4FC2-A778-2EA0734BA039}"/>
              </a:ext>
            </a:extLst>
          </p:cNvPr>
          <p:cNvSpPr txBox="1">
            <a:spLocks/>
          </p:cNvSpPr>
          <p:nvPr/>
        </p:nvSpPr>
        <p:spPr bwMode="gray">
          <a:xfrm>
            <a:off x="6819524" y="1064377"/>
            <a:ext cx="4929563" cy="520514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r>
              <a:rPr lang="zh-CN" altLang="en-US" sz="1600" dirty="0">
                <a:solidFill>
                  <a:prstClr val="black"/>
                </a:solidFill>
              </a:rPr>
              <a:t>包映射支持两层映射逻辑：从业务模型映射到设备模型，由</a:t>
            </a:r>
            <a:r>
              <a:rPr lang="en-US" altLang="zh-CN" sz="1600" dirty="0">
                <a:solidFill>
                  <a:prstClr val="black"/>
                </a:solidFill>
              </a:rPr>
              <a:t>SSP</a:t>
            </a:r>
            <a:r>
              <a:rPr lang="zh-CN" altLang="en-US" sz="1600" dirty="0">
                <a:solidFill>
                  <a:prstClr val="black"/>
                </a:solidFill>
              </a:rPr>
              <a:t>包处理逻辑；从设备模型映射到协议报文，由</a:t>
            </a:r>
            <a:r>
              <a:rPr lang="en-US" altLang="zh-CN" sz="1600" dirty="0">
                <a:solidFill>
                  <a:prstClr val="black"/>
                </a:solidFill>
              </a:rPr>
              <a:t>SND</a:t>
            </a:r>
            <a:r>
              <a:rPr lang="zh-CN" altLang="en-US" sz="1600" dirty="0">
                <a:solidFill>
                  <a:prstClr val="black"/>
                </a:solidFill>
              </a:rPr>
              <a:t>包处理逻辑。</a:t>
            </a:r>
            <a:endParaRPr lang="en-US" altLang="zh-CN" sz="1600" dirty="0">
              <a:solidFill>
                <a:prstClr val="black"/>
              </a:solidFill>
            </a:endParaRPr>
          </a:p>
          <a:p>
            <a:r>
              <a:rPr lang="en-US" altLang="zh-CN" sz="1600" dirty="0">
                <a:solidFill>
                  <a:prstClr val="black"/>
                </a:solidFill>
              </a:rPr>
              <a:t>NCE</a:t>
            </a:r>
            <a:r>
              <a:rPr lang="zh-CN" altLang="en-US" sz="1600" dirty="0">
                <a:solidFill>
                  <a:prstClr val="black"/>
                </a:solidFill>
              </a:rPr>
              <a:t>基于业务模型自动生成北向接口或者配置页面。 </a:t>
            </a:r>
          </a:p>
          <a:p>
            <a:r>
              <a:rPr lang="zh-CN" altLang="en-US" sz="1600" dirty="0">
                <a:solidFill>
                  <a:prstClr val="black"/>
                </a:solidFill>
              </a:rPr>
              <a:t>用户通过业务模型提供的接口下发配置请求到用户编写的业务逻辑处理。 </a:t>
            </a:r>
          </a:p>
          <a:p>
            <a:r>
              <a:rPr lang="zh-CN" altLang="en-US" sz="1600" dirty="0">
                <a:solidFill>
                  <a:prstClr val="black"/>
                </a:solidFill>
              </a:rPr>
              <a:t>业务处理包括两部分：</a:t>
            </a:r>
          </a:p>
          <a:p>
            <a:pPr lvl="1"/>
            <a:r>
              <a:rPr lang="en-US" altLang="zh-CN" sz="1600" dirty="0">
                <a:solidFill>
                  <a:prstClr val="black"/>
                </a:solidFill>
              </a:rPr>
              <a:t>Python</a:t>
            </a:r>
            <a:r>
              <a:rPr lang="zh-CN" altLang="en-US" sz="1600" dirty="0">
                <a:solidFill>
                  <a:prstClr val="black"/>
                </a:solidFill>
              </a:rPr>
              <a:t>代码处理，该部分处理业务逻辑。例如分配资源、读取网元或者业务信息。</a:t>
            </a:r>
          </a:p>
          <a:p>
            <a:pPr lvl="1"/>
            <a:r>
              <a:rPr lang="en-US" altLang="zh-CN" sz="1600" dirty="0">
                <a:solidFill>
                  <a:prstClr val="black"/>
                </a:solidFill>
              </a:rPr>
              <a:t>Jinja2</a:t>
            </a:r>
            <a:r>
              <a:rPr lang="zh-CN" altLang="en-US" sz="1600" dirty="0">
                <a:solidFill>
                  <a:prstClr val="black"/>
                </a:solidFill>
              </a:rPr>
              <a:t>模板处理，该部分处理厂商相关的逻辑。模板实则是给设备模型下发的数据，不同厂商设备有不同模板。 </a:t>
            </a:r>
          </a:p>
          <a:p>
            <a:pPr lvl="1"/>
            <a:endParaRPr lang="en-US" altLang="zh-CN" sz="1600" dirty="0">
              <a:solidFill>
                <a:prstClr val="black"/>
              </a:solidFill>
            </a:endParaRPr>
          </a:p>
        </p:txBody>
      </p:sp>
      <p:sp>
        <p:nvSpPr>
          <p:cNvPr id="42" name="矩形 41">
            <a:extLst>
              <a:ext uri="{FF2B5EF4-FFF2-40B4-BE49-F238E27FC236}">
                <a16:creationId xmlns:a16="http://schemas.microsoft.com/office/drawing/2014/main" id="{9B2FBFD6-1053-45D0-B2C9-933545587BA5}"/>
              </a:ext>
            </a:extLst>
          </p:cNvPr>
          <p:cNvSpPr/>
          <p:nvPr/>
        </p:nvSpPr>
        <p:spPr bwMode="gray">
          <a:xfrm>
            <a:off x="479620" y="1604192"/>
            <a:ext cx="5348246" cy="3987333"/>
          </a:xfrm>
          <a:prstGeom prst="rect">
            <a:avLst/>
          </a:prstGeom>
          <a:solidFill>
            <a:srgbClr val="F3FBFE">
              <a:lumMod val="50000"/>
              <a:alpha val="1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FrutigerNext LT Regular"/>
              <a:ea typeface="华文细黑"/>
            </a:endParaRPr>
          </a:p>
        </p:txBody>
      </p:sp>
      <p:sp>
        <p:nvSpPr>
          <p:cNvPr id="43" name="矩形 42">
            <a:extLst>
              <a:ext uri="{FF2B5EF4-FFF2-40B4-BE49-F238E27FC236}">
                <a16:creationId xmlns:a16="http://schemas.microsoft.com/office/drawing/2014/main" id="{4CDA6825-AF63-40E6-9CD9-DC39C0FA6CF7}"/>
              </a:ext>
            </a:extLst>
          </p:cNvPr>
          <p:cNvSpPr/>
          <p:nvPr/>
        </p:nvSpPr>
        <p:spPr bwMode="gray">
          <a:xfrm>
            <a:off x="674215" y="2674582"/>
            <a:ext cx="1323488" cy="409575"/>
          </a:xfrm>
          <a:prstGeom prst="rect">
            <a:avLst/>
          </a:prstGeom>
          <a:solidFill>
            <a:srgbClr val="FFF2CC"/>
          </a:solidFill>
          <a:ln w="25400" cap="flat" cmpd="sng" algn="ctr">
            <a:noFill/>
            <a:prstDash val="solid"/>
          </a:ln>
          <a:effectLst/>
        </p:spPr>
        <p:txBody>
          <a:bodyPr rtlCol="0" anchor="ctr"/>
          <a:lstStyle/>
          <a:p>
            <a:pPr algn="ctr" defTabSz="914400">
              <a:defRPr/>
            </a:pPr>
            <a:r>
              <a:rPr lang="zh-CN" altLang="en-US" sz="1400" b="1" kern="0" dirty="0">
                <a:latin typeface="方正兰亭黑简体"/>
              </a:rPr>
              <a:t>业务包</a:t>
            </a:r>
            <a:r>
              <a:rPr lang="en-US" altLang="zh-CN" sz="1400" b="1" kern="0" dirty="0">
                <a:latin typeface="微软雅黑" panose="020B0503020204020204" pitchFamily="34" charset="-122"/>
                <a:ea typeface="微软雅黑" panose="020B0503020204020204" pitchFamily="34" charset="-122"/>
              </a:rPr>
              <a:t>SSP</a:t>
            </a:r>
            <a:endParaRPr lang="zh-CN" altLang="en-US" sz="1400" b="1" kern="0" dirty="0">
              <a:latin typeface="微软雅黑" panose="020B0503020204020204" pitchFamily="34" charset="-122"/>
              <a:ea typeface="微软雅黑" panose="020B0503020204020204" pitchFamily="34" charset="-122"/>
            </a:endParaRPr>
          </a:p>
        </p:txBody>
      </p:sp>
      <p:sp>
        <p:nvSpPr>
          <p:cNvPr id="44" name="矩形 43">
            <a:extLst>
              <a:ext uri="{FF2B5EF4-FFF2-40B4-BE49-F238E27FC236}">
                <a16:creationId xmlns:a16="http://schemas.microsoft.com/office/drawing/2014/main" id="{002BBB18-0640-4AC6-AE68-46243706696C}"/>
              </a:ext>
            </a:extLst>
          </p:cNvPr>
          <p:cNvSpPr/>
          <p:nvPr/>
        </p:nvSpPr>
        <p:spPr bwMode="gray">
          <a:xfrm>
            <a:off x="603790" y="4777287"/>
            <a:ext cx="1489934" cy="357086"/>
          </a:xfrm>
          <a:prstGeom prst="rect">
            <a:avLst/>
          </a:prstGeom>
          <a:solidFill>
            <a:srgbClr val="30B5C5"/>
          </a:solidFill>
          <a:ln w="25400" cap="flat" cmpd="sng" algn="ctr">
            <a:noFill/>
            <a:prstDash val="solid"/>
          </a:ln>
          <a:effectLst/>
        </p:spPr>
        <p:txBody>
          <a:bodyPr rtlCol="0" anchor="ctr"/>
          <a:lstStyle/>
          <a:p>
            <a:pPr algn="ctr" defTabSz="914400">
              <a:defRPr/>
            </a:pPr>
            <a:r>
              <a:rPr lang="zh-CN" altLang="en-US" sz="1400" b="1" kern="0" dirty="0">
                <a:solidFill>
                  <a:srgbClr val="FFFFFF"/>
                </a:solidFill>
                <a:latin typeface="方正兰亭黑简体"/>
              </a:rPr>
              <a:t>网元驱动包</a:t>
            </a:r>
            <a:r>
              <a:rPr lang="en-US" altLang="zh-CN" sz="1400" b="1" kern="0" dirty="0">
                <a:solidFill>
                  <a:srgbClr val="FFFFFF"/>
                </a:solidFill>
                <a:ea typeface="微软雅黑" panose="020B0503020204020204" pitchFamily="34" charset="-122"/>
              </a:rPr>
              <a:t>SND</a:t>
            </a:r>
            <a:endParaRPr lang="zh-CN" altLang="en-US" sz="1400" b="1" kern="0" dirty="0">
              <a:solidFill>
                <a:srgbClr val="FFFFFF"/>
              </a:solidFill>
              <a:ea typeface="微软雅黑" panose="020B0503020204020204" pitchFamily="34" charset="-122"/>
            </a:endParaRPr>
          </a:p>
        </p:txBody>
      </p:sp>
      <p:sp>
        <p:nvSpPr>
          <p:cNvPr id="45" name="文本框 44">
            <a:extLst>
              <a:ext uri="{FF2B5EF4-FFF2-40B4-BE49-F238E27FC236}">
                <a16:creationId xmlns:a16="http://schemas.microsoft.com/office/drawing/2014/main" id="{14FD5F27-984B-4C59-AF33-4A25D62AAC82}"/>
              </a:ext>
            </a:extLst>
          </p:cNvPr>
          <p:cNvSpPr txBox="1"/>
          <p:nvPr/>
        </p:nvSpPr>
        <p:spPr bwMode="gray">
          <a:xfrm>
            <a:off x="1858131" y="1693354"/>
            <a:ext cx="2069797" cy="307777"/>
          </a:xfrm>
          <a:prstGeom prst="rect">
            <a:avLst/>
          </a:prstGeom>
          <a:noFill/>
        </p:spPr>
        <p:txBody>
          <a:bodyPr wrap="none" rtlCol="0">
            <a:spAutoFit/>
          </a:bodyPr>
          <a:lstStyle/>
          <a:p>
            <a:pPr defTabSz="914400"/>
            <a:r>
              <a:rPr lang="en-US" altLang="zh-CN" sz="1400" b="1" dirty="0">
                <a:solidFill>
                  <a:prstClr val="black"/>
                </a:solidFill>
                <a:latin typeface="方正兰亭黑简体"/>
              </a:rPr>
              <a:t>NCE</a:t>
            </a:r>
            <a:r>
              <a:rPr lang="zh-CN" altLang="en-US" sz="1400" b="1" dirty="0">
                <a:solidFill>
                  <a:prstClr val="black"/>
                </a:solidFill>
                <a:latin typeface="方正兰亭黑简体"/>
              </a:rPr>
              <a:t>业务开放可编程框架</a:t>
            </a:r>
          </a:p>
        </p:txBody>
      </p:sp>
      <p:sp>
        <p:nvSpPr>
          <p:cNvPr id="46" name="矩形 45">
            <a:extLst>
              <a:ext uri="{FF2B5EF4-FFF2-40B4-BE49-F238E27FC236}">
                <a16:creationId xmlns:a16="http://schemas.microsoft.com/office/drawing/2014/main" id="{0C07BB8E-6539-4971-93C6-5CC867A0EFBB}"/>
              </a:ext>
            </a:extLst>
          </p:cNvPr>
          <p:cNvSpPr/>
          <p:nvPr/>
        </p:nvSpPr>
        <p:spPr bwMode="gray">
          <a:xfrm>
            <a:off x="2465957" y="2073201"/>
            <a:ext cx="3175443" cy="2320922"/>
          </a:xfrm>
          <a:prstGeom prst="rect">
            <a:avLst/>
          </a:prstGeom>
          <a:solidFill>
            <a:srgbClr val="FFF2CC"/>
          </a:solidFill>
          <a:ln w="25400" cap="flat" cmpd="sng" algn="ctr">
            <a:noFill/>
            <a:prstDash val="solid"/>
          </a:ln>
          <a:effectLst/>
        </p:spPr>
        <p:txBody>
          <a:bodyPr rtlCol="0" anchor="ctr"/>
          <a:lstStyle/>
          <a:p>
            <a:pPr algn="ctr" defTabSz="914400"/>
            <a:endParaRPr lang="zh-CN" altLang="en-US" sz="1400" b="1" kern="0">
              <a:solidFill>
                <a:srgbClr val="EC7061"/>
              </a:solidFill>
              <a:latin typeface="微软雅黑" panose="020B0503020204020204" pitchFamily="34" charset="-122"/>
              <a:ea typeface="微软雅黑" panose="020B0503020204020204" pitchFamily="34" charset="-122"/>
            </a:endParaRPr>
          </a:p>
        </p:txBody>
      </p:sp>
      <p:cxnSp>
        <p:nvCxnSpPr>
          <p:cNvPr id="47" name="直接箭头连接符 46">
            <a:extLst>
              <a:ext uri="{FF2B5EF4-FFF2-40B4-BE49-F238E27FC236}">
                <a16:creationId xmlns:a16="http://schemas.microsoft.com/office/drawing/2014/main" id="{879413C4-5008-4F48-AD6D-8617DD40698B}"/>
              </a:ext>
            </a:extLst>
          </p:cNvPr>
          <p:cNvCxnSpPr/>
          <p:nvPr/>
        </p:nvCxnSpPr>
        <p:spPr bwMode="gray">
          <a:xfrm flipV="1">
            <a:off x="5248331" y="1514296"/>
            <a:ext cx="0" cy="3466479"/>
          </a:xfrm>
          <a:prstGeom prst="straightConnector1">
            <a:avLst/>
          </a:prstGeom>
          <a:noFill/>
          <a:ln w="19050" cap="flat" cmpd="sng" algn="ctr">
            <a:solidFill>
              <a:srgbClr val="56C4D2"/>
            </a:solidFill>
            <a:prstDash val="sysDash"/>
            <a:headEnd type="none" w="med" len="med"/>
            <a:tailEnd type="none" w="med" len="med"/>
          </a:ln>
          <a:effectLst/>
        </p:spPr>
      </p:cxnSp>
      <p:sp>
        <p:nvSpPr>
          <p:cNvPr id="48" name="矩形 47">
            <a:extLst>
              <a:ext uri="{FF2B5EF4-FFF2-40B4-BE49-F238E27FC236}">
                <a16:creationId xmlns:a16="http://schemas.microsoft.com/office/drawing/2014/main" id="{3B48A62E-9DE9-4478-80BB-E30D8B8EC5FE}"/>
              </a:ext>
            </a:extLst>
          </p:cNvPr>
          <p:cNvSpPr/>
          <p:nvPr/>
        </p:nvSpPr>
        <p:spPr bwMode="gray">
          <a:xfrm>
            <a:off x="2465957" y="4530548"/>
            <a:ext cx="3175443" cy="858899"/>
          </a:xfrm>
          <a:prstGeom prst="rect">
            <a:avLst/>
          </a:prstGeom>
          <a:solidFill>
            <a:srgbClr val="30B5C5"/>
          </a:solidFill>
          <a:ln w="25400" cap="flat" cmpd="sng" algn="ctr">
            <a:noFill/>
            <a:prstDash val="solid"/>
          </a:ln>
          <a:effectLst/>
        </p:spPr>
        <p:txBody>
          <a:bodyPr rtlCol="0" anchor="ctr"/>
          <a:lstStyle/>
          <a:p>
            <a:pPr algn="ctr" defTabSz="914400"/>
            <a:endParaRPr lang="zh-CN" altLang="en-US" sz="1400" b="1" kern="0" dirty="0">
              <a:solidFill>
                <a:srgbClr val="FFFFFF"/>
              </a:solidFill>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3C84DF77-36D0-4CDC-91F5-58336834B4C0}"/>
              </a:ext>
            </a:extLst>
          </p:cNvPr>
          <p:cNvSpPr txBox="1"/>
          <p:nvPr/>
        </p:nvSpPr>
        <p:spPr bwMode="gray">
          <a:xfrm>
            <a:off x="2656439" y="2236837"/>
            <a:ext cx="723275" cy="307777"/>
          </a:xfrm>
          <a:prstGeom prst="rect">
            <a:avLst/>
          </a:prstGeom>
          <a:noFill/>
        </p:spPr>
        <p:txBody>
          <a:bodyPr wrap="none" rtlCol="0">
            <a:spAutoFit/>
          </a:bodyPr>
          <a:lstStyle/>
          <a:p>
            <a:pPr defTabSz="914400"/>
            <a:r>
              <a:rPr lang="zh-CN" altLang="en-US" sz="1400" b="1" dirty="0">
                <a:latin typeface="方正兰亭黑简体"/>
                <a:cs typeface="Microsoft YaHei" charset="-122"/>
              </a:rPr>
              <a:t>业务包</a:t>
            </a:r>
          </a:p>
        </p:txBody>
      </p:sp>
      <p:sp>
        <p:nvSpPr>
          <p:cNvPr id="50" name="文本框 49">
            <a:extLst>
              <a:ext uri="{FF2B5EF4-FFF2-40B4-BE49-F238E27FC236}">
                <a16:creationId xmlns:a16="http://schemas.microsoft.com/office/drawing/2014/main" id="{B0959B3E-274D-4EF5-BB6D-BB7D029021F3}"/>
              </a:ext>
            </a:extLst>
          </p:cNvPr>
          <p:cNvSpPr txBox="1"/>
          <p:nvPr/>
        </p:nvSpPr>
        <p:spPr bwMode="gray">
          <a:xfrm>
            <a:off x="3570263" y="4584405"/>
            <a:ext cx="1082348" cy="307777"/>
          </a:xfrm>
          <a:prstGeom prst="rect">
            <a:avLst/>
          </a:prstGeom>
          <a:noFill/>
        </p:spPr>
        <p:txBody>
          <a:bodyPr wrap="none" rtlCol="0">
            <a:spAutoFit/>
          </a:bodyPr>
          <a:lstStyle/>
          <a:p>
            <a:pPr defTabSz="914400"/>
            <a:r>
              <a:rPr lang="zh-CN" altLang="en-US" sz="1400" b="1" dirty="0">
                <a:solidFill>
                  <a:prstClr val="white"/>
                </a:solidFill>
                <a:latin typeface="方正兰亭黑简体"/>
                <a:cs typeface="Microsoft YaHei" charset="-122"/>
              </a:rPr>
              <a:t>网元驱动包</a:t>
            </a:r>
          </a:p>
        </p:txBody>
      </p:sp>
      <p:cxnSp>
        <p:nvCxnSpPr>
          <p:cNvPr id="51" name="直接箭头连接符 50">
            <a:extLst>
              <a:ext uri="{FF2B5EF4-FFF2-40B4-BE49-F238E27FC236}">
                <a16:creationId xmlns:a16="http://schemas.microsoft.com/office/drawing/2014/main" id="{F859E8D1-6F41-4183-9AD4-2908AD8508FC}"/>
              </a:ext>
            </a:extLst>
          </p:cNvPr>
          <p:cNvCxnSpPr>
            <a:endCxn id="43" idx="0"/>
          </p:cNvCxnSpPr>
          <p:nvPr/>
        </p:nvCxnSpPr>
        <p:spPr bwMode="gray">
          <a:xfrm>
            <a:off x="1335959" y="1509160"/>
            <a:ext cx="0" cy="1165422"/>
          </a:xfrm>
          <a:prstGeom prst="straightConnector1">
            <a:avLst/>
          </a:prstGeom>
          <a:noFill/>
          <a:ln w="19050" cap="flat" cmpd="sng" algn="ctr">
            <a:solidFill>
              <a:srgbClr val="EC7061"/>
            </a:solidFill>
            <a:prstDash val="solid"/>
            <a:headEnd type="triangle"/>
            <a:tailEnd type="triangle"/>
          </a:ln>
          <a:effectLst/>
        </p:spPr>
      </p:cxnSp>
      <p:cxnSp>
        <p:nvCxnSpPr>
          <p:cNvPr id="52" name="直接箭头连接符 51">
            <a:extLst>
              <a:ext uri="{FF2B5EF4-FFF2-40B4-BE49-F238E27FC236}">
                <a16:creationId xmlns:a16="http://schemas.microsoft.com/office/drawing/2014/main" id="{385870C0-281D-42E3-BCB4-447152642E0F}"/>
              </a:ext>
            </a:extLst>
          </p:cNvPr>
          <p:cNvCxnSpPr>
            <a:cxnSpLocks/>
            <a:stCxn id="43" idx="2"/>
            <a:endCxn id="44" idx="0"/>
          </p:cNvCxnSpPr>
          <p:nvPr/>
        </p:nvCxnSpPr>
        <p:spPr bwMode="gray">
          <a:xfrm>
            <a:off x="1335959" y="3084157"/>
            <a:ext cx="12798" cy="1693130"/>
          </a:xfrm>
          <a:prstGeom prst="straightConnector1">
            <a:avLst/>
          </a:prstGeom>
          <a:noFill/>
          <a:ln w="19050" cap="flat" cmpd="sng" algn="ctr">
            <a:solidFill>
              <a:srgbClr val="EC7061"/>
            </a:solidFill>
            <a:prstDash val="solid"/>
            <a:headEnd type="triangle"/>
            <a:tailEnd type="triangle"/>
          </a:ln>
          <a:effectLst/>
        </p:spPr>
      </p:cxnSp>
      <p:sp>
        <p:nvSpPr>
          <p:cNvPr id="53" name="矩形 52">
            <a:extLst>
              <a:ext uri="{FF2B5EF4-FFF2-40B4-BE49-F238E27FC236}">
                <a16:creationId xmlns:a16="http://schemas.microsoft.com/office/drawing/2014/main" id="{630F2AC2-8B39-47D8-916C-DC0D21BC599D}"/>
              </a:ext>
            </a:extLst>
          </p:cNvPr>
          <p:cNvSpPr/>
          <p:nvPr/>
        </p:nvSpPr>
        <p:spPr bwMode="gray">
          <a:xfrm>
            <a:off x="479620" y="5654213"/>
            <a:ext cx="5348243" cy="412455"/>
          </a:xfrm>
          <a:prstGeom prst="rect">
            <a:avLst/>
          </a:prstGeom>
          <a:solidFill>
            <a:srgbClr val="0070C0">
              <a:alpha val="10000"/>
            </a:srgbClr>
          </a:solidFill>
          <a:ln w="25400" cap="flat" cmpd="sng" algn="ctr">
            <a:noFill/>
            <a:prstDash val="solid"/>
          </a:ln>
          <a:effectLst/>
        </p:spPr>
        <p:txBody>
          <a:bodyPr rtlCol="0" anchor="ctr"/>
          <a:lstStyle/>
          <a:p>
            <a:pPr algn="ctr" defTabSz="914400"/>
            <a:r>
              <a:rPr lang="zh-CN" altLang="en-US" sz="1400" b="1" dirty="0">
                <a:latin typeface="方正兰亭黑简体"/>
              </a:rPr>
              <a:t>自动生成</a:t>
            </a:r>
            <a:r>
              <a:rPr lang="en-US" altLang="zh-CN" sz="1400" b="1" dirty="0">
                <a:latin typeface="微软雅黑" panose="020B0503020204020204" pitchFamily="34" charset="-122"/>
                <a:ea typeface="微软雅黑" panose="020B0503020204020204" pitchFamily="34" charset="-122"/>
              </a:rPr>
              <a:t>NETCONF</a:t>
            </a:r>
            <a:r>
              <a:rPr lang="zh-CN" altLang="en-US" sz="1400" b="1" dirty="0">
                <a:latin typeface="方正兰亭黑简体"/>
              </a:rPr>
              <a:t>报文或</a:t>
            </a:r>
            <a:r>
              <a:rPr lang="en-US" altLang="zh-CN" sz="1400" b="1" dirty="0">
                <a:latin typeface="微软雅黑" panose="020B0503020204020204" pitchFamily="34" charset="-122"/>
                <a:ea typeface="微软雅黑" panose="020B0503020204020204" pitchFamily="34" charset="-122"/>
              </a:rPr>
              <a:t>CLI/SSH</a:t>
            </a:r>
            <a:r>
              <a:rPr lang="zh-CN" altLang="en-US" sz="1400" b="1" dirty="0">
                <a:latin typeface="方正兰亭黑简体"/>
              </a:rPr>
              <a:t>到设备</a:t>
            </a:r>
          </a:p>
        </p:txBody>
      </p:sp>
      <p:cxnSp>
        <p:nvCxnSpPr>
          <p:cNvPr id="54" name="直接箭头连接符 53">
            <a:extLst>
              <a:ext uri="{FF2B5EF4-FFF2-40B4-BE49-F238E27FC236}">
                <a16:creationId xmlns:a16="http://schemas.microsoft.com/office/drawing/2014/main" id="{CAA09287-C16F-4BAB-8633-724C98D5BC9B}"/>
              </a:ext>
            </a:extLst>
          </p:cNvPr>
          <p:cNvCxnSpPr>
            <a:cxnSpLocks/>
          </p:cNvCxnSpPr>
          <p:nvPr/>
        </p:nvCxnSpPr>
        <p:spPr bwMode="gray">
          <a:xfrm>
            <a:off x="1826283" y="1525735"/>
            <a:ext cx="0" cy="3287177"/>
          </a:xfrm>
          <a:prstGeom prst="straightConnector1">
            <a:avLst/>
          </a:prstGeom>
          <a:noFill/>
          <a:ln w="19050" cap="flat" cmpd="sng" algn="ctr">
            <a:solidFill>
              <a:srgbClr val="56C4D2"/>
            </a:solidFill>
            <a:prstDash val="solid"/>
            <a:headEnd type="triangle"/>
            <a:tailEnd type="triangle"/>
          </a:ln>
          <a:effectLst/>
        </p:spPr>
      </p:cxnSp>
      <p:cxnSp>
        <p:nvCxnSpPr>
          <p:cNvPr id="55" name="直接箭头连接符 54">
            <a:extLst>
              <a:ext uri="{FF2B5EF4-FFF2-40B4-BE49-F238E27FC236}">
                <a16:creationId xmlns:a16="http://schemas.microsoft.com/office/drawing/2014/main" id="{A9F4DDF1-2446-4BCA-8E97-B026E1908742}"/>
              </a:ext>
            </a:extLst>
          </p:cNvPr>
          <p:cNvCxnSpPr>
            <a:cxnSpLocks/>
            <a:stCxn id="44" idx="2"/>
          </p:cNvCxnSpPr>
          <p:nvPr/>
        </p:nvCxnSpPr>
        <p:spPr bwMode="gray">
          <a:xfrm>
            <a:off x="1348757" y="5134373"/>
            <a:ext cx="0" cy="567340"/>
          </a:xfrm>
          <a:prstGeom prst="straightConnector1">
            <a:avLst/>
          </a:prstGeom>
          <a:noFill/>
          <a:ln w="19050" cap="flat" cmpd="sng" algn="ctr">
            <a:solidFill>
              <a:srgbClr val="56C4D2"/>
            </a:solidFill>
            <a:prstDash val="solid"/>
            <a:headEnd type="triangle"/>
            <a:tailEnd type="triangle"/>
          </a:ln>
          <a:effectLst/>
        </p:spPr>
      </p:cxnSp>
      <p:cxnSp>
        <p:nvCxnSpPr>
          <p:cNvPr id="56" name="直接箭头连接符 55">
            <a:extLst>
              <a:ext uri="{FF2B5EF4-FFF2-40B4-BE49-F238E27FC236}">
                <a16:creationId xmlns:a16="http://schemas.microsoft.com/office/drawing/2014/main" id="{23A55A30-AA9B-4699-8F5A-44D18EE3C460}"/>
              </a:ext>
            </a:extLst>
          </p:cNvPr>
          <p:cNvCxnSpPr>
            <a:cxnSpLocks/>
            <a:stCxn id="43" idx="3"/>
          </p:cNvCxnSpPr>
          <p:nvPr/>
        </p:nvCxnSpPr>
        <p:spPr bwMode="gray">
          <a:xfrm>
            <a:off x="1997703" y="2879370"/>
            <a:ext cx="451724" cy="0"/>
          </a:xfrm>
          <a:prstGeom prst="straightConnector1">
            <a:avLst/>
          </a:prstGeom>
          <a:noFill/>
          <a:ln w="19050" cap="flat" cmpd="sng" algn="ctr">
            <a:solidFill>
              <a:srgbClr val="FFD17D">
                <a:lumMod val="75000"/>
              </a:srgbClr>
            </a:solidFill>
            <a:prstDash val="sysDash"/>
            <a:headEnd type="none" w="med" len="med"/>
            <a:tailEnd type="none" w="med" len="med"/>
          </a:ln>
          <a:effectLst/>
        </p:spPr>
      </p:cxnSp>
      <p:cxnSp>
        <p:nvCxnSpPr>
          <p:cNvPr id="57" name="直接箭头连接符 56">
            <a:extLst>
              <a:ext uri="{FF2B5EF4-FFF2-40B4-BE49-F238E27FC236}">
                <a16:creationId xmlns:a16="http://schemas.microsoft.com/office/drawing/2014/main" id="{7BAD6A88-ED1F-4949-86E0-05896603F560}"/>
              </a:ext>
            </a:extLst>
          </p:cNvPr>
          <p:cNvCxnSpPr>
            <a:cxnSpLocks/>
            <a:stCxn id="44" idx="3"/>
            <a:endCxn id="48" idx="1"/>
          </p:cNvCxnSpPr>
          <p:nvPr/>
        </p:nvCxnSpPr>
        <p:spPr bwMode="gray">
          <a:xfrm>
            <a:off x="2093724" y="4955830"/>
            <a:ext cx="372233" cy="4168"/>
          </a:xfrm>
          <a:prstGeom prst="straightConnector1">
            <a:avLst/>
          </a:prstGeom>
          <a:noFill/>
          <a:ln w="19050" cap="flat" cmpd="sng" algn="ctr">
            <a:solidFill>
              <a:srgbClr val="56C4D2"/>
            </a:solidFill>
            <a:prstDash val="sysDash"/>
            <a:headEnd type="none" w="med" len="med"/>
            <a:tailEnd type="none" w="med" len="med"/>
          </a:ln>
          <a:effectLst/>
        </p:spPr>
      </p:cxnSp>
      <p:sp>
        <p:nvSpPr>
          <p:cNvPr id="58" name="矩形 57">
            <a:extLst>
              <a:ext uri="{FF2B5EF4-FFF2-40B4-BE49-F238E27FC236}">
                <a16:creationId xmlns:a16="http://schemas.microsoft.com/office/drawing/2014/main" id="{9A2B0D85-E6CE-432A-AB83-9ED19AEB21D5}"/>
              </a:ext>
            </a:extLst>
          </p:cNvPr>
          <p:cNvSpPr/>
          <p:nvPr/>
        </p:nvSpPr>
        <p:spPr bwMode="gray">
          <a:xfrm>
            <a:off x="3163539" y="2704175"/>
            <a:ext cx="1817831" cy="320984"/>
          </a:xfrm>
          <a:prstGeom prst="rect">
            <a:avLst/>
          </a:prstGeom>
          <a:solidFill>
            <a:srgbClr val="EC7061">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lumMod val="75000"/>
                    <a:lumOff val="25000"/>
                  </a:prstClr>
                </a:solidFill>
                <a:effectLst/>
                <a:uLnTx/>
                <a:uFillTx/>
                <a:latin typeface="Microsoft YaHei" charset="-122"/>
                <a:ea typeface="Microsoft YaHei" charset="-122"/>
              </a:rPr>
              <a:t>YANG</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Microsoft YaHei" charset="-122"/>
              <a:ea typeface="Microsoft YaHei" charset="-122"/>
            </a:endParaRPr>
          </a:p>
        </p:txBody>
      </p:sp>
      <p:sp>
        <p:nvSpPr>
          <p:cNvPr id="59" name="矩形 58">
            <a:extLst>
              <a:ext uri="{FF2B5EF4-FFF2-40B4-BE49-F238E27FC236}">
                <a16:creationId xmlns:a16="http://schemas.microsoft.com/office/drawing/2014/main" id="{AFA2F93F-37F3-4D2E-A5AA-CBEB340731CB}"/>
              </a:ext>
            </a:extLst>
          </p:cNvPr>
          <p:cNvSpPr/>
          <p:nvPr/>
        </p:nvSpPr>
        <p:spPr bwMode="gray">
          <a:xfrm>
            <a:off x="3153957" y="3262444"/>
            <a:ext cx="1844006" cy="320984"/>
          </a:xfrm>
          <a:prstGeom prst="rect">
            <a:avLst/>
          </a:prstGeom>
          <a:solidFill>
            <a:srgbClr val="EC7061">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lumMod val="75000"/>
                    <a:lumOff val="25000"/>
                  </a:prstClr>
                </a:solidFill>
                <a:effectLst/>
                <a:uLnTx/>
                <a:uFillTx/>
                <a:latin typeface="方正兰亭黑简体"/>
              </a:rPr>
              <a:t>业务回调逻辑</a:t>
            </a:r>
          </a:p>
        </p:txBody>
      </p:sp>
      <p:sp>
        <p:nvSpPr>
          <p:cNvPr id="60" name="矩形 59">
            <a:extLst>
              <a:ext uri="{FF2B5EF4-FFF2-40B4-BE49-F238E27FC236}">
                <a16:creationId xmlns:a16="http://schemas.microsoft.com/office/drawing/2014/main" id="{2F7865DA-B2D6-431D-9932-A6827DE26EF9}"/>
              </a:ext>
            </a:extLst>
          </p:cNvPr>
          <p:cNvSpPr/>
          <p:nvPr/>
        </p:nvSpPr>
        <p:spPr bwMode="gray">
          <a:xfrm>
            <a:off x="2631089" y="3887324"/>
            <a:ext cx="1332145" cy="328838"/>
          </a:xfrm>
          <a:prstGeom prst="rect">
            <a:avLst/>
          </a:prstGeom>
          <a:solidFill>
            <a:srgbClr val="EC7061">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lumMod val="75000"/>
                    <a:lumOff val="25000"/>
                  </a:prstClr>
                </a:solidFill>
                <a:effectLst/>
                <a:uLnTx/>
                <a:uFillTx/>
                <a:latin typeface="方正兰亭黑简体"/>
                <a:cs typeface="Microsoft YaHei" charset="-122"/>
              </a:rPr>
              <a:t>网元模板</a:t>
            </a:r>
            <a:r>
              <a:rPr kumimoji="0" lang="en-US" altLang="zh-CN" sz="1400" b="0" i="0" u="none" strike="noStrike" kern="0" cap="none" spc="0" normalizeH="0" baseline="0" noProof="0">
                <a:ln>
                  <a:noFill/>
                </a:ln>
                <a:solidFill>
                  <a:prstClr val="black">
                    <a:lumMod val="75000"/>
                    <a:lumOff val="25000"/>
                  </a:prstClr>
                </a:solidFill>
                <a:effectLst/>
                <a:uLnTx/>
                <a:uFillTx/>
                <a:latin typeface="方正兰亭黑简体"/>
                <a:cs typeface="Microsoft YaHei" charset="-122"/>
              </a:rPr>
              <a:t>1</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方正兰亭黑简体"/>
              <a:cs typeface="Microsoft YaHei" charset="-122"/>
            </a:endParaRPr>
          </a:p>
        </p:txBody>
      </p:sp>
      <p:sp>
        <p:nvSpPr>
          <p:cNvPr id="61" name="矩形 60">
            <a:extLst>
              <a:ext uri="{FF2B5EF4-FFF2-40B4-BE49-F238E27FC236}">
                <a16:creationId xmlns:a16="http://schemas.microsoft.com/office/drawing/2014/main" id="{A49EEC85-C411-42E8-BDDF-220F0A234E0F}"/>
              </a:ext>
            </a:extLst>
          </p:cNvPr>
          <p:cNvSpPr/>
          <p:nvPr/>
        </p:nvSpPr>
        <p:spPr bwMode="gray">
          <a:xfrm>
            <a:off x="4141391" y="3887324"/>
            <a:ext cx="1369775" cy="328838"/>
          </a:xfrm>
          <a:prstGeom prst="rect">
            <a:avLst/>
          </a:prstGeom>
          <a:solidFill>
            <a:srgbClr val="EC7061">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lumMod val="75000"/>
                    <a:lumOff val="25000"/>
                  </a:prstClr>
                </a:solidFill>
                <a:effectLst/>
                <a:uLnTx/>
                <a:uFillTx/>
                <a:latin typeface="方正兰亭黑简体"/>
              </a:rPr>
              <a:t>网</a:t>
            </a:r>
            <a:r>
              <a:rPr kumimoji="0" lang="zh-CN" altLang="en-US" sz="1400" b="0" i="0" u="none" strike="noStrike" kern="0" cap="none" spc="0" normalizeH="0" baseline="0" noProof="0">
                <a:ln>
                  <a:noFill/>
                </a:ln>
                <a:solidFill>
                  <a:prstClr val="black">
                    <a:lumMod val="75000"/>
                    <a:lumOff val="25000"/>
                  </a:prstClr>
                </a:solidFill>
                <a:effectLst/>
                <a:uLnTx/>
                <a:uFillTx/>
                <a:latin typeface="方正兰亭黑简体"/>
              </a:rPr>
              <a:t>元模板</a:t>
            </a:r>
            <a:r>
              <a:rPr kumimoji="0" lang="en-US" altLang="zh-CN" sz="1400" b="0" i="0" u="none" strike="noStrike" kern="0" cap="none" spc="0" normalizeH="0" baseline="0" noProof="0" dirty="0">
                <a:ln>
                  <a:noFill/>
                </a:ln>
                <a:solidFill>
                  <a:prstClr val="black">
                    <a:lumMod val="75000"/>
                    <a:lumOff val="25000"/>
                  </a:prstClr>
                </a:solidFill>
                <a:effectLst/>
                <a:uLnTx/>
                <a:uFillTx/>
                <a:latin typeface="方正兰亭黑简体"/>
              </a:rPr>
              <a:t>2</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方正兰亭黑简体"/>
            </a:endParaRPr>
          </a:p>
        </p:txBody>
      </p:sp>
      <p:sp>
        <p:nvSpPr>
          <p:cNvPr id="62" name="矩形 61">
            <a:extLst>
              <a:ext uri="{FF2B5EF4-FFF2-40B4-BE49-F238E27FC236}">
                <a16:creationId xmlns:a16="http://schemas.microsoft.com/office/drawing/2014/main" id="{95AE7668-CFFF-4176-8DEF-19D08CCF309D}"/>
              </a:ext>
            </a:extLst>
          </p:cNvPr>
          <p:cNvSpPr/>
          <p:nvPr/>
        </p:nvSpPr>
        <p:spPr bwMode="gray">
          <a:xfrm>
            <a:off x="4159072" y="4925035"/>
            <a:ext cx="1341488" cy="311948"/>
          </a:xfrm>
          <a:prstGeom prst="rect">
            <a:avLst/>
          </a:prstGeom>
          <a:solidFill>
            <a:srgbClr val="F3FBFE">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方正兰亭黑简体"/>
              </a:rPr>
              <a:t>网元</a:t>
            </a:r>
            <a:r>
              <a:rPr kumimoji="0" lang="en-US" altLang="zh-CN" sz="1400" b="0" i="0" u="none" strike="noStrike" kern="0" cap="none" spc="0" normalizeH="0" baseline="0" noProof="0" dirty="0">
                <a:ln>
                  <a:noFill/>
                </a:ln>
                <a:effectLst/>
                <a:uLnTx/>
                <a:uFillTx/>
                <a:ea typeface="微软雅黑" panose="020B0503020204020204" pitchFamily="34" charset="-122"/>
              </a:rPr>
              <a:t>YANG 2</a:t>
            </a:r>
            <a:endParaRPr kumimoji="0" lang="zh-CN" altLang="en-US" sz="1400" b="0" i="0" u="none" strike="noStrike" kern="0" cap="none" spc="0" normalizeH="0" baseline="0" noProof="0" dirty="0">
              <a:ln>
                <a:noFill/>
              </a:ln>
              <a:effectLst/>
              <a:uLnTx/>
              <a:uFillTx/>
              <a:ea typeface="微软雅黑" panose="020B0503020204020204" pitchFamily="34" charset="-122"/>
            </a:endParaRPr>
          </a:p>
        </p:txBody>
      </p:sp>
      <p:sp>
        <p:nvSpPr>
          <p:cNvPr id="63" name="矩形 62">
            <a:extLst>
              <a:ext uri="{FF2B5EF4-FFF2-40B4-BE49-F238E27FC236}">
                <a16:creationId xmlns:a16="http://schemas.microsoft.com/office/drawing/2014/main" id="{BCDCFD63-49BE-4E22-800B-E66A05EF8343}"/>
              </a:ext>
            </a:extLst>
          </p:cNvPr>
          <p:cNvSpPr/>
          <p:nvPr/>
        </p:nvSpPr>
        <p:spPr bwMode="gray">
          <a:xfrm>
            <a:off x="479620" y="969993"/>
            <a:ext cx="5349229" cy="567617"/>
          </a:xfrm>
          <a:prstGeom prst="rect">
            <a:avLst/>
          </a:prstGeom>
          <a:solidFill>
            <a:srgbClr val="F3FBFE">
              <a:lumMod val="50000"/>
              <a:alpha val="1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BAE6F6">
                  <a:lumMod val="10000"/>
                </a:srgbClr>
              </a:solidFill>
              <a:effectLst/>
              <a:uLnTx/>
              <a:uFillTx/>
              <a:latin typeface="FrutigerNext LT Regular"/>
              <a:ea typeface="华文细黑"/>
            </a:endParaRPr>
          </a:p>
        </p:txBody>
      </p:sp>
      <p:sp>
        <p:nvSpPr>
          <p:cNvPr id="64" name="矩形 63">
            <a:extLst>
              <a:ext uri="{FF2B5EF4-FFF2-40B4-BE49-F238E27FC236}">
                <a16:creationId xmlns:a16="http://schemas.microsoft.com/office/drawing/2014/main" id="{742C4A30-D899-44AE-BAC2-D60BB3CE6BF1}"/>
              </a:ext>
            </a:extLst>
          </p:cNvPr>
          <p:cNvSpPr/>
          <p:nvPr/>
        </p:nvSpPr>
        <p:spPr bwMode="gray">
          <a:xfrm>
            <a:off x="698791" y="1090286"/>
            <a:ext cx="1894332" cy="318851"/>
          </a:xfrm>
          <a:prstGeom prst="rect">
            <a:avLst/>
          </a:prstGeom>
          <a:solidFill>
            <a:srgbClr val="BAE6F6">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BAE6F6">
                    <a:lumMod val="10000"/>
                  </a:srgbClr>
                </a:solidFill>
                <a:effectLst/>
                <a:uLnTx/>
                <a:uFillTx/>
                <a:ea typeface="Microsoft YaHei" charset="-122"/>
                <a:cs typeface="Microsoft YaHei" charset="-122"/>
              </a:rPr>
              <a:t>RESTful </a:t>
            </a:r>
            <a:r>
              <a:rPr kumimoji="0" lang="en-US" altLang="zh-CN" sz="1400" b="0" i="0" u="none" strike="noStrike" kern="0" cap="none" spc="0" normalizeH="0" baseline="0" noProof="0" dirty="0">
                <a:ln>
                  <a:noFill/>
                </a:ln>
                <a:solidFill>
                  <a:srgbClr val="BAE6F6">
                    <a:lumMod val="10000"/>
                  </a:srgbClr>
                </a:solidFill>
                <a:effectLst/>
                <a:uLnTx/>
                <a:uFillTx/>
                <a:ea typeface="Microsoft YaHei" charset="-122"/>
                <a:cs typeface="Microsoft YaHei" charset="-122"/>
              </a:rPr>
              <a:t>API</a:t>
            </a:r>
            <a:endParaRPr kumimoji="0" lang="zh-CN" altLang="en-US" sz="1400" b="0" i="0" u="none" strike="noStrike" kern="0" cap="none" spc="0" normalizeH="0" baseline="0" noProof="0" dirty="0">
              <a:ln>
                <a:noFill/>
              </a:ln>
              <a:solidFill>
                <a:srgbClr val="BAE6F6">
                  <a:lumMod val="10000"/>
                </a:srgbClr>
              </a:solidFill>
              <a:effectLst/>
              <a:uLnTx/>
              <a:uFillTx/>
              <a:ea typeface="Microsoft YaHei" charset="-122"/>
              <a:cs typeface="Microsoft YaHei" charset="-122"/>
            </a:endParaRPr>
          </a:p>
        </p:txBody>
      </p:sp>
      <p:sp>
        <p:nvSpPr>
          <p:cNvPr id="65" name="矩形 64">
            <a:extLst>
              <a:ext uri="{FF2B5EF4-FFF2-40B4-BE49-F238E27FC236}">
                <a16:creationId xmlns:a16="http://schemas.microsoft.com/office/drawing/2014/main" id="{4C007FD3-A485-4052-8BDB-FB04FFE3B088}"/>
              </a:ext>
            </a:extLst>
          </p:cNvPr>
          <p:cNvSpPr/>
          <p:nvPr/>
        </p:nvSpPr>
        <p:spPr bwMode="gray">
          <a:xfrm>
            <a:off x="3137967" y="1090286"/>
            <a:ext cx="1994709" cy="318851"/>
          </a:xfrm>
          <a:prstGeom prst="rect">
            <a:avLst/>
          </a:prstGeom>
          <a:solidFill>
            <a:srgbClr val="BAE6F6">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BAE6F6">
                    <a:lumMod val="10000"/>
                  </a:srgbClr>
                </a:solidFill>
                <a:effectLst/>
                <a:uLnTx/>
                <a:uFillTx/>
                <a:ea typeface="Microsoft YaHei" charset="-122"/>
                <a:cs typeface="Microsoft YaHei" charset="-122"/>
              </a:rPr>
              <a:t>Web-UI</a:t>
            </a:r>
            <a:endParaRPr kumimoji="0" lang="zh-CN" altLang="en-US" sz="1400" b="0" i="0" u="none" strike="noStrike" kern="0" cap="none" spc="0" normalizeH="0" baseline="0" noProof="0" dirty="0">
              <a:ln>
                <a:noFill/>
              </a:ln>
              <a:solidFill>
                <a:srgbClr val="BAE6F6">
                  <a:lumMod val="10000"/>
                </a:srgbClr>
              </a:solidFill>
              <a:effectLst/>
              <a:uLnTx/>
              <a:uFillTx/>
              <a:ea typeface="Microsoft YaHei" charset="-122"/>
              <a:cs typeface="Microsoft YaHei" charset="-122"/>
            </a:endParaRPr>
          </a:p>
        </p:txBody>
      </p:sp>
      <p:cxnSp>
        <p:nvCxnSpPr>
          <p:cNvPr id="66" name="直接箭头连接符 65">
            <a:extLst>
              <a:ext uri="{FF2B5EF4-FFF2-40B4-BE49-F238E27FC236}">
                <a16:creationId xmlns:a16="http://schemas.microsoft.com/office/drawing/2014/main" id="{3C195049-E9C3-4B86-8F9B-E480E280E75B}"/>
              </a:ext>
            </a:extLst>
          </p:cNvPr>
          <p:cNvCxnSpPr>
            <a:stCxn id="59" idx="0"/>
            <a:endCxn id="58" idx="2"/>
          </p:cNvCxnSpPr>
          <p:nvPr/>
        </p:nvCxnSpPr>
        <p:spPr bwMode="gray">
          <a:xfrm flipH="1" flipV="1">
            <a:off x="4072455" y="3025159"/>
            <a:ext cx="3505" cy="237285"/>
          </a:xfrm>
          <a:prstGeom prst="straightConnector1">
            <a:avLst/>
          </a:prstGeom>
          <a:noFill/>
          <a:ln w="19050" cap="flat" cmpd="sng" algn="ctr">
            <a:solidFill>
              <a:srgbClr val="EC7061"/>
            </a:solidFill>
            <a:prstDash val="sysDash"/>
            <a:headEnd type="none" w="med" len="med"/>
            <a:tailEnd type="none" w="med" len="med"/>
          </a:ln>
          <a:effectLst/>
        </p:spPr>
      </p:cxnSp>
      <p:cxnSp>
        <p:nvCxnSpPr>
          <p:cNvPr id="67" name="直接箭头连接符 66">
            <a:extLst>
              <a:ext uri="{FF2B5EF4-FFF2-40B4-BE49-F238E27FC236}">
                <a16:creationId xmlns:a16="http://schemas.microsoft.com/office/drawing/2014/main" id="{8C030A80-4DB0-4C57-B13F-DBE82E90FE06}"/>
              </a:ext>
            </a:extLst>
          </p:cNvPr>
          <p:cNvCxnSpPr>
            <a:stCxn id="60" idx="0"/>
            <a:endCxn id="59" idx="2"/>
          </p:cNvCxnSpPr>
          <p:nvPr/>
        </p:nvCxnSpPr>
        <p:spPr bwMode="gray">
          <a:xfrm flipV="1">
            <a:off x="3297162" y="3583428"/>
            <a:ext cx="778798" cy="303896"/>
          </a:xfrm>
          <a:prstGeom prst="straightConnector1">
            <a:avLst/>
          </a:prstGeom>
          <a:noFill/>
          <a:ln w="19050" cap="flat" cmpd="sng" algn="ctr">
            <a:solidFill>
              <a:srgbClr val="EC7061"/>
            </a:solidFill>
            <a:prstDash val="sysDash"/>
            <a:headEnd type="none" w="med" len="med"/>
            <a:tailEnd type="none" w="med" len="med"/>
          </a:ln>
          <a:effectLst/>
        </p:spPr>
      </p:cxnSp>
      <p:cxnSp>
        <p:nvCxnSpPr>
          <p:cNvPr id="68" name="直接箭头连接符 67">
            <a:extLst>
              <a:ext uri="{FF2B5EF4-FFF2-40B4-BE49-F238E27FC236}">
                <a16:creationId xmlns:a16="http://schemas.microsoft.com/office/drawing/2014/main" id="{5742B939-A320-4447-8239-5AC02D4CAB97}"/>
              </a:ext>
            </a:extLst>
          </p:cNvPr>
          <p:cNvCxnSpPr>
            <a:stCxn id="61" idx="0"/>
            <a:endCxn id="59" idx="2"/>
          </p:cNvCxnSpPr>
          <p:nvPr/>
        </p:nvCxnSpPr>
        <p:spPr bwMode="gray">
          <a:xfrm flipH="1" flipV="1">
            <a:off x="4075960" y="3583428"/>
            <a:ext cx="750319" cy="303896"/>
          </a:xfrm>
          <a:prstGeom prst="straightConnector1">
            <a:avLst/>
          </a:prstGeom>
          <a:noFill/>
          <a:ln w="19050" cap="flat" cmpd="sng" algn="ctr">
            <a:solidFill>
              <a:srgbClr val="EC7061"/>
            </a:solidFill>
            <a:prstDash val="sysDash"/>
            <a:headEnd type="none" w="med" len="med"/>
            <a:tailEnd type="none" w="med" len="med"/>
          </a:ln>
          <a:effectLst/>
        </p:spPr>
      </p:cxnSp>
      <p:cxnSp>
        <p:nvCxnSpPr>
          <p:cNvPr id="69" name="直接箭头连接符 68">
            <a:extLst>
              <a:ext uri="{FF2B5EF4-FFF2-40B4-BE49-F238E27FC236}">
                <a16:creationId xmlns:a16="http://schemas.microsoft.com/office/drawing/2014/main" id="{CEA3CB86-7CBB-4CE3-A8C0-BE59DCE202F3}"/>
              </a:ext>
            </a:extLst>
          </p:cNvPr>
          <p:cNvCxnSpPr>
            <a:stCxn id="76" idx="0"/>
            <a:endCxn id="60" idx="2"/>
          </p:cNvCxnSpPr>
          <p:nvPr/>
        </p:nvCxnSpPr>
        <p:spPr bwMode="gray">
          <a:xfrm flipH="1" flipV="1">
            <a:off x="3297162" y="4216162"/>
            <a:ext cx="4671" cy="714685"/>
          </a:xfrm>
          <a:prstGeom prst="straightConnector1">
            <a:avLst/>
          </a:prstGeom>
          <a:noFill/>
          <a:ln w="19050" cap="flat" cmpd="sng" algn="ctr">
            <a:solidFill>
              <a:srgbClr val="EC7061"/>
            </a:solidFill>
            <a:prstDash val="sysDash"/>
            <a:headEnd type="none" w="med" len="med"/>
            <a:tailEnd type="none" w="med" len="med"/>
          </a:ln>
          <a:effectLst/>
        </p:spPr>
      </p:cxnSp>
      <p:cxnSp>
        <p:nvCxnSpPr>
          <p:cNvPr id="70" name="直接箭头连接符 69">
            <a:extLst>
              <a:ext uri="{FF2B5EF4-FFF2-40B4-BE49-F238E27FC236}">
                <a16:creationId xmlns:a16="http://schemas.microsoft.com/office/drawing/2014/main" id="{44CE78E8-C943-4E33-AB84-E34A25C0C8CC}"/>
              </a:ext>
            </a:extLst>
          </p:cNvPr>
          <p:cNvCxnSpPr>
            <a:stCxn id="62" idx="0"/>
            <a:endCxn id="61" idx="2"/>
          </p:cNvCxnSpPr>
          <p:nvPr/>
        </p:nvCxnSpPr>
        <p:spPr bwMode="gray">
          <a:xfrm flipH="1" flipV="1">
            <a:off x="4826279" y="4216162"/>
            <a:ext cx="3537" cy="708873"/>
          </a:xfrm>
          <a:prstGeom prst="straightConnector1">
            <a:avLst/>
          </a:prstGeom>
          <a:noFill/>
          <a:ln w="19050" cap="flat" cmpd="sng" algn="ctr">
            <a:solidFill>
              <a:srgbClr val="EC7061"/>
            </a:solidFill>
            <a:prstDash val="sysDash"/>
            <a:headEnd type="none" w="med" len="med"/>
            <a:tailEnd type="none" w="med" len="med"/>
          </a:ln>
          <a:effectLst/>
        </p:spPr>
      </p:cxnSp>
      <p:cxnSp>
        <p:nvCxnSpPr>
          <p:cNvPr id="71" name="直接箭头连接符 70">
            <a:extLst>
              <a:ext uri="{FF2B5EF4-FFF2-40B4-BE49-F238E27FC236}">
                <a16:creationId xmlns:a16="http://schemas.microsoft.com/office/drawing/2014/main" id="{FB8D79E7-8614-4081-BE4C-A51C30279ED8}"/>
              </a:ext>
            </a:extLst>
          </p:cNvPr>
          <p:cNvCxnSpPr>
            <a:stCxn id="58" idx="0"/>
          </p:cNvCxnSpPr>
          <p:nvPr/>
        </p:nvCxnSpPr>
        <p:spPr bwMode="gray">
          <a:xfrm flipH="1" flipV="1">
            <a:off x="4068004" y="1485149"/>
            <a:ext cx="4451" cy="1219026"/>
          </a:xfrm>
          <a:prstGeom prst="straightConnector1">
            <a:avLst/>
          </a:prstGeom>
          <a:noFill/>
          <a:ln w="19050" cap="flat" cmpd="sng" algn="ctr">
            <a:solidFill>
              <a:srgbClr val="EC7061"/>
            </a:solidFill>
            <a:prstDash val="sysDash"/>
            <a:headEnd type="none" w="med" len="med"/>
            <a:tailEnd type="none" w="med" len="med"/>
          </a:ln>
          <a:effectLst/>
        </p:spPr>
      </p:cxnSp>
      <p:sp>
        <p:nvSpPr>
          <p:cNvPr id="72" name="矩形 71">
            <a:extLst>
              <a:ext uri="{FF2B5EF4-FFF2-40B4-BE49-F238E27FC236}">
                <a16:creationId xmlns:a16="http://schemas.microsoft.com/office/drawing/2014/main" id="{47336E21-7364-47F0-B696-555392970415}"/>
              </a:ext>
            </a:extLst>
          </p:cNvPr>
          <p:cNvSpPr/>
          <p:nvPr/>
        </p:nvSpPr>
        <p:spPr bwMode="gray">
          <a:xfrm>
            <a:off x="5896006" y="3836368"/>
            <a:ext cx="923518" cy="576272"/>
          </a:xfrm>
          <a:prstGeom prst="rect">
            <a:avLst/>
          </a:prstGeom>
          <a:solidFill>
            <a:srgbClr val="FFF2CC"/>
          </a:solidFill>
          <a:ln w="25400" cap="flat" cmpd="sng" algn="ctr">
            <a:noFill/>
            <a:prstDash val="solid"/>
          </a:ln>
          <a:effectLst/>
        </p:spPr>
        <p:txBody>
          <a:bodyPr rtlCol="0" anchor="ctr"/>
          <a:lstStyle/>
          <a:p>
            <a:pPr algn="ctr" defTabSz="914400"/>
            <a:r>
              <a:rPr lang="en-US" altLang="zh-CN" sz="1400" kern="0" dirty="0">
                <a:ea typeface="微软雅黑" panose="020B0503020204020204" pitchFamily="34" charset="-122"/>
              </a:rPr>
              <a:t>Jinja2</a:t>
            </a:r>
            <a:endParaRPr lang="zh-CN" altLang="en-US" sz="1400" kern="0" dirty="0">
              <a:ea typeface="微软雅黑" panose="020B0503020204020204" pitchFamily="34" charset="-122"/>
            </a:endParaRPr>
          </a:p>
        </p:txBody>
      </p:sp>
      <p:sp>
        <p:nvSpPr>
          <p:cNvPr id="73" name="矩形 72">
            <a:extLst>
              <a:ext uri="{FF2B5EF4-FFF2-40B4-BE49-F238E27FC236}">
                <a16:creationId xmlns:a16="http://schemas.microsoft.com/office/drawing/2014/main" id="{89FC9C72-FCB4-41C8-8621-1D0F349EF8A0}"/>
              </a:ext>
            </a:extLst>
          </p:cNvPr>
          <p:cNvSpPr/>
          <p:nvPr/>
        </p:nvSpPr>
        <p:spPr bwMode="gray">
          <a:xfrm>
            <a:off x="5896006" y="2971844"/>
            <a:ext cx="923518" cy="800315"/>
          </a:xfrm>
          <a:prstGeom prst="rect">
            <a:avLst/>
          </a:prstGeom>
          <a:solidFill>
            <a:srgbClr val="FFF2CC"/>
          </a:solidFill>
          <a:ln w="25400" cap="flat" cmpd="sng" algn="ctr">
            <a:noFill/>
            <a:prstDash val="solid"/>
          </a:ln>
          <a:effectLst/>
        </p:spPr>
        <p:txBody>
          <a:bodyPr rtlCol="0" anchor="ctr"/>
          <a:lstStyle/>
          <a:p>
            <a:pPr algn="ctr" defTabSz="914400"/>
            <a:r>
              <a:rPr lang="en-US" altLang="zh-CN" sz="1400" kern="0" dirty="0">
                <a:ea typeface="微软雅黑" panose="020B0503020204020204" pitchFamily="34" charset="-122"/>
              </a:rPr>
              <a:t>Python</a:t>
            </a:r>
            <a:endParaRPr lang="zh-CN" altLang="en-US" sz="1400" kern="0" dirty="0">
              <a:ea typeface="微软雅黑" panose="020B0503020204020204" pitchFamily="34" charset="-122"/>
            </a:endParaRPr>
          </a:p>
        </p:txBody>
      </p:sp>
      <p:sp>
        <p:nvSpPr>
          <p:cNvPr id="74" name="矩形 73">
            <a:extLst>
              <a:ext uri="{FF2B5EF4-FFF2-40B4-BE49-F238E27FC236}">
                <a16:creationId xmlns:a16="http://schemas.microsoft.com/office/drawing/2014/main" id="{217A7CEB-CC36-4CD6-94F5-62E556EB1D33}"/>
              </a:ext>
            </a:extLst>
          </p:cNvPr>
          <p:cNvSpPr/>
          <p:nvPr/>
        </p:nvSpPr>
        <p:spPr bwMode="gray">
          <a:xfrm>
            <a:off x="5896006" y="2109076"/>
            <a:ext cx="923518" cy="798559"/>
          </a:xfrm>
          <a:prstGeom prst="rect">
            <a:avLst/>
          </a:prstGeom>
          <a:solidFill>
            <a:srgbClr val="FFF2CC"/>
          </a:solidFill>
          <a:ln w="25400" cap="flat" cmpd="sng" algn="ctr">
            <a:noFill/>
            <a:prstDash val="solid"/>
          </a:ln>
          <a:effectLst/>
        </p:spPr>
        <p:txBody>
          <a:bodyPr rtlCol="0" anchor="ctr"/>
          <a:lstStyle/>
          <a:p>
            <a:pPr algn="ctr" defTabSz="914400"/>
            <a:r>
              <a:rPr lang="en-US" altLang="zh-CN" sz="1400" kern="0">
                <a:ea typeface="微软雅黑" panose="020B0503020204020204" pitchFamily="34" charset="-122"/>
              </a:rPr>
              <a:t>YANG</a:t>
            </a:r>
            <a:endParaRPr lang="zh-CN" altLang="en-US" sz="1400" kern="0" dirty="0">
              <a:ea typeface="微软雅黑" panose="020B0503020204020204" pitchFamily="34" charset="-122"/>
            </a:endParaRPr>
          </a:p>
        </p:txBody>
      </p:sp>
      <p:sp>
        <p:nvSpPr>
          <p:cNvPr id="75" name="矩形 74">
            <a:extLst>
              <a:ext uri="{FF2B5EF4-FFF2-40B4-BE49-F238E27FC236}">
                <a16:creationId xmlns:a16="http://schemas.microsoft.com/office/drawing/2014/main" id="{43DFC5AD-94B7-44FF-8C34-494F4BFB141D}"/>
              </a:ext>
            </a:extLst>
          </p:cNvPr>
          <p:cNvSpPr/>
          <p:nvPr/>
        </p:nvSpPr>
        <p:spPr bwMode="gray">
          <a:xfrm>
            <a:off x="5896006" y="4530548"/>
            <a:ext cx="923518" cy="1055292"/>
          </a:xfrm>
          <a:prstGeom prst="rect">
            <a:avLst/>
          </a:prstGeom>
          <a:solidFill>
            <a:srgbClr val="30B5C5"/>
          </a:solidFill>
          <a:ln w="25400" cap="flat" cmpd="sng" algn="ctr">
            <a:noFill/>
            <a:prstDash val="solid"/>
          </a:ln>
          <a:effectLst/>
        </p:spPr>
        <p:txBody>
          <a:bodyPr rtlCol="0" anchor="ctr"/>
          <a:lstStyle/>
          <a:p>
            <a:pPr algn="ctr" defTabSz="914400"/>
            <a:r>
              <a:rPr lang="en-US" altLang="zh-CN" sz="1400" kern="0" dirty="0">
                <a:solidFill>
                  <a:srgbClr val="FFFFFF"/>
                </a:solidFill>
                <a:ea typeface="微软雅黑" panose="020B0503020204020204" pitchFamily="34" charset="-122"/>
              </a:rPr>
              <a:t>YANG</a:t>
            </a:r>
            <a:endParaRPr lang="zh-CN" altLang="en-US" sz="1400" kern="0" dirty="0">
              <a:solidFill>
                <a:srgbClr val="FFFFFF"/>
              </a:solidFill>
              <a:ea typeface="微软雅黑" panose="020B0503020204020204" pitchFamily="34" charset="-122"/>
            </a:endParaRPr>
          </a:p>
        </p:txBody>
      </p:sp>
      <p:sp>
        <p:nvSpPr>
          <p:cNvPr id="76" name="矩形 75">
            <a:extLst>
              <a:ext uri="{FF2B5EF4-FFF2-40B4-BE49-F238E27FC236}">
                <a16:creationId xmlns:a16="http://schemas.microsoft.com/office/drawing/2014/main" id="{02ED014A-09C9-4F18-9A58-55280E34168F}"/>
              </a:ext>
            </a:extLst>
          </p:cNvPr>
          <p:cNvSpPr/>
          <p:nvPr/>
        </p:nvSpPr>
        <p:spPr bwMode="gray">
          <a:xfrm>
            <a:off x="2631089" y="4930847"/>
            <a:ext cx="1341488" cy="311948"/>
          </a:xfrm>
          <a:prstGeom prst="rect">
            <a:avLst/>
          </a:prstGeom>
          <a:solidFill>
            <a:srgbClr val="F3FBFE">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方正兰亭黑简体"/>
              </a:rPr>
              <a:t>网元</a:t>
            </a:r>
            <a:r>
              <a:rPr kumimoji="0" lang="en-US" altLang="zh-CN" sz="1400" b="0" i="0" u="none" strike="noStrike" kern="0" cap="none" spc="0" normalizeH="0" baseline="0" noProof="0" dirty="0">
                <a:ln>
                  <a:noFill/>
                </a:ln>
                <a:effectLst/>
                <a:uLnTx/>
                <a:uFillTx/>
                <a:ea typeface="微软雅黑" panose="020B0503020204020204" pitchFamily="34" charset="-122"/>
              </a:rPr>
              <a:t>YANG 1</a:t>
            </a:r>
            <a:endParaRPr kumimoji="0" lang="zh-CN" altLang="en-US" sz="1400" b="0" i="0" u="none" strike="noStrike" kern="0" cap="none" spc="0" normalizeH="0" baseline="0" noProof="0" dirty="0">
              <a:ln>
                <a:noFill/>
              </a:ln>
              <a:effectLst/>
              <a:uLnTx/>
              <a:uFillTx/>
              <a:ea typeface="微软雅黑" panose="020B0503020204020204" pitchFamily="34" charset="-122"/>
            </a:endParaRPr>
          </a:p>
        </p:txBody>
      </p:sp>
      <p:cxnSp>
        <p:nvCxnSpPr>
          <p:cNvPr id="77" name="直接箭头连接符 76">
            <a:extLst>
              <a:ext uri="{FF2B5EF4-FFF2-40B4-BE49-F238E27FC236}">
                <a16:creationId xmlns:a16="http://schemas.microsoft.com/office/drawing/2014/main" id="{5B3A7DF2-8D9F-4002-865F-C089953051AA}"/>
              </a:ext>
            </a:extLst>
          </p:cNvPr>
          <p:cNvCxnSpPr>
            <a:cxnSpLocks/>
          </p:cNvCxnSpPr>
          <p:nvPr/>
        </p:nvCxnSpPr>
        <p:spPr bwMode="gray">
          <a:xfrm flipV="1">
            <a:off x="4829816" y="5294133"/>
            <a:ext cx="0" cy="400050"/>
          </a:xfrm>
          <a:prstGeom prst="straightConnector1">
            <a:avLst/>
          </a:prstGeom>
          <a:noFill/>
          <a:ln w="19050" cap="flat" cmpd="sng" algn="ctr">
            <a:solidFill>
              <a:srgbClr val="56C4D2"/>
            </a:solidFill>
            <a:prstDash val="sysDash"/>
            <a:headEnd type="none" w="med" len="med"/>
            <a:tailEnd type="none" w="med" len="med"/>
          </a:ln>
          <a:effectLst/>
        </p:spPr>
      </p:cxnSp>
      <p:cxnSp>
        <p:nvCxnSpPr>
          <p:cNvPr id="78" name="直接箭头连接符 77">
            <a:extLst>
              <a:ext uri="{FF2B5EF4-FFF2-40B4-BE49-F238E27FC236}">
                <a16:creationId xmlns:a16="http://schemas.microsoft.com/office/drawing/2014/main" id="{77F9A8C2-C316-4C72-92D9-3119598B7635}"/>
              </a:ext>
            </a:extLst>
          </p:cNvPr>
          <p:cNvCxnSpPr>
            <a:cxnSpLocks/>
          </p:cNvCxnSpPr>
          <p:nvPr/>
        </p:nvCxnSpPr>
        <p:spPr bwMode="gray">
          <a:xfrm flipV="1">
            <a:off x="3296291" y="5294133"/>
            <a:ext cx="0" cy="400050"/>
          </a:xfrm>
          <a:prstGeom prst="straightConnector1">
            <a:avLst/>
          </a:prstGeom>
          <a:noFill/>
          <a:ln w="19050" cap="flat" cmpd="sng" algn="ctr">
            <a:solidFill>
              <a:srgbClr val="56C4D2"/>
            </a:solidFill>
            <a:prstDash val="sysDash"/>
            <a:headEnd type="none" w="med" len="med"/>
            <a:tailEnd type="none" w="med" len="med"/>
          </a:ln>
          <a:effectLst/>
        </p:spPr>
      </p:cxnSp>
    </p:spTree>
    <p:extLst>
      <p:ext uri="{BB962C8B-B14F-4D97-AF65-F5344CB8AC3E}">
        <p14:creationId xmlns:p14="http://schemas.microsoft.com/office/powerpoint/2010/main" val="36802067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4A2133-7AAC-4FDC-A877-12AE1505AC2E}"/>
              </a:ext>
            </a:extLst>
          </p:cNvPr>
          <p:cNvSpPr>
            <a:spLocks noGrp="1"/>
          </p:cNvSpPr>
          <p:nvPr>
            <p:ph type="title"/>
          </p:nvPr>
        </p:nvSpPr>
        <p:spPr bwMode="gray"/>
        <p:txBody>
          <a:bodyPr/>
          <a:lstStyle/>
          <a:p>
            <a:r>
              <a:rPr lang="en-US" altLang="zh-CN"/>
              <a:t>NETCONF</a:t>
            </a:r>
            <a:r>
              <a:rPr lang="zh-CN" altLang="en-US"/>
              <a:t>协议</a:t>
            </a:r>
          </a:p>
        </p:txBody>
      </p:sp>
      <p:cxnSp>
        <p:nvCxnSpPr>
          <p:cNvPr id="4" name="直接连接符 3">
            <a:extLst>
              <a:ext uri="{FF2B5EF4-FFF2-40B4-BE49-F238E27FC236}">
                <a16:creationId xmlns:a16="http://schemas.microsoft.com/office/drawing/2014/main" id="{4443DB18-8418-47F3-9C2C-7843C0D763D7}"/>
              </a:ext>
            </a:extLst>
          </p:cNvPr>
          <p:cNvCxnSpPr>
            <a:cxnSpLocks/>
          </p:cNvCxnSpPr>
          <p:nvPr/>
        </p:nvCxnSpPr>
        <p:spPr bwMode="gray">
          <a:xfrm>
            <a:off x="2150618" y="2474641"/>
            <a:ext cx="25907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3E3B8DE2-241F-4BCB-9ADA-B34FDAC00926}"/>
              </a:ext>
            </a:extLst>
          </p:cNvPr>
          <p:cNvGrpSpPr/>
          <p:nvPr/>
        </p:nvGrpSpPr>
        <p:grpSpPr bwMode="gray">
          <a:xfrm>
            <a:off x="1553946" y="2235559"/>
            <a:ext cx="756020" cy="638745"/>
            <a:chOff x="1038146" y="2471119"/>
            <a:chExt cx="756020" cy="638745"/>
          </a:xfrm>
        </p:grpSpPr>
        <p:sp>
          <p:nvSpPr>
            <p:cNvPr id="29" name="Freeform 6">
              <a:extLst>
                <a:ext uri="{FF2B5EF4-FFF2-40B4-BE49-F238E27FC236}">
                  <a16:creationId xmlns:a16="http://schemas.microsoft.com/office/drawing/2014/main" id="{BA970BAD-FCC0-4315-A057-C885CE62058D}"/>
                </a:ext>
              </a:extLst>
            </p:cNvPr>
            <p:cNvSpPr>
              <a:spLocks/>
            </p:cNvSpPr>
            <p:nvPr/>
          </p:nvSpPr>
          <p:spPr bwMode="gray">
            <a:xfrm>
              <a:off x="1068402" y="2710201"/>
              <a:ext cx="695509" cy="390424"/>
            </a:xfrm>
            <a:custGeom>
              <a:avLst/>
              <a:gdLst/>
              <a:ahLst/>
              <a:cxnLst>
                <a:cxn ang="0">
                  <a:pos x="274" y="0"/>
                </a:cxn>
                <a:cxn ang="0">
                  <a:pos x="235" y="55"/>
                </a:cxn>
                <a:cxn ang="0">
                  <a:pos x="42" y="55"/>
                </a:cxn>
                <a:cxn ang="0">
                  <a:pos x="2" y="0"/>
                </a:cxn>
                <a:cxn ang="0">
                  <a:pos x="0" y="0"/>
                </a:cxn>
                <a:cxn ang="0">
                  <a:pos x="0" y="66"/>
                </a:cxn>
                <a:cxn ang="0">
                  <a:pos x="41" y="125"/>
                </a:cxn>
                <a:cxn ang="0">
                  <a:pos x="236" y="125"/>
                </a:cxn>
                <a:cxn ang="0">
                  <a:pos x="276" y="66"/>
                </a:cxn>
                <a:cxn ang="0">
                  <a:pos x="276" y="0"/>
                </a:cxn>
                <a:cxn ang="0">
                  <a:pos x="274" y="0"/>
                </a:cxn>
              </a:cxnLst>
              <a:rect l="0" t="0" r="r" b="b"/>
              <a:pathLst>
                <a:path w="276" h="155">
                  <a:moveTo>
                    <a:pt x="274" y="0"/>
                  </a:moveTo>
                  <a:cubicBezTo>
                    <a:pt x="274" y="20"/>
                    <a:pt x="261" y="41"/>
                    <a:pt x="235" y="55"/>
                  </a:cubicBezTo>
                  <a:cubicBezTo>
                    <a:pt x="182" y="88"/>
                    <a:pt x="95" y="88"/>
                    <a:pt x="42" y="55"/>
                  </a:cubicBezTo>
                  <a:cubicBezTo>
                    <a:pt x="16" y="41"/>
                    <a:pt x="3" y="20"/>
                    <a:pt x="2" y="0"/>
                  </a:cubicBezTo>
                  <a:cubicBezTo>
                    <a:pt x="0" y="0"/>
                    <a:pt x="0" y="0"/>
                    <a:pt x="0" y="0"/>
                  </a:cubicBezTo>
                  <a:cubicBezTo>
                    <a:pt x="0" y="66"/>
                    <a:pt x="0" y="66"/>
                    <a:pt x="0" y="66"/>
                  </a:cubicBezTo>
                  <a:cubicBezTo>
                    <a:pt x="0" y="87"/>
                    <a:pt x="13" y="109"/>
                    <a:pt x="41" y="125"/>
                  </a:cubicBezTo>
                  <a:cubicBezTo>
                    <a:pt x="94" y="155"/>
                    <a:pt x="183" y="155"/>
                    <a:pt x="236" y="125"/>
                  </a:cubicBezTo>
                  <a:cubicBezTo>
                    <a:pt x="264" y="109"/>
                    <a:pt x="276" y="88"/>
                    <a:pt x="276" y="66"/>
                  </a:cubicBezTo>
                  <a:cubicBezTo>
                    <a:pt x="276" y="0"/>
                    <a:pt x="276" y="0"/>
                    <a:pt x="276" y="0"/>
                  </a:cubicBezTo>
                  <a:cubicBezTo>
                    <a:pt x="276" y="0"/>
                    <a:pt x="275" y="0"/>
                    <a:pt x="274" y="0"/>
                  </a:cubicBezTo>
                  <a:close/>
                </a:path>
              </a:pathLst>
            </a:custGeom>
            <a:solidFill>
              <a:srgbClr val="00AA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0" name="AutoShape 58">
              <a:extLst>
                <a:ext uri="{FF2B5EF4-FFF2-40B4-BE49-F238E27FC236}">
                  <a16:creationId xmlns:a16="http://schemas.microsoft.com/office/drawing/2014/main" id="{6DD4C3D9-520F-4379-A347-25F017D551E6}"/>
                </a:ext>
              </a:extLst>
            </p:cNvPr>
            <p:cNvSpPr>
              <a:spLocks noChangeAspect="1" noChangeArrowheads="1" noTextEdit="1"/>
            </p:cNvSpPr>
            <p:nvPr/>
          </p:nvSpPr>
          <p:spPr bwMode="gray">
            <a:xfrm>
              <a:off x="1066356" y="2493796"/>
              <a:ext cx="693959" cy="616068"/>
            </a:xfrm>
            <a:prstGeom prst="rect">
              <a:avLst/>
            </a:prstGeom>
            <a:noFill/>
            <a:ln w="9525">
              <a:noFill/>
              <a:miter lim="800000"/>
              <a:headEnd/>
              <a:tailEnd/>
            </a:ln>
          </p:spPr>
          <p:txBody>
            <a:bodyPr vert="horz" wrap="square" lIns="108851" tIns="54426" rIns="108851" bIns="54426" numCol="1" anchor="t" anchorCtr="0" compatLnSpc="1">
              <a:prstTxWarp prst="textNoShape">
                <a:avLst/>
              </a:prstTxWarp>
            </a:bodyPr>
            <a:lstStyle/>
            <a:p>
              <a:endParaRPr lang="zh-CN" altLang="en-US">
                <a:solidFill>
                  <a:prstClr val="black"/>
                </a:solidFill>
              </a:endParaRPr>
            </a:p>
          </p:txBody>
        </p:sp>
        <p:sp>
          <p:nvSpPr>
            <p:cNvPr id="31" name="Freeform 61">
              <a:extLst>
                <a:ext uri="{FF2B5EF4-FFF2-40B4-BE49-F238E27FC236}">
                  <a16:creationId xmlns:a16="http://schemas.microsoft.com/office/drawing/2014/main" id="{5820EF17-94B9-4770-9E43-B67B978D676A}"/>
                </a:ext>
              </a:extLst>
            </p:cNvPr>
            <p:cNvSpPr>
              <a:spLocks/>
            </p:cNvSpPr>
            <p:nvPr/>
          </p:nvSpPr>
          <p:spPr bwMode="gray">
            <a:xfrm>
              <a:off x="1038146" y="2471119"/>
              <a:ext cx="756020" cy="442208"/>
            </a:xfrm>
            <a:custGeom>
              <a:avLst/>
              <a:gdLst/>
              <a:ahLst/>
              <a:cxnLst>
                <a:cxn ang="0">
                  <a:pos x="140" y="81"/>
                </a:cxn>
                <a:cxn ang="0">
                  <a:pos x="30" y="81"/>
                </a:cxn>
                <a:cxn ang="0">
                  <a:pos x="30" y="18"/>
                </a:cxn>
                <a:cxn ang="0">
                  <a:pos x="140" y="18"/>
                </a:cxn>
                <a:cxn ang="0">
                  <a:pos x="140" y="81"/>
                </a:cxn>
              </a:cxnLst>
              <a:rect l="0" t="0" r="r" b="b"/>
              <a:pathLst>
                <a:path w="170" h="99">
                  <a:moveTo>
                    <a:pt x="140" y="81"/>
                  </a:moveTo>
                  <a:cubicBezTo>
                    <a:pt x="110" y="99"/>
                    <a:pt x="60" y="99"/>
                    <a:pt x="30" y="81"/>
                  </a:cubicBezTo>
                  <a:cubicBezTo>
                    <a:pt x="0" y="64"/>
                    <a:pt x="0" y="35"/>
                    <a:pt x="30" y="18"/>
                  </a:cubicBezTo>
                  <a:cubicBezTo>
                    <a:pt x="60" y="0"/>
                    <a:pt x="110" y="0"/>
                    <a:pt x="140" y="18"/>
                  </a:cubicBezTo>
                  <a:cubicBezTo>
                    <a:pt x="170" y="35"/>
                    <a:pt x="170" y="64"/>
                    <a:pt x="140" y="81"/>
                  </a:cubicBezTo>
                  <a:close/>
                </a:path>
              </a:pathLst>
            </a:custGeom>
            <a:solidFill>
              <a:srgbClr val="00AAFF"/>
            </a:solidFill>
            <a:ln w="9525">
              <a:noFill/>
              <a:round/>
              <a:headEnd/>
              <a:tailEnd/>
            </a:ln>
          </p:spPr>
          <p:txBody>
            <a:bodyPr vert="horz" wrap="square" lIns="108851" tIns="54426" rIns="108851" bIns="54426" numCol="1" anchor="t" anchorCtr="0" compatLnSpc="1">
              <a:prstTxWarp prst="textNoShape">
                <a:avLst/>
              </a:prstTxWarp>
            </a:bodyPr>
            <a:lstStyle/>
            <a:p>
              <a:endParaRPr lang="zh-CN" altLang="en-US">
                <a:solidFill>
                  <a:prstClr val="black"/>
                </a:solidFill>
              </a:endParaRPr>
            </a:p>
          </p:txBody>
        </p:sp>
        <p:sp>
          <p:nvSpPr>
            <p:cNvPr id="32" name="Freeform 62">
              <a:extLst>
                <a:ext uri="{FF2B5EF4-FFF2-40B4-BE49-F238E27FC236}">
                  <a16:creationId xmlns:a16="http://schemas.microsoft.com/office/drawing/2014/main" id="{1FD52A0C-F9C5-441A-9D7F-855E67FFC4F3}"/>
                </a:ext>
              </a:extLst>
            </p:cNvPr>
            <p:cNvSpPr>
              <a:spLocks noEditPoints="1"/>
            </p:cNvSpPr>
            <p:nvPr/>
          </p:nvSpPr>
          <p:spPr bwMode="gray">
            <a:xfrm>
              <a:off x="1231853" y="2559939"/>
              <a:ext cx="368607" cy="258900"/>
            </a:xfrm>
            <a:custGeom>
              <a:avLst/>
              <a:gdLst/>
              <a:ahLst/>
              <a:cxnLst>
                <a:cxn ang="0">
                  <a:pos x="74" y="49"/>
                </a:cxn>
                <a:cxn ang="0">
                  <a:pos x="60" y="38"/>
                </a:cxn>
                <a:cxn ang="0">
                  <a:pos x="62" y="35"/>
                </a:cxn>
                <a:cxn ang="0">
                  <a:pos x="65" y="25"/>
                </a:cxn>
                <a:cxn ang="0">
                  <a:pos x="49" y="37"/>
                </a:cxn>
                <a:cxn ang="0">
                  <a:pos x="51" y="40"/>
                </a:cxn>
                <a:cxn ang="0">
                  <a:pos x="68" y="53"/>
                </a:cxn>
                <a:cxn ang="0">
                  <a:pos x="52" y="58"/>
                </a:cxn>
                <a:cxn ang="0">
                  <a:pos x="82" y="37"/>
                </a:cxn>
                <a:cxn ang="0">
                  <a:pos x="58" y="22"/>
                </a:cxn>
                <a:cxn ang="0">
                  <a:pos x="75" y="21"/>
                </a:cxn>
                <a:cxn ang="0">
                  <a:pos x="82" y="0"/>
                </a:cxn>
                <a:cxn ang="0">
                  <a:pos x="52" y="3"/>
                </a:cxn>
                <a:cxn ang="0">
                  <a:pos x="69" y="5"/>
                </a:cxn>
                <a:cxn ang="0">
                  <a:pos x="50" y="14"/>
                </a:cxn>
                <a:cxn ang="0">
                  <a:pos x="34" y="12"/>
                </a:cxn>
                <a:cxn ang="0">
                  <a:pos x="58" y="22"/>
                </a:cxn>
                <a:cxn ang="0">
                  <a:pos x="21" y="18"/>
                </a:cxn>
                <a:cxn ang="0">
                  <a:pos x="22" y="20"/>
                </a:cxn>
                <a:cxn ang="0">
                  <a:pos x="11" y="29"/>
                </a:cxn>
                <a:cxn ang="0">
                  <a:pos x="32" y="23"/>
                </a:cxn>
                <a:cxn ang="0">
                  <a:pos x="33" y="21"/>
                </a:cxn>
                <a:cxn ang="0">
                  <a:pos x="14" y="5"/>
                </a:cxn>
                <a:cxn ang="0">
                  <a:pos x="31" y="0"/>
                </a:cxn>
                <a:cxn ang="0">
                  <a:pos x="0" y="12"/>
                </a:cxn>
                <a:cxn ang="0">
                  <a:pos x="8" y="21"/>
                </a:cxn>
                <a:cxn ang="0">
                  <a:pos x="24" y="36"/>
                </a:cxn>
                <a:cxn ang="0">
                  <a:pos x="8" y="37"/>
                </a:cxn>
                <a:cxn ang="0">
                  <a:pos x="0" y="49"/>
                </a:cxn>
                <a:cxn ang="0">
                  <a:pos x="30" y="58"/>
                </a:cxn>
                <a:cxn ang="0">
                  <a:pos x="13" y="52"/>
                </a:cxn>
                <a:cxn ang="0">
                  <a:pos x="32" y="43"/>
                </a:cxn>
                <a:cxn ang="0">
                  <a:pos x="48" y="46"/>
                </a:cxn>
                <a:cxn ang="0">
                  <a:pos x="24" y="36"/>
                </a:cxn>
              </a:cxnLst>
              <a:rect l="0" t="0" r="r" b="b"/>
              <a:pathLst>
                <a:path w="83" h="58">
                  <a:moveTo>
                    <a:pt x="75" y="37"/>
                  </a:moveTo>
                  <a:cubicBezTo>
                    <a:pt x="75" y="38"/>
                    <a:pt x="74" y="49"/>
                    <a:pt x="74" y="49"/>
                  </a:cubicBezTo>
                  <a:cubicBezTo>
                    <a:pt x="61" y="39"/>
                    <a:pt x="61" y="39"/>
                    <a:pt x="61" y="39"/>
                  </a:cubicBezTo>
                  <a:cubicBezTo>
                    <a:pt x="60" y="39"/>
                    <a:pt x="60" y="39"/>
                    <a:pt x="60" y="38"/>
                  </a:cubicBezTo>
                  <a:cubicBezTo>
                    <a:pt x="60" y="38"/>
                    <a:pt x="60" y="38"/>
                    <a:pt x="60" y="38"/>
                  </a:cubicBezTo>
                  <a:cubicBezTo>
                    <a:pt x="60" y="37"/>
                    <a:pt x="61" y="36"/>
                    <a:pt x="62" y="35"/>
                  </a:cubicBezTo>
                  <a:cubicBezTo>
                    <a:pt x="62" y="35"/>
                    <a:pt x="70" y="30"/>
                    <a:pt x="71" y="29"/>
                  </a:cubicBezTo>
                  <a:cubicBezTo>
                    <a:pt x="71" y="29"/>
                    <a:pt x="65" y="25"/>
                    <a:pt x="65" y="25"/>
                  </a:cubicBezTo>
                  <a:cubicBezTo>
                    <a:pt x="63" y="26"/>
                    <a:pt x="50" y="35"/>
                    <a:pt x="50" y="35"/>
                  </a:cubicBezTo>
                  <a:cubicBezTo>
                    <a:pt x="50" y="35"/>
                    <a:pt x="49" y="36"/>
                    <a:pt x="49" y="37"/>
                  </a:cubicBezTo>
                  <a:cubicBezTo>
                    <a:pt x="49" y="37"/>
                    <a:pt x="49" y="37"/>
                    <a:pt x="49" y="37"/>
                  </a:cubicBezTo>
                  <a:cubicBezTo>
                    <a:pt x="49" y="38"/>
                    <a:pt x="50" y="40"/>
                    <a:pt x="51" y="40"/>
                  </a:cubicBezTo>
                  <a:cubicBezTo>
                    <a:pt x="67" y="52"/>
                    <a:pt x="67" y="52"/>
                    <a:pt x="67" y="52"/>
                  </a:cubicBezTo>
                  <a:cubicBezTo>
                    <a:pt x="68" y="53"/>
                    <a:pt x="68" y="53"/>
                    <a:pt x="68" y="53"/>
                  </a:cubicBezTo>
                  <a:cubicBezTo>
                    <a:pt x="68" y="53"/>
                    <a:pt x="53" y="53"/>
                    <a:pt x="52" y="53"/>
                  </a:cubicBezTo>
                  <a:cubicBezTo>
                    <a:pt x="52" y="53"/>
                    <a:pt x="51" y="57"/>
                    <a:pt x="52" y="58"/>
                  </a:cubicBezTo>
                  <a:cubicBezTo>
                    <a:pt x="52" y="58"/>
                    <a:pt x="81" y="58"/>
                    <a:pt x="82" y="58"/>
                  </a:cubicBezTo>
                  <a:cubicBezTo>
                    <a:pt x="82" y="57"/>
                    <a:pt x="82" y="37"/>
                    <a:pt x="82" y="37"/>
                  </a:cubicBezTo>
                  <a:cubicBezTo>
                    <a:pt x="82" y="37"/>
                    <a:pt x="75" y="37"/>
                    <a:pt x="75" y="37"/>
                  </a:cubicBezTo>
                  <a:close/>
                  <a:moveTo>
                    <a:pt x="58" y="22"/>
                  </a:moveTo>
                  <a:cubicBezTo>
                    <a:pt x="75" y="10"/>
                    <a:pt x="75" y="10"/>
                    <a:pt x="75" y="10"/>
                  </a:cubicBezTo>
                  <a:cubicBezTo>
                    <a:pt x="75" y="10"/>
                    <a:pt x="75" y="21"/>
                    <a:pt x="75" y="21"/>
                  </a:cubicBezTo>
                  <a:cubicBezTo>
                    <a:pt x="75" y="21"/>
                    <a:pt x="81" y="21"/>
                    <a:pt x="82" y="21"/>
                  </a:cubicBezTo>
                  <a:cubicBezTo>
                    <a:pt x="82" y="20"/>
                    <a:pt x="83" y="1"/>
                    <a:pt x="82" y="0"/>
                  </a:cubicBezTo>
                  <a:cubicBezTo>
                    <a:pt x="82" y="0"/>
                    <a:pt x="53" y="0"/>
                    <a:pt x="52" y="0"/>
                  </a:cubicBezTo>
                  <a:cubicBezTo>
                    <a:pt x="52" y="1"/>
                    <a:pt x="52" y="3"/>
                    <a:pt x="52" y="3"/>
                  </a:cubicBezTo>
                  <a:cubicBezTo>
                    <a:pt x="52" y="3"/>
                    <a:pt x="52" y="5"/>
                    <a:pt x="52" y="5"/>
                  </a:cubicBezTo>
                  <a:cubicBezTo>
                    <a:pt x="52" y="5"/>
                    <a:pt x="69" y="5"/>
                    <a:pt x="69" y="5"/>
                  </a:cubicBezTo>
                  <a:cubicBezTo>
                    <a:pt x="56" y="15"/>
                    <a:pt x="56" y="15"/>
                    <a:pt x="56" y="15"/>
                  </a:cubicBezTo>
                  <a:cubicBezTo>
                    <a:pt x="53" y="16"/>
                    <a:pt x="52" y="16"/>
                    <a:pt x="50" y="14"/>
                  </a:cubicBezTo>
                  <a:cubicBezTo>
                    <a:pt x="50" y="14"/>
                    <a:pt x="41" y="8"/>
                    <a:pt x="40" y="8"/>
                  </a:cubicBezTo>
                  <a:cubicBezTo>
                    <a:pt x="40" y="8"/>
                    <a:pt x="35" y="11"/>
                    <a:pt x="34" y="12"/>
                  </a:cubicBezTo>
                  <a:cubicBezTo>
                    <a:pt x="36" y="13"/>
                    <a:pt x="49" y="22"/>
                    <a:pt x="49" y="22"/>
                  </a:cubicBezTo>
                  <a:cubicBezTo>
                    <a:pt x="51" y="23"/>
                    <a:pt x="55" y="24"/>
                    <a:pt x="58" y="22"/>
                  </a:cubicBezTo>
                  <a:close/>
                  <a:moveTo>
                    <a:pt x="8" y="9"/>
                  </a:moveTo>
                  <a:cubicBezTo>
                    <a:pt x="21" y="18"/>
                    <a:pt x="21" y="18"/>
                    <a:pt x="21" y="18"/>
                  </a:cubicBezTo>
                  <a:cubicBezTo>
                    <a:pt x="22" y="19"/>
                    <a:pt x="22" y="19"/>
                    <a:pt x="22" y="20"/>
                  </a:cubicBezTo>
                  <a:cubicBezTo>
                    <a:pt x="22" y="20"/>
                    <a:pt x="22" y="20"/>
                    <a:pt x="22" y="20"/>
                  </a:cubicBezTo>
                  <a:cubicBezTo>
                    <a:pt x="22" y="21"/>
                    <a:pt x="21" y="22"/>
                    <a:pt x="20" y="22"/>
                  </a:cubicBezTo>
                  <a:cubicBezTo>
                    <a:pt x="20" y="22"/>
                    <a:pt x="12" y="28"/>
                    <a:pt x="11" y="29"/>
                  </a:cubicBezTo>
                  <a:cubicBezTo>
                    <a:pt x="12" y="29"/>
                    <a:pt x="17" y="33"/>
                    <a:pt x="17" y="33"/>
                  </a:cubicBezTo>
                  <a:cubicBezTo>
                    <a:pt x="19" y="32"/>
                    <a:pt x="32" y="23"/>
                    <a:pt x="32" y="23"/>
                  </a:cubicBezTo>
                  <a:cubicBezTo>
                    <a:pt x="33" y="23"/>
                    <a:pt x="33" y="22"/>
                    <a:pt x="33" y="21"/>
                  </a:cubicBezTo>
                  <a:cubicBezTo>
                    <a:pt x="33" y="21"/>
                    <a:pt x="33" y="21"/>
                    <a:pt x="33" y="21"/>
                  </a:cubicBezTo>
                  <a:cubicBezTo>
                    <a:pt x="33" y="19"/>
                    <a:pt x="33" y="18"/>
                    <a:pt x="31" y="17"/>
                  </a:cubicBezTo>
                  <a:cubicBezTo>
                    <a:pt x="14" y="5"/>
                    <a:pt x="14" y="5"/>
                    <a:pt x="14" y="5"/>
                  </a:cubicBezTo>
                  <a:cubicBezTo>
                    <a:pt x="14" y="5"/>
                    <a:pt x="29" y="5"/>
                    <a:pt x="31" y="5"/>
                  </a:cubicBezTo>
                  <a:cubicBezTo>
                    <a:pt x="31" y="5"/>
                    <a:pt x="31" y="1"/>
                    <a:pt x="31" y="0"/>
                  </a:cubicBezTo>
                  <a:cubicBezTo>
                    <a:pt x="30" y="0"/>
                    <a:pt x="1" y="0"/>
                    <a:pt x="0" y="0"/>
                  </a:cubicBezTo>
                  <a:cubicBezTo>
                    <a:pt x="0" y="1"/>
                    <a:pt x="0" y="12"/>
                    <a:pt x="0" y="12"/>
                  </a:cubicBezTo>
                  <a:cubicBezTo>
                    <a:pt x="0" y="12"/>
                    <a:pt x="0" y="21"/>
                    <a:pt x="0" y="21"/>
                  </a:cubicBezTo>
                  <a:cubicBezTo>
                    <a:pt x="1" y="21"/>
                    <a:pt x="7" y="21"/>
                    <a:pt x="8" y="21"/>
                  </a:cubicBezTo>
                  <a:cubicBezTo>
                    <a:pt x="8" y="20"/>
                    <a:pt x="8" y="9"/>
                    <a:pt x="8" y="9"/>
                  </a:cubicBezTo>
                  <a:close/>
                  <a:moveTo>
                    <a:pt x="24" y="36"/>
                  </a:moveTo>
                  <a:cubicBezTo>
                    <a:pt x="8" y="47"/>
                    <a:pt x="8" y="47"/>
                    <a:pt x="8" y="47"/>
                  </a:cubicBezTo>
                  <a:cubicBezTo>
                    <a:pt x="8" y="47"/>
                    <a:pt x="8" y="37"/>
                    <a:pt x="8" y="37"/>
                  </a:cubicBezTo>
                  <a:cubicBezTo>
                    <a:pt x="7" y="36"/>
                    <a:pt x="1" y="37"/>
                    <a:pt x="0" y="36"/>
                  </a:cubicBezTo>
                  <a:cubicBezTo>
                    <a:pt x="0" y="37"/>
                    <a:pt x="0" y="49"/>
                    <a:pt x="0" y="49"/>
                  </a:cubicBezTo>
                  <a:cubicBezTo>
                    <a:pt x="0" y="49"/>
                    <a:pt x="0" y="57"/>
                    <a:pt x="0" y="58"/>
                  </a:cubicBezTo>
                  <a:cubicBezTo>
                    <a:pt x="0" y="58"/>
                    <a:pt x="29" y="58"/>
                    <a:pt x="30" y="58"/>
                  </a:cubicBezTo>
                  <a:cubicBezTo>
                    <a:pt x="30" y="57"/>
                    <a:pt x="30" y="53"/>
                    <a:pt x="30" y="53"/>
                  </a:cubicBezTo>
                  <a:cubicBezTo>
                    <a:pt x="30" y="53"/>
                    <a:pt x="13" y="52"/>
                    <a:pt x="13" y="52"/>
                  </a:cubicBezTo>
                  <a:cubicBezTo>
                    <a:pt x="27" y="43"/>
                    <a:pt x="27" y="43"/>
                    <a:pt x="27" y="43"/>
                  </a:cubicBezTo>
                  <a:cubicBezTo>
                    <a:pt x="29" y="42"/>
                    <a:pt x="30" y="42"/>
                    <a:pt x="32" y="43"/>
                  </a:cubicBezTo>
                  <a:cubicBezTo>
                    <a:pt x="32" y="43"/>
                    <a:pt x="41" y="50"/>
                    <a:pt x="42" y="50"/>
                  </a:cubicBezTo>
                  <a:cubicBezTo>
                    <a:pt x="42" y="50"/>
                    <a:pt x="47" y="47"/>
                    <a:pt x="48" y="46"/>
                  </a:cubicBezTo>
                  <a:cubicBezTo>
                    <a:pt x="46" y="45"/>
                    <a:pt x="33" y="36"/>
                    <a:pt x="33" y="36"/>
                  </a:cubicBezTo>
                  <a:cubicBezTo>
                    <a:pt x="31" y="34"/>
                    <a:pt x="27" y="34"/>
                    <a:pt x="24" y="36"/>
                  </a:cubicBezTo>
                  <a:close/>
                </a:path>
              </a:pathLst>
            </a:custGeom>
            <a:solidFill>
              <a:srgbClr val="FFFFFF"/>
            </a:solidFill>
            <a:ln w="9525">
              <a:noFill/>
              <a:round/>
              <a:headEnd/>
              <a:tailEnd/>
            </a:ln>
          </p:spPr>
          <p:txBody>
            <a:bodyPr vert="horz" wrap="square" lIns="108851" tIns="54426" rIns="108851" bIns="54426" numCol="1" anchor="t" anchorCtr="0" compatLnSpc="1">
              <a:prstTxWarp prst="textNoShape">
                <a:avLst/>
              </a:prstTxWarp>
            </a:bodyPr>
            <a:lstStyle/>
            <a:p>
              <a:endParaRPr lang="zh-CN" altLang="en-US">
                <a:solidFill>
                  <a:prstClr val="black"/>
                </a:solidFill>
              </a:endParaRPr>
            </a:p>
          </p:txBody>
        </p:sp>
      </p:grpSp>
      <p:sp>
        <p:nvSpPr>
          <p:cNvPr id="7" name="文本框 6">
            <a:extLst>
              <a:ext uri="{FF2B5EF4-FFF2-40B4-BE49-F238E27FC236}">
                <a16:creationId xmlns:a16="http://schemas.microsoft.com/office/drawing/2014/main" id="{2DCADA3E-BDDE-497C-A5B2-B927012AFEE0}"/>
              </a:ext>
            </a:extLst>
          </p:cNvPr>
          <p:cNvSpPr txBox="1"/>
          <p:nvPr/>
        </p:nvSpPr>
        <p:spPr bwMode="gray">
          <a:xfrm>
            <a:off x="1335734" y="2957672"/>
            <a:ext cx="1542410" cy="307777"/>
          </a:xfrm>
          <a:prstGeom prst="rect">
            <a:avLst/>
          </a:prstGeom>
          <a:noFill/>
        </p:spPr>
        <p:txBody>
          <a:bodyPr wrap="none" rtlCol="0">
            <a:spAutoFit/>
          </a:bodyPr>
          <a:lstStyle/>
          <a:p>
            <a:pPr algn="ctr"/>
            <a:r>
              <a:rPr lang="en-US" altLang="zh-CN" sz="1400">
                <a:solidFill>
                  <a:prstClr val="black"/>
                </a:solidFill>
              </a:rPr>
              <a:t>NETCONF</a:t>
            </a:r>
            <a:r>
              <a:rPr lang="zh-CN" altLang="en-US" sz="1400">
                <a:solidFill>
                  <a:prstClr val="black"/>
                </a:solidFill>
              </a:rPr>
              <a:t>服务器</a:t>
            </a:r>
            <a:endParaRPr lang="zh-CN" altLang="en-US" sz="1400" dirty="0">
              <a:solidFill>
                <a:prstClr val="black"/>
              </a:solidFill>
            </a:endParaRPr>
          </a:p>
        </p:txBody>
      </p:sp>
      <p:sp>
        <p:nvSpPr>
          <p:cNvPr id="8" name="文本框 7">
            <a:extLst>
              <a:ext uri="{FF2B5EF4-FFF2-40B4-BE49-F238E27FC236}">
                <a16:creationId xmlns:a16="http://schemas.microsoft.com/office/drawing/2014/main" id="{01049993-33AE-4A54-9BD1-B7AF6A9E7BE4}"/>
              </a:ext>
            </a:extLst>
          </p:cNvPr>
          <p:cNvSpPr txBox="1"/>
          <p:nvPr/>
        </p:nvSpPr>
        <p:spPr bwMode="gray">
          <a:xfrm>
            <a:off x="4785219" y="2881854"/>
            <a:ext cx="1542410" cy="307777"/>
          </a:xfrm>
          <a:prstGeom prst="rect">
            <a:avLst/>
          </a:prstGeom>
          <a:noFill/>
        </p:spPr>
        <p:txBody>
          <a:bodyPr wrap="none" rtlCol="0">
            <a:spAutoFit/>
          </a:bodyPr>
          <a:lstStyle/>
          <a:p>
            <a:pPr algn="ctr"/>
            <a:r>
              <a:rPr lang="en-US" altLang="zh-CN" sz="1400" dirty="0">
                <a:solidFill>
                  <a:prstClr val="black"/>
                </a:solidFill>
              </a:rPr>
              <a:t>NETCONF</a:t>
            </a:r>
            <a:r>
              <a:rPr lang="zh-CN" altLang="en-US" sz="1400" dirty="0">
                <a:solidFill>
                  <a:prstClr val="black"/>
                </a:solidFill>
              </a:rPr>
              <a:t>客户端</a:t>
            </a:r>
          </a:p>
        </p:txBody>
      </p:sp>
      <p:sp>
        <p:nvSpPr>
          <p:cNvPr id="9" name="矩形 8">
            <a:extLst>
              <a:ext uri="{FF2B5EF4-FFF2-40B4-BE49-F238E27FC236}">
                <a16:creationId xmlns:a16="http://schemas.microsoft.com/office/drawing/2014/main" id="{4ECC519F-391D-4F72-8160-4C9870B9B01F}"/>
              </a:ext>
            </a:extLst>
          </p:cNvPr>
          <p:cNvSpPr/>
          <p:nvPr/>
        </p:nvSpPr>
        <p:spPr bwMode="gray">
          <a:xfrm>
            <a:off x="1582157" y="3510644"/>
            <a:ext cx="2157252" cy="390525"/>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10" name="矩形 9">
            <a:extLst>
              <a:ext uri="{FF2B5EF4-FFF2-40B4-BE49-F238E27FC236}">
                <a16:creationId xmlns:a16="http://schemas.microsoft.com/office/drawing/2014/main" id="{20C14127-E3E9-4CCB-A67E-90210DBA30E2}"/>
              </a:ext>
            </a:extLst>
          </p:cNvPr>
          <p:cNvSpPr/>
          <p:nvPr/>
        </p:nvSpPr>
        <p:spPr bwMode="gray">
          <a:xfrm>
            <a:off x="1582156" y="3901169"/>
            <a:ext cx="2157254" cy="390525"/>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endParaRPr>
          </a:p>
        </p:txBody>
      </p:sp>
      <p:sp>
        <p:nvSpPr>
          <p:cNvPr id="11" name="矩形 10">
            <a:extLst>
              <a:ext uri="{FF2B5EF4-FFF2-40B4-BE49-F238E27FC236}">
                <a16:creationId xmlns:a16="http://schemas.microsoft.com/office/drawing/2014/main" id="{19E84C55-4B2E-456E-8CDB-8A2D69F07DFB}"/>
              </a:ext>
            </a:extLst>
          </p:cNvPr>
          <p:cNvSpPr/>
          <p:nvPr/>
        </p:nvSpPr>
        <p:spPr bwMode="gray">
          <a:xfrm>
            <a:off x="1582155" y="4291694"/>
            <a:ext cx="2157253" cy="39052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endParaRPr>
          </a:p>
        </p:txBody>
      </p:sp>
      <p:sp>
        <p:nvSpPr>
          <p:cNvPr id="12" name="矩形 11">
            <a:extLst>
              <a:ext uri="{FF2B5EF4-FFF2-40B4-BE49-F238E27FC236}">
                <a16:creationId xmlns:a16="http://schemas.microsoft.com/office/drawing/2014/main" id="{D2ECDBC7-3DF9-4073-BE4A-383DE30AC5C8}"/>
              </a:ext>
            </a:extLst>
          </p:cNvPr>
          <p:cNvSpPr/>
          <p:nvPr/>
        </p:nvSpPr>
        <p:spPr bwMode="gray">
          <a:xfrm>
            <a:off x="1582153" y="4682219"/>
            <a:ext cx="4656359" cy="390525"/>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prstClr val="white"/>
              </a:solidFill>
            </a:endParaRPr>
          </a:p>
        </p:txBody>
      </p:sp>
      <p:sp>
        <p:nvSpPr>
          <p:cNvPr id="13" name="文本框 12">
            <a:extLst>
              <a:ext uri="{FF2B5EF4-FFF2-40B4-BE49-F238E27FC236}">
                <a16:creationId xmlns:a16="http://schemas.microsoft.com/office/drawing/2014/main" id="{843653A4-C459-41BC-AB7B-99759A48550C}"/>
              </a:ext>
            </a:extLst>
          </p:cNvPr>
          <p:cNvSpPr txBox="1"/>
          <p:nvPr/>
        </p:nvSpPr>
        <p:spPr bwMode="gray">
          <a:xfrm>
            <a:off x="699601" y="3567407"/>
            <a:ext cx="543739" cy="307777"/>
          </a:xfrm>
          <a:prstGeom prst="rect">
            <a:avLst/>
          </a:prstGeom>
          <a:noFill/>
        </p:spPr>
        <p:txBody>
          <a:bodyPr wrap="none" rtlCol="0">
            <a:spAutoFit/>
          </a:bodyPr>
          <a:lstStyle/>
          <a:p>
            <a:pPr algn="ctr"/>
            <a:r>
              <a:rPr lang="zh-CN" altLang="en-US" sz="1400" b="1" dirty="0"/>
              <a:t>内容</a:t>
            </a:r>
          </a:p>
        </p:txBody>
      </p:sp>
      <p:sp>
        <p:nvSpPr>
          <p:cNvPr id="14" name="文本框 13">
            <a:extLst>
              <a:ext uri="{FF2B5EF4-FFF2-40B4-BE49-F238E27FC236}">
                <a16:creationId xmlns:a16="http://schemas.microsoft.com/office/drawing/2014/main" id="{E7C182F1-D089-4F41-93E2-28914EFF86B6}"/>
              </a:ext>
            </a:extLst>
          </p:cNvPr>
          <p:cNvSpPr txBox="1"/>
          <p:nvPr/>
        </p:nvSpPr>
        <p:spPr bwMode="gray">
          <a:xfrm>
            <a:off x="699604" y="3957932"/>
            <a:ext cx="543739" cy="307777"/>
          </a:xfrm>
          <a:prstGeom prst="rect">
            <a:avLst/>
          </a:prstGeom>
          <a:noFill/>
        </p:spPr>
        <p:txBody>
          <a:bodyPr wrap="none" rtlCol="0">
            <a:spAutoFit/>
          </a:bodyPr>
          <a:lstStyle/>
          <a:p>
            <a:pPr algn="ctr"/>
            <a:r>
              <a:rPr lang="zh-CN" altLang="en-US" sz="1400" b="1" dirty="0"/>
              <a:t>操作</a:t>
            </a:r>
          </a:p>
        </p:txBody>
      </p:sp>
      <p:sp>
        <p:nvSpPr>
          <p:cNvPr id="15" name="文本框 14">
            <a:extLst>
              <a:ext uri="{FF2B5EF4-FFF2-40B4-BE49-F238E27FC236}">
                <a16:creationId xmlns:a16="http://schemas.microsoft.com/office/drawing/2014/main" id="{2EAF4DF8-9B37-46D4-9554-CF56C94B6B14}"/>
              </a:ext>
            </a:extLst>
          </p:cNvPr>
          <p:cNvSpPr txBox="1"/>
          <p:nvPr/>
        </p:nvSpPr>
        <p:spPr bwMode="gray">
          <a:xfrm>
            <a:off x="699606" y="4348457"/>
            <a:ext cx="543739" cy="307777"/>
          </a:xfrm>
          <a:prstGeom prst="rect">
            <a:avLst/>
          </a:prstGeom>
          <a:noFill/>
        </p:spPr>
        <p:txBody>
          <a:bodyPr wrap="none" rtlCol="0">
            <a:spAutoFit/>
          </a:bodyPr>
          <a:lstStyle/>
          <a:p>
            <a:pPr algn="ctr"/>
            <a:r>
              <a:rPr lang="zh-CN" altLang="en-US" sz="1400" b="1" dirty="0"/>
              <a:t>消息</a:t>
            </a:r>
          </a:p>
        </p:txBody>
      </p:sp>
      <p:sp>
        <p:nvSpPr>
          <p:cNvPr id="16" name="文本框 15">
            <a:extLst>
              <a:ext uri="{FF2B5EF4-FFF2-40B4-BE49-F238E27FC236}">
                <a16:creationId xmlns:a16="http://schemas.microsoft.com/office/drawing/2014/main" id="{D3263E6E-1640-462A-A98C-223896EE2597}"/>
              </a:ext>
            </a:extLst>
          </p:cNvPr>
          <p:cNvSpPr txBox="1"/>
          <p:nvPr/>
        </p:nvSpPr>
        <p:spPr bwMode="gray">
          <a:xfrm>
            <a:off x="520069" y="4738982"/>
            <a:ext cx="902811" cy="307777"/>
          </a:xfrm>
          <a:prstGeom prst="rect">
            <a:avLst/>
          </a:prstGeom>
          <a:noFill/>
        </p:spPr>
        <p:txBody>
          <a:bodyPr wrap="none" rtlCol="0">
            <a:spAutoFit/>
          </a:bodyPr>
          <a:lstStyle/>
          <a:p>
            <a:pPr algn="ctr"/>
            <a:r>
              <a:rPr lang="zh-CN" altLang="en-US" sz="1400" b="1" dirty="0"/>
              <a:t>安全传输</a:t>
            </a:r>
          </a:p>
        </p:txBody>
      </p:sp>
      <p:sp>
        <p:nvSpPr>
          <p:cNvPr id="17" name="文本框 16">
            <a:extLst>
              <a:ext uri="{FF2B5EF4-FFF2-40B4-BE49-F238E27FC236}">
                <a16:creationId xmlns:a16="http://schemas.microsoft.com/office/drawing/2014/main" id="{9516F2B8-48B1-4B8E-B3F8-176FCE7D0BE4}"/>
              </a:ext>
            </a:extLst>
          </p:cNvPr>
          <p:cNvSpPr txBox="1"/>
          <p:nvPr/>
        </p:nvSpPr>
        <p:spPr bwMode="gray">
          <a:xfrm>
            <a:off x="2316787" y="4740709"/>
            <a:ext cx="3187091" cy="307777"/>
          </a:xfrm>
          <a:prstGeom prst="rect">
            <a:avLst/>
          </a:prstGeom>
          <a:noFill/>
        </p:spPr>
        <p:txBody>
          <a:bodyPr wrap="none" rtlCol="0">
            <a:spAutoFit/>
          </a:bodyPr>
          <a:lstStyle/>
          <a:p>
            <a:pPr algn="ctr"/>
            <a:r>
              <a:rPr lang="en-US" altLang="zh-CN" sz="1400" dirty="0">
                <a:solidFill>
                  <a:prstClr val="white"/>
                </a:solidFill>
                <a:cs typeface="Arial" panose="020B0604020202020204" pitchFamily="34" charset="0"/>
              </a:rPr>
              <a:t>SSH, TLS, BEEP/TLS, SOAP/HTTP/TLS</a:t>
            </a:r>
            <a:endParaRPr lang="zh-CN" altLang="en-US" sz="1400" dirty="0">
              <a:solidFill>
                <a:prstClr val="white"/>
              </a:solidFill>
              <a:cs typeface="Arial" panose="020B0604020202020204" pitchFamily="34" charset="0"/>
            </a:endParaRPr>
          </a:p>
        </p:txBody>
      </p:sp>
      <p:sp>
        <p:nvSpPr>
          <p:cNvPr id="18" name="文本框 17">
            <a:extLst>
              <a:ext uri="{FF2B5EF4-FFF2-40B4-BE49-F238E27FC236}">
                <a16:creationId xmlns:a16="http://schemas.microsoft.com/office/drawing/2014/main" id="{2FBE8E7B-CDC1-4DC6-B183-C216830AD20C}"/>
              </a:ext>
            </a:extLst>
          </p:cNvPr>
          <p:cNvSpPr txBox="1"/>
          <p:nvPr/>
        </p:nvSpPr>
        <p:spPr bwMode="gray">
          <a:xfrm>
            <a:off x="1822250" y="4349511"/>
            <a:ext cx="1677062" cy="307777"/>
          </a:xfrm>
          <a:prstGeom prst="rect">
            <a:avLst/>
          </a:prstGeom>
          <a:noFill/>
        </p:spPr>
        <p:txBody>
          <a:bodyPr wrap="none" rtlCol="0">
            <a:spAutoFit/>
          </a:bodyPr>
          <a:lstStyle/>
          <a:p>
            <a:pPr algn="ctr"/>
            <a:r>
              <a:rPr lang="en-US" altLang="zh-CN" sz="1400" dirty="0">
                <a:solidFill>
                  <a:prstClr val="white"/>
                </a:solidFill>
                <a:cs typeface="Arial" panose="020B0604020202020204" pitchFamily="34" charset="0"/>
              </a:rPr>
              <a:t>&lt;</a:t>
            </a:r>
            <a:r>
              <a:rPr lang="en-US" altLang="zh-CN" sz="1400" dirty="0" err="1">
                <a:solidFill>
                  <a:prstClr val="white"/>
                </a:solidFill>
                <a:cs typeface="Arial" panose="020B0604020202020204" pitchFamily="34" charset="0"/>
              </a:rPr>
              <a:t>rpc</a:t>
            </a:r>
            <a:r>
              <a:rPr lang="en-US" altLang="zh-CN" sz="1400" dirty="0">
                <a:solidFill>
                  <a:prstClr val="white"/>
                </a:solidFill>
                <a:cs typeface="Arial" panose="020B0604020202020204" pitchFamily="34" charset="0"/>
              </a:rPr>
              <a:t>&gt;, &lt;</a:t>
            </a:r>
            <a:r>
              <a:rPr lang="en-US" altLang="zh-CN" sz="1400" dirty="0" err="1">
                <a:solidFill>
                  <a:prstClr val="white"/>
                </a:solidFill>
                <a:cs typeface="Arial" panose="020B0604020202020204" pitchFamily="34" charset="0"/>
              </a:rPr>
              <a:t>rpc</a:t>
            </a:r>
            <a:r>
              <a:rPr lang="en-US" altLang="zh-CN" sz="1400" dirty="0">
                <a:solidFill>
                  <a:prstClr val="white"/>
                </a:solidFill>
                <a:cs typeface="Arial" panose="020B0604020202020204" pitchFamily="34" charset="0"/>
              </a:rPr>
              <a:t>-reply&gt;</a:t>
            </a:r>
          </a:p>
        </p:txBody>
      </p:sp>
      <p:sp>
        <p:nvSpPr>
          <p:cNvPr id="19" name="矩形 18">
            <a:extLst>
              <a:ext uri="{FF2B5EF4-FFF2-40B4-BE49-F238E27FC236}">
                <a16:creationId xmlns:a16="http://schemas.microsoft.com/office/drawing/2014/main" id="{88CF0157-A9E7-40AC-89AB-750BD8AEA603}"/>
              </a:ext>
            </a:extLst>
          </p:cNvPr>
          <p:cNvSpPr/>
          <p:nvPr/>
        </p:nvSpPr>
        <p:spPr bwMode="gray">
          <a:xfrm>
            <a:off x="4081258" y="4293420"/>
            <a:ext cx="2157253" cy="39052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endParaRPr>
          </a:p>
        </p:txBody>
      </p:sp>
      <p:sp>
        <p:nvSpPr>
          <p:cNvPr id="20" name="文本框 19">
            <a:extLst>
              <a:ext uri="{FF2B5EF4-FFF2-40B4-BE49-F238E27FC236}">
                <a16:creationId xmlns:a16="http://schemas.microsoft.com/office/drawing/2014/main" id="{ECBC83F9-8CC0-44DF-9445-9C96F7DCFC08}"/>
              </a:ext>
            </a:extLst>
          </p:cNvPr>
          <p:cNvSpPr txBox="1"/>
          <p:nvPr/>
        </p:nvSpPr>
        <p:spPr bwMode="gray">
          <a:xfrm>
            <a:off x="4509428" y="4349511"/>
            <a:ext cx="1324402" cy="307777"/>
          </a:xfrm>
          <a:prstGeom prst="rect">
            <a:avLst/>
          </a:prstGeom>
          <a:noFill/>
        </p:spPr>
        <p:txBody>
          <a:bodyPr wrap="none" rtlCol="0">
            <a:spAutoFit/>
          </a:bodyPr>
          <a:lstStyle/>
          <a:p>
            <a:pPr algn="ctr"/>
            <a:r>
              <a:rPr lang="en-US" altLang="zh-CN" sz="1400" dirty="0">
                <a:solidFill>
                  <a:prstClr val="white"/>
                </a:solidFill>
                <a:cs typeface="Arial" panose="020B0604020202020204" pitchFamily="34" charset="0"/>
              </a:rPr>
              <a:t>&lt;notification&gt;</a:t>
            </a:r>
          </a:p>
        </p:txBody>
      </p:sp>
      <p:sp>
        <p:nvSpPr>
          <p:cNvPr id="21" name="矩形 20">
            <a:extLst>
              <a:ext uri="{FF2B5EF4-FFF2-40B4-BE49-F238E27FC236}">
                <a16:creationId xmlns:a16="http://schemas.microsoft.com/office/drawing/2014/main" id="{958CBBAE-C74C-48F8-8CF9-8232E7492F59}"/>
              </a:ext>
            </a:extLst>
          </p:cNvPr>
          <p:cNvSpPr/>
          <p:nvPr/>
        </p:nvSpPr>
        <p:spPr bwMode="gray">
          <a:xfrm>
            <a:off x="4081258" y="3508486"/>
            <a:ext cx="2157252" cy="390525"/>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sp>
        <p:nvSpPr>
          <p:cNvPr id="22" name="文本框 21">
            <a:extLst>
              <a:ext uri="{FF2B5EF4-FFF2-40B4-BE49-F238E27FC236}">
                <a16:creationId xmlns:a16="http://schemas.microsoft.com/office/drawing/2014/main" id="{FD6C2454-7F46-4B79-967F-3B0859C3BC7C}"/>
              </a:ext>
            </a:extLst>
          </p:cNvPr>
          <p:cNvSpPr txBox="1"/>
          <p:nvPr/>
        </p:nvSpPr>
        <p:spPr bwMode="gray">
          <a:xfrm>
            <a:off x="1960911" y="3957068"/>
            <a:ext cx="1399743" cy="307777"/>
          </a:xfrm>
          <a:prstGeom prst="rect">
            <a:avLst/>
          </a:prstGeom>
          <a:noFill/>
        </p:spPr>
        <p:txBody>
          <a:bodyPr wrap="none" rtlCol="0">
            <a:spAutoFit/>
          </a:bodyPr>
          <a:lstStyle/>
          <a:p>
            <a:pPr algn="ctr"/>
            <a:r>
              <a:rPr lang="en-US" altLang="zh-CN" sz="1400" dirty="0">
                <a:cs typeface="Arial" panose="020B0604020202020204" pitchFamily="34" charset="0"/>
              </a:rPr>
              <a:t>&lt;edit-</a:t>
            </a:r>
            <a:r>
              <a:rPr lang="en-US" altLang="zh-CN" sz="1400" dirty="0" err="1">
                <a:cs typeface="Arial" panose="020B0604020202020204" pitchFamily="34" charset="0"/>
              </a:rPr>
              <a:t>config</a:t>
            </a:r>
            <a:r>
              <a:rPr lang="en-US" altLang="zh-CN" sz="1400" dirty="0">
                <a:cs typeface="Arial" panose="020B0604020202020204" pitchFamily="34" charset="0"/>
              </a:rPr>
              <a:t>&gt;…</a:t>
            </a:r>
          </a:p>
        </p:txBody>
      </p:sp>
      <p:sp>
        <p:nvSpPr>
          <p:cNvPr id="23" name="文本框 22">
            <a:extLst>
              <a:ext uri="{FF2B5EF4-FFF2-40B4-BE49-F238E27FC236}">
                <a16:creationId xmlns:a16="http://schemas.microsoft.com/office/drawing/2014/main" id="{AC3C9096-5B66-43CD-8C39-A96980BD884D}"/>
              </a:ext>
            </a:extLst>
          </p:cNvPr>
          <p:cNvSpPr txBox="1"/>
          <p:nvPr/>
        </p:nvSpPr>
        <p:spPr bwMode="gray">
          <a:xfrm>
            <a:off x="2209378" y="3566543"/>
            <a:ext cx="902811" cy="307777"/>
          </a:xfrm>
          <a:prstGeom prst="rect">
            <a:avLst/>
          </a:prstGeom>
          <a:noFill/>
        </p:spPr>
        <p:txBody>
          <a:bodyPr wrap="none" rtlCol="0">
            <a:spAutoFit/>
          </a:bodyPr>
          <a:lstStyle/>
          <a:p>
            <a:pPr algn="ctr"/>
            <a:r>
              <a:rPr lang="zh-CN" altLang="en-US" sz="1400" dirty="0">
                <a:cs typeface="Arial" panose="020B0604020202020204" pitchFamily="34" charset="0"/>
              </a:rPr>
              <a:t>配置数据</a:t>
            </a:r>
            <a:endParaRPr lang="en-US" altLang="zh-CN" sz="1400" dirty="0">
              <a:cs typeface="Arial" panose="020B0604020202020204" pitchFamily="34" charset="0"/>
            </a:endParaRPr>
          </a:p>
        </p:txBody>
      </p:sp>
      <p:sp>
        <p:nvSpPr>
          <p:cNvPr id="24" name="文本框 23">
            <a:extLst>
              <a:ext uri="{FF2B5EF4-FFF2-40B4-BE49-F238E27FC236}">
                <a16:creationId xmlns:a16="http://schemas.microsoft.com/office/drawing/2014/main" id="{EF5B4774-F2EE-4BE3-8D1E-7BE9D175E7FD}"/>
              </a:ext>
            </a:extLst>
          </p:cNvPr>
          <p:cNvSpPr txBox="1"/>
          <p:nvPr/>
        </p:nvSpPr>
        <p:spPr bwMode="gray">
          <a:xfrm>
            <a:off x="4715979" y="3566543"/>
            <a:ext cx="902811" cy="307777"/>
          </a:xfrm>
          <a:prstGeom prst="rect">
            <a:avLst/>
          </a:prstGeom>
          <a:noFill/>
        </p:spPr>
        <p:txBody>
          <a:bodyPr wrap="none" rtlCol="0">
            <a:spAutoFit/>
          </a:bodyPr>
          <a:lstStyle/>
          <a:p>
            <a:pPr algn="ctr"/>
            <a:r>
              <a:rPr lang="zh-CN" altLang="en-US" sz="1400" dirty="0">
                <a:cs typeface="Arial" panose="020B0604020202020204" pitchFamily="34" charset="0"/>
              </a:rPr>
              <a:t>通知数据</a:t>
            </a:r>
            <a:endParaRPr lang="en-US" altLang="zh-CN" sz="1400" dirty="0">
              <a:cs typeface="Arial" panose="020B0604020202020204" pitchFamily="34" charset="0"/>
            </a:endParaRPr>
          </a:p>
        </p:txBody>
      </p:sp>
      <p:sp>
        <p:nvSpPr>
          <p:cNvPr id="63" name="文本占位符 3">
            <a:extLst>
              <a:ext uri="{FF2B5EF4-FFF2-40B4-BE49-F238E27FC236}">
                <a16:creationId xmlns:a16="http://schemas.microsoft.com/office/drawing/2014/main" id="{2115DD3B-54E3-4C7D-8632-BF6CB50F6F70}"/>
              </a:ext>
            </a:extLst>
          </p:cNvPr>
          <p:cNvSpPr txBox="1">
            <a:spLocks/>
          </p:cNvSpPr>
          <p:nvPr/>
        </p:nvSpPr>
        <p:spPr bwMode="gray">
          <a:xfrm>
            <a:off x="6626169" y="1242452"/>
            <a:ext cx="5131883" cy="520514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r>
              <a:rPr lang="en-US" altLang="zh-CN" sz="1600" dirty="0">
                <a:solidFill>
                  <a:prstClr val="black"/>
                </a:solidFill>
              </a:rPr>
              <a:t>NETCONF</a:t>
            </a:r>
            <a:r>
              <a:rPr lang="zh-CN" altLang="en-US" sz="1600" dirty="0">
                <a:solidFill>
                  <a:prstClr val="black"/>
                </a:solidFill>
              </a:rPr>
              <a:t>是由</a:t>
            </a:r>
            <a:r>
              <a:rPr lang="en-US" altLang="zh-CN" sz="1600" dirty="0">
                <a:solidFill>
                  <a:prstClr val="black"/>
                </a:solidFill>
              </a:rPr>
              <a:t>IETF</a:t>
            </a:r>
            <a:r>
              <a:rPr lang="zh-CN" altLang="en-US" sz="1600" dirty="0">
                <a:solidFill>
                  <a:prstClr val="black"/>
                </a:solidFill>
              </a:rPr>
              <a:t>定义的用于在网元上执行安装、维护和删除配置数据的协议。所有的</a:t>
            </a:r>
            <a:r>
              <a:rPr lang="en-US" altLang="zh-CN" sz="1600" dirty="0">
                <a:solidFill>
                  <a:prstClr val="black"/>
                </a:solidFill>
              </a:rPr>
              <a:t>NETCONF</a:t>
            </a:r>
            <a:r>
              <a:rPr lang="zh-CN" altLang="en-US" sz="1600" dirty="0">
                <a:solidFill>
                  <a:prstClr val="black"/>
                </a:solidFill>
              </a:rPr>
              <a:t>操作都是通过基于</a:t>
            </a:r>
            <a:r>
              <a:rPr lang="en-US" altLang="zh-CN" sz="1600" dirty="0">
                <a:solidFill>
                  <a:prstClr val="black"/>
                </a:solidFill>
              </a:rPr>
              <a:t>XML</a:t>
            </a:r>
            <a:r>
              <a:rPr lang="zh-CN" altLang="en-US" sz="1600" dirty="0">
                <a:solidFill>
                  <a:prstClr val="black"/>
                </a:solidFill>
              </a:rPr>
              <a:t>编码的</a:t>
            </a:r>
            <a:r>
              <a:rPr lang="en-US" altLang="zh-CN" sz="1600" dirty="0">
                <a:solidFill>
                  <a:prstClr val="black"/>
                </a:solidFill>
              </a:rPr>
              <a:t>RPC</a:t>
            </a:r>
            <a:r>
              <a:rPr lang="zh-CN" altLang="en-US" sz="1600" dirty="0">
                <a:solidFill>
                  <a:prstClr val="black"/>
                </a:solidFill>
              </a:rPr>
              <a:t>实现的。</a:t>
            </a:r>
            <a:r>
              <a:rPr lang="en-US" altLang="zh-CN" sz="1600" dirty="0">
                <a:solidFill>
                  <a:prstClr val="black"/>
                </a:solidFill>
              </a:rPr>
              <a:t>NCE</a:t>
            </a:r>
            <a:r>
              <a:rPr lang="zh-CN" altLang="en-US" sz="1600" dirty="0">
                <a:solidFill>
                  <a:prstClr val="black"/>
                </a:solidFill>
              </a:rPr>
              <a:t>业务开放可编程主要使用</a:t>
            </a:r>
            <a:r>
              <a:rPr lang="en-US" altLang="zh-CN" sz="1600" dirty="0">
                <a:solidFill>
                  <a:prstClr val="black"/>
                </a:solidFill>
              </a:rPr>
              <a:t>NETCONF</a:t>
            </a:r>
            <a:r>
              <a:rPr lang="zh-CN" altLang="en-US" sz="1600" dirty="0">
                <a:solidFill>
                  <a:prstClr val="black"/>
                </a:solidFill>
              </a:rPr>
              <a:t>协议与网元通信。</a:t>
            </a:r>
          </a:p>
          <a:p>
            <a:r>
              <a:rPr lang="zh-CN" altLang="en-US" sz="1600" dirty="0">
                <a:solidFill>
                  <a:prstClr val="black"/>
                </a:solidFill>
              </a:rPr>
              <a:t>内容层：内容层则是需要传递的配置数据和通知数据。</a:t>
            </a:r>
          </a:p>
          <a:p>
            <a:r>
              <a:rPr lang="zh-CN" altLang="en-US" sz="1600" dirty="0">
                <a:solidFill>
                  <a:prstClr val="black"/>
                </a:solidFill>
              </a:rPr>
              <a:t>操作层：操作层定义了一个</a:t>
            </a:r>
            <a:r>
              <a:rPr lang="en-US" altLang="zh-CN" sz="1600" dirty="0">
                <a:solidFill>
                  <a:prstClr val="black"/>
                </a:solidFill>
              </a:rPr>
              <a:t>XML</a:t>
            </a:r>
            <a:r>
              <a:rPr lang="zh-CN" altLang="en-US" sz="1600" dirty="0">
                <a:solidFill>
                  <a:prstClr val="black"/>
                </a:solidFill>
              </a:rPr>
              <a:t>编码的操作集用于实现</a:t>
            </a:r>
            <a:r>
              <a:rPr lang="en-US" altLang="zh-CN" sz="1600" dirty="0">
                <a:solidFill>
                  <a:prstClr val="black"/>
                </a:solidFill>
              </a:rPr>
              <a:t>RPC</a:t>
            </a:r>
            <a:r>
              <a:rPr lang="zh-CN" altLang="en-US" sz="1600" dirty="0">
                <a:solidFill>
                  <a:prstClr val="black"/>
                </a:solidFill>
              </a:rPr>
              <a:t>操作。</a:t>
            </a:r>
          </a:p>
          <a:p>
            <a:r>
              <a:rPr lang="zh-CN" altLang="en-US" sz="1600" dirty="0">
                <a:solidFill>
                  <a:prstClr val="black"/>
                </a:solidFill>
              </a:rPr>
              <a:t>消息层：消息层负责按照传输协议的要求实现简单的成帧机制，用于包裹</a:t>
            </a:r>
            <a:r>
              <a:rPr lang="en-US" altLang="zh-CN" sz="1600" dirty="0">
                <a:solidFill>
                  <a:prstClr val="black"/>
                </a:solidFill>
              </a:rPr>
              <a:t>RPC</a:t>
            </a:r>
            <a:r>
              <a:rPr lang="zh-CN" altLang="en-US" sz="1600" dirty="0">
                <a:solidFill>
                  <a:prstClr val="black"/>
                </a:solidFill>
              </a:rPr>
              <a:t>消息或通知消息。</a:t>
            </a:r>
          </a:p>
          <a:p>
            <a:r>
              <a:rPr lang="zh-CN" altLang="en-US" sz="1600" dirty="0">
                <a:solidFill>
                  <a:prstClr val="black"/>
                </a:solidFill>
              </a:rPr>
              <a:t>安全传输层：安全传输层提供客户端与服务器间的通信路径。通过这些满足相关条件的通信路径实现</a:t>
            </a:r>
            <a:r>
              <a:rPr lang="en-US" altLang="zh-CN" sz="1600" dirty="0">
                <a:solidFill>
                  <a:prstClr val="black"/>
                </a:solidFill>
              </a:rPr>
              <a:t>NETCONF</a:t>
            </a:r>
            <a:r>
              <a:rPr lang="zh-CN" altLang="en-US" sz="1600" dirty="0">
                <a:solidFill>
                  <a:prstClr val="black"/>
                </a:solidFill>
              </a:rPr>
              <a:t>消息的分层机制。</a:t>
            </a:r>
          </a:p>
          <a:p>
            <a:pPr lvl="1"/>
            <a:endParaRPr lang="en-US" altLang="zh-CN" sz="1600" dirty="0">
              <a:solidFill>
                <a:prstClr val="black"/>
              </a:solidFill>
            </a:endParaRPr>
          </a:p>
        </p:txBody>
      </p:sp>
      <p:sp>
        <p:nvSpPr>
          <p:cNvPr id="64" name="文本框 63">
            <a:extLst>
              <a:ext uri="{FF2B5EF4-FFF2-40B4-BE49-F238E27FC236}">
                <a16:creationId xmlns:a16="http://schemas.microsoft.com/office/drawing/2014/main" id="{11F5F42D-03D2-4193-B44B-A28CCB0E2F20}"/>
              </a:ext>
            </a:extLst>
          </p:cNvPr>
          <p:cNvSpPr txBox="1"/>
          <p:nvPr/>
        </p:nvSpPr>
        <p:spPr bwMode="gray">
          <a:xfrm>
            <a:off x="3366050" y="2058776"/>
            <a:ext cx="1122423" cy="338554"/>
          </a:xfrm>
          <a:prstGeom prst="rect">
            <a:avLst/>
          </a:prstGeom>
          <a:noFill/>
        </p:spPr>
        <p:txBody>
          <a:bodyPr wrap="none" rtlCol="0">
            <a:spAutoFit/>
          </a:bodyPr>
          <a:lstStyle/>
          <a:p>
            <a:r>
              <a:rPr lang="en-US" altLang="zh-CN" sz="1600">
                <a:solidFill>
                  <a:prstClr val="black"/>
                </a:solidFill>
              </a:rPr>
              <a:t>NETCONF</a:t>
            </a:r>
            <a:endParaRPr lang="zh-CN" altLang="en-US" sz="1600">
              <a:solidFill>
                <a:prstClr val="black"/>
              </a:solidFill>
            </a:endParaRPr>
          </a:p>
        </p:txBody>
      </p:sp>
      <p:pic>
        <p:nvPicPr>
          <p:cNvPr id="67" name="图片 66">
            <a:extLst>
              <a:ext uri="{FF2B5EF4-FFF2-40B4-BE49-F238E27FC236}">
                <a16:creationId xmlns:a16="http://schemas.microsoft.com/office/drawing/2014/main" id="{EC8F6447-B828-4F0A-91FC-98050E799E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768572" y="2336385"/>
            <a:ext cx="1642415" cy="302905"/>
          </a:xfrm>
          <a:prstGeom prst="rect">
            <a:avLst/>
          </a:prstGeom>
        </p:spPr>
      </p:pic>
    </p:spTree>
    <p:extLst>
      <p:ext uri="{BB962C8B-B14F-4D97-AF65-F5344CB8AC3E}">
        <p14:creationId xmlns:p14="http://schemas.microsoft.com/office/powerpoint/2010/main" val="2394770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F69109-5F4F-441B-A7DC-A4794B1C98EE}"/>
              </a:ext>
            </a:extLst>
          </p:cNvPr>
          <p:cNvSpPr>
            <a:spLocks noGrp="1"/>
          </p:cNvSpPr>
          <p:nvPr>
            <p:ph type="title"/>
          </p:nvPr>
        </p:nvSpPr>
        <p:spPr bwMode="gray"/>
        <p:txBody>
          <a:bodyPr/>
          <a:lstStyle/>
          <a:p>
            <a:r>
              <a:rPr lang="en-US" altLang="zh-CN"/>
              <a:t>YANG</a:t>
            </a:r>
            <a:r>
              <a:rPr lang="zh-CN" altLang="en-US"/>
              <a:t>模型</a:t>
            </a:r>
          </a:p>
        </p:txBody>
      </p:sp>
      <p:sp>
        <p:nvSpPr>
          <p:cNvPr id="12" name="文本占位符 11"/>
          <p:cNvSpPr>
            <a:spLocks noGrp="1"/>
          </p:cNvSpPr>
          <p:nvPr>
            <p:ph type="body" sz="quarter" idx="10"/>
          </p:nvPr>
        </p:nvSpPr>
        <p:spPr bwMode="gray"/>
        <p:txBody>
          <a:bodyPr/>
          <a:lstStyle/>
          <a:p>
            <a:r>
              <a:rPr lang="zh-CN" altLang="en-US" sz="1600" dirty="0"/>
              <a:t> </a:t>
            </a:r>
            <a:r>
              <a:rPr lang="en-US" altLang="zh-CN" sz="1600" dirty="0"/>
              <a:t>YANG</a:t>
            </a:r>
            <a:r>
              <a:rPr lang="zh-CN" altLang="en-US" sz="1600" dirty="0"/>
              <a:t>是</a:t>
            </a:r>
            <a:r>
              <a:rPr lang="en-US" altLang="zh-CN" sz="1600" dirty="0"/>
              <a:t>Yet Another Next Generation</a:t>
            </a:r>
            <a:r>
              <a:rPr lang="zh-CN" altLang="en-US" sz="1600" dirty="0"/>
              <a:t>的缩写，它是一种基于标准的、可扩展的数据建模语言。它可以用来为网络设备的配置和运行状态数据、远程过程调用及服务器事件通知等进行建模。设计</a:t>
            </a:r>
            <a:r>
              <a:rPr lang="en-US" altLang="zh-CN" sz="1600" dirty="0"/>
              <a:t>YANG</a:t>
            </a:r>
            <a:r>
              <a:rPr lang="zh-CN" altLang="en-US" sz="1600" dirty="0"/>
              <a:t>的最初目的是进行网络管理数据建模，并为</a:t>
            </a:r>
            <a:r>
              <a:rPr lang="en-US" altLang="zh-CN" sz="1600" dirty="0"/>
              <a:t>NETCONF</a:t>
            </a:r>
            <a:r>
              <a:rPr lang="zh-CN" altLang="en-US" sz="1600" dirty="0"/>
              <a:t>模型提供一个标准化的内容层。</a:t>
            </a:r>
          </a:p>
        </p:txBody>
      </p:sp>
      <p:grpSp>
        <p:nvGrpSpPr>
          <p:cNvPr id="6" name="组合 5">
            <a:extLst>
              <a:ext uri="{FF2B5EF4-FFF2-40B4-BE49-F238E27FC236}">
                <a16:creationId xmlns:a16="http://schemas.microsoft.com/office/drawing/2014/main" id="{D7A403AC-6C4B-42A1-910C-28AA50CABE66}"/>
              </a:ext>
            </a:extLst>
          </p:cNvPr>
          <p:cNvGrpSpPr/>
          <p:nvPr/>
        </p:nvGrpSpPr>
        <p:grpSpPr bwMode="gray">
          <a:xfrm>
            <a:off x="609863" y="2249537"/>
            <a:ext cx="3581400" cy="3764327"/>
            <a:chOff x="368563" y="2659684"/>
            <a:chExt cx="3581400" cy="4078572"/>
          </a:xfrm>
        </p:grpSpPr>
        <p:sp>
          <p:nvSpPr>
            <p:cNvPr id="7" name="圆角矩形 8">
              <a:extLst>
                <a:ext uri="{FF2B5EF4-FFF2-40B4-BE49-F238E27FC236}">
                  <a16:creationId xmlns:a16="http://schemas.microsoft.com/office/drawing/2014/main" id="{E1E7BE29-B2C6-4672-B265-7ED5C8696DC7}"/>
                </a:ext>
              </a:extLst>
            </p:cNvPr>
            <p:cNvSpPr/>
            <p:nvPr/>
          </p:nvSpPr>
          <p:spPr bwMode="gray">
            <a:xfrm>
              <a:off x="368563" y="2850197"/>
              <a:ext cx="3581400" cy="3888059"/>
            </a:xfrm>
            <a:prstGeom prst="roundRect">
              <a:avLst>
                <a:gd name="adj" fmla="val 8764"/>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文本框 7">
              <a:extLst>
                <a:ext uri="{FF2B5EF4-FFF2-40B4-BE49-F238E27FC236}">
                  <a16:creationId xmlns:a16="http://schemas.microsoft.com/office/drawing/2014/main" id="{5E47EA4B-7382-4663-BFD0-2AD234D851D5}"/>
                </a:ext>
              </a:extLst>
            </p:cNvPr>
            <p:cNvSpPr txBox="1"/>
            <p:nvPr/>
          </p:nvSpPr>
          <p:spPr bwMode="gray">
            <a:xfrm>
              <a:off x="714462" y="2659684"/>
              <a:ext cx="2002471" cy="390741"/>
            </a:xfrm>
            <a:prstGeom prst="rect">
              <a:avLst/>
            </a:prstGeom>
            <a:solidFill>
              <a:schemeClr val="bg1"/>
            </a:solidFill>
          </p:spPr>
          <p:txBody>
            <a:bodyPr wrap="none" rtlCol="0">
              <a:spAutoFit/>
            </a:bodyPr>
            <a:lstStyle/>
            <a:p>
              <a:r>
                <a:rPr lang="zh-CN" altLang="en-US" b="1" dirty="0">
                  <a:solidFill>
                    <a:prstClr val="black"/>
                  </a:solidFill>
                </a:rPr>
                <a:t>模块（</a:t>
              </a:r>
              <a:r>
                <a:rPr lang="en-US" altLang="zh-CN" b="1" dirty="0">
                  <a:solidFill>
                    <a:prstClr val="black"/>
                  </a:solidFill>
                </a:rPr>
                <a:t>Module</a:t>
              </a:r>
              <a:r>
                <a:rPr lang="zh-CN" altLang="en-US" b="1" dirty="0">
                  <a:solidFill>
                    <a:prstClr val="black"/>
                  </a:solidFill>
                </a:rPr>
                <a:t>）</a:t>
              </a:r>
            </a:p>
          </p:txBody>
        </p:sp>
      </p:grpSp>
      <p:sp>
        <p:nvSpPr>
          <p:cNvPr id="9" name="文本框 8">
            <a:extLst>
              <a:ext uri="{FF2B5EF4-FFF2-40B4-BE49-F238E27FC236}">
                <a16:creationId xmlns:a16="http://schemas.microsoft.com/office/drawing/2014/main" id="{F5A791BB-2F9E-45EF-85E2-0D85E04917DC}"/>
              </a:ext>
            </a:extLst>
          </p:cNvPr>
          <p:cNvSpPr txBox="1"/>
          <p:nvPr/>
        </p:nvSpPr>
        <p:spPr bwMode="gray">
          <a:xfrm>
            <a:off x="786792" y="2681247"/>
            <a:ext cx="3319259" cy="3108543"/>
          </a:xfrm>
          <a:prstGeom prst="rect">
            <a:avLst/>
          </a:prstGeom>
          <a:noFill/>
        </p:spPr>
        <p:txBody>
          <a:bodyPr wrap="square" rtlCol="0">
            <a:spAutoFit/>
          </a:bodyPr>
          <a:lstStyle/>
          <a:p>
            <a:r>
              <a:rPr lang="zh-CN" altLang="en-US" sz="1400" dirty="0">
                <a:solidFill>
                  <a:prstClr val="black"/>
                </a:solidFill>
              </a:rPr>
              <a:t>模块是相关定义的集合。每个模块都包含“模块头（</a:t>
            </a:r>
            <a:r>
              <a:rPr lang="en-US" altLang="zh-CN" sz="1400" dirty="0">
                <a:solidFill>
                  <a:prstClr val="black"/>
                </a:solidFill>
              </a:rPr>
              <a:t>module header</a:t>
            </a:r>
            <a:r>
              <a:rPr lang="zh-CN" altLang="en-US" sz="1400" dirty="0">
                <a:solidFill>
                  <a:prstClr val="black"/>
                </a:solidFill>
              </a:rPr>
              <a:t>）”、“修订记录（</a:t>
            </a:r>
            <a:r>
              <a:rPr lang="en-US" altLang="zh-CN" sz="1400" dirty="0">
                <a:solidFill>
                  <a:prstClr val="black"/>
                </a:solidFill>
              </a:rPr>
              <a:t>revision</a:t>
            </a:r>
            <a:r>
              <a:rPr lang="zh-CN" altLang="en-US" sz="1400" dirty="0">
                <a:solidFill>
                  <a:prstClr val="black"/>
                </a:solidFill>
              </a:rPr>
              <a:t>）”和“定义（</a:t>
            </a:r>
            <a:r>
              <a:rPr lang="en-US" altLang="zh-CN" sz="1400" dirty="0">
                <a:solidFill>
                  <a:prstClr val="black"/>
                </a:solidFill>
              </a:rPr>
              <a:t>description</a:t>
            </a:r>
            <a:r>
              <a:rPr lang="zh-CN" altLang="en-US" sz="1400" dirty="0">
                <a:solidFill>
                  <a:prstClr val="black"/>
                </a:solidFill>
              </a:rPr>
              <a:t>）”语句。</a:t>
            </a:r>
            <a:endParaRPr lang="en-US" altLang="zh-CN" sz="1400" dirty="0">
              <a:solidFill>
                <a:prstClr val="black"/>
              </a:solidFill>
            </a:endParaRPr>
          </a:p>
          <a:p>
            <a:endParaRPr lang="en-US" altLang="zh-CN" sz="1400" dirty="0">
              <a:solidFill>
                <a:prstClr val="black"/>
              </a:solidFill>
            </a:endParaRPr>
          </a:p>
          <a:p>
            <a:r>
              <a:rPr lang="zh-CN" altLang="en-US" sz="1400" dirty="0">
                <a:solidFill>
                  <a:prstClr val="black"/>
                </a:solidFill>
              </a:rPr>
              <a:t>模块中可以使用</a:t>
            </a:r>
            <a:r>
              <a:rPr lang="en-US" altLang="zh-CN" sz="1400" dirty="0">
                <a:solidFill>
                  <a:prstClr val="black"/>
                </a:solidFill>
              </a:rPr>
              <a:t>include</a:t>
            </a:r>
            <a:r>
              <a:rPr lang="zh-CN" altLang="en-US" sz="1400" dirty="0">
                <a:solidFill>
                  <a:prstClr val="black"/>
                </a:solidFill>
              </a:rPr>
              <a:t>语句引入子模块（</a:t>
            </a:r>
            <a:r>
              <a:rPr lang="en-US" altLang="zh-CN" sz="1400" dirty="0">
                <a:solidFill>
                  <a:prstClr val="black"/>
                </a:solidFill>
              </a:rPr>
              <a:t>submodule</a:t>
            </a:r>
            <a:r>
              <a:rPr lang="zh-CN" altLang="en-US" sz="1400" dirty="0">
                <a:solidFill>
                  <a:prstClr val="black"/>
                </a:solidFill>
              </a:rPr>
              <a:t>），也可以使用</a:t>
            </a:r>
            <a:r>
              <a:rPr lang="en-US" altLang="zh-CN" sz="1400" dirty="0">
                <a:solidFill>
                  <a:prstClr val="black"/>
                </a:solidFill>
              </a:rPr>
              <a:t>import</a:t>
            </a:r>
            <a:r>
              <a:rPr lang="zh-CN" altLang="en-US" sz="1400" dirty="0">
                <a:solidFill>
                  <a:prstClr val="black"/>
                </a:solidFill>
              </a:rPr>
              <a:t>语句导入其它模块。在模块中还可以使用</a:t>
            </a:r>
            <a:r>
              <a:rPr lang="en-US" altLang="zh-CN" sz="1400" dirty="0">
                <a:solidFill>
                  <a:prstClr val="black"/>
                </a:solidFill>
              </a:rPr>
              <a:t>augment</a:t>
            </a:r>
            <a:r>
              <a:rPr lang="zh-CN" altLang="en-US" sz="1400" dirty="0">
                <a:solidFill>
                  <a:prstClr val="black"/>
                </a:solidFill>
              </a:rPr>
              <a:t>语句来扩展某个指定的模块。</a:t>
            </a:r>
            <a:endParaRPr lang="en-US" altLang="zh-CN" sz="1400" dirty="0">
              <a:solidFill>
                <a:prstClr val="black"/>
              </a:solidFill>
            </a:endParaRPr>
          </a:p>
          <a:p>
            <a:endParaRPr lang="en-US" altLang="zh-CN" sz="1400" dirty="0">
              <a:solidFill>
                <a:prstClr val="black"/>
              </a:solidFill>
            </a:endParaRPr>
          </a:p>
          <a:p>
            <a:r>
              <a:rPr lang="zh-CN" altLang="en-US" sz="1400" dirty="0">
                <a:solidFill>
                  <a:prstClr val="black"/>
                </a:solidFill>
              </a:rPr>
              <a:t>在模块中可以包含如下四种主要类型的数据节点，包括叶节点（</a:t>
            </a:r>
            <a:r>
              <a:rPr lang="en-US" altLang="zh-CN" sz="1400" dirty="0">
                <a:solidFill>
                  <a:prstClr val="black"/>
                </a:solidFill>
              </a:rPr>
              <a:t>Leaf</a:t>
            </a:r>
            <a:r>
              <a:rPr lang="zh-CN" altLang="en-US" sz="1400" dirty="0">
                <a:solidFill>
                  <a:prstClr val="black"/>
                </a:solidFill>
              </a:rPr>
              <a:t>）、叶列表节点（</a:t>
            </a:r>
            <a:r>
              <a:rPr lang="en-US" altLang="zh-CN" sz="1400" dirty="0">
                <a:solidFill>
                  <a:prstClr val="black"/>
                </a:solidFill>
              </a:rPr>
              <a:t>Leaf-list</a:t>
            </a:r>
            <a:r>
              <a:rPr lang="zh-CN" altLang="en-US" sz="1400" dirty="0">
                <a:solidFill>
                  <a:prstClr val="black"/>
                </a:solidFill>
              </a:rPr>
              <a:t>）、容器节点（</a:t>
            </a:r>
            <a:r>
              <a:rPr lang="en-US" altLang="zh-CN" sz="1400" dirty="0">
                <a:solidFill>
                  <a:prstClr val="black"/>
                </a:solidFill>
              </a:rPr>
              <a:t>Container</a:t>
            </a:r>
            <a:r>
              <a:rPr lang="zh-CN" altLang="en-US" sz="1400" dirty="0">
                <a:solidFill>
                  <a:prstClr val="black"/>
                </a:solidFill>
              </a:rPr>
              <a:t>）和列表节点（</a:t>
            </a:r>
            <a:r>
              <a:rPr lang="en-US" altLang="zh-CN" sz="1400" dirty="0">
                <a:solidFill>
                  <a:prstClr val="black"/>
                </a:solidFill>
              </a:rPr>
              <a:t>List</a:t>
            </a:r>
            <a:r>
              <a:rPr lang="zh-CN" altLang="en-US" sz="1400" dirty="0">
                <a:solidFill>
                  <a:prstClr val="black"/>
                </a:solidFill>
              </a:rPr>
              <a:t>）。</a:t>
            </a:r>
            <a:endParaRPr lang="en-US" altLang="zh-CN" sz="1400" dirty="0">
              <a:solidFill>
                <a:prstClr val="black"/>
              </a:solidFill>
            </a:endParaRPr>
          </a:p>
        </p:txBody>
      </p:sp>
      <p:sp>
        <p:nvSpPr>
          <p:cNvPr id="10" name="文本框 9">
            <a:extLst>
              <a:ext uri="{FF2B5EF4-FFF2-40B4-BE49-F238E27FC236}">
                <a16:creationId xmlns:a16="http://schemas.microsoft.com/office/drawing/2014/main" id="{5FD654F8-3B97-4E08-92A8-4065BDFF0105}"/>
              </a:ext>
            </a:extLst>
          </p:cNvPr>
          <p:cNvSpPr txBox="1"/>
          <p:nvPr/>
        </p:nvSpPr>
        <p:spPr bwMode="gray">
          <a:xfrm>
            <a:off x="4372062" y="2108079"/>
            <a:ext cx="7313220" cy="3970318"/>
          </a:xfrm>
          <a:prstGeom prst="rect">
            <a:avLst/>
          </a:prstGeom>
          <a:noFill/>
        </p:spPr>
        <p:txBody>
          <a:bodyPr wrap="none" rtlCol="0">
            <a:spAutoFit/>
          </a:bodyPr>
          <a:lstStyle/>
          <a:p>
            <a:r>
              <a:rPr lang="en-US" altLang="zh-CN" sz="1400" b="1" dirty="0"/>
              <a:t>module</a:t>
            </a:r>
            <a:r>
              <a:rPr lang="en-US" altLang="zh-CN" sz="1400" dirty="0"/>
              <a:t> </a:t>
            </a:r>
            <a:r>
              <a:rPr lang="en-US" altLang="zh-CN" sz="1400" dirty="0" err="1"/>
              <a:t>hbng</a:t>
            </a:r>
            <a:r>
              <a:rPr lang="en-US" altLang="zh-CN" sz="1400" dirty="0"/>
              <a:t> {</a:t>
            </a:r>
          </a:p>
          <a:p>
            <a:r>
              <a:rPr lang="en-US" altLang="zh-CN" sz="1400" dirty="0"/>
              <a:t>  namespace http://www.huawei.com/hbng;</a:t>
            </a:r>
          </a:p>
          <a:p>
            <a:r>
              <a:rPr lang="en-US" altLang="zh-CN" sz="1400" dirty="0"/>
              <a:t>  prefix </a:t>
            </a:r>
            <a:r>
              <a:rPr lang="en-US" altLang="zh-CN" sz="1400" dirty="0" err="1"/>
              <a:t>hbng</a:t>
            </a:r>
            <a:r>
              <a:rPr lang="en-US" altLang="zh-CN" sz="1400" dirty="0"/>
              <a:t>;</a:t>
            </a:r>
          </a:p>
          <a:p>
            <a:endParaRPr lang="en-US" altLang="zh-CN" sz="1400" dirty="0"/>
          </a:p>
          <a:p>
            <a:r>
              <a:rPr lang="en-US" altLang="zh-CN" sz="1400" dirty="0"/>
              <a:t>  </a:t>
            </a:r>
            <a:r>
              <a:rPr lang="en-US" altLang="zh-CN" sz="1400" b="1" dirty="0"/>
              <a:t>import</a:t>
            </a:r>
            <a:r>
              <a:rPr lang="en-US" altLang="zh-CN" sz="1400" dirty="0"/>
              <a:t> </a:t>
            </a:r>
            <a:r>
              <a:rPr lang="en-US" altLang="zh-CN" sz="1400" dirty="0" err="1"/>
              <a:t>ietf</a:t>
            </a:r>
            <a:r>
              <a:rPr lang="en-US" altLang="zh-CN" sz="1400" dirty="0"/>
              <a:t>-</a:t>
            </a:r>
            <a:r>
              <a:rPr lang="en-US" altLang="zh-CN" sz="1400" dirty="0" err="1"/>
              <a:t>inet</a:t>
            </a:r>
            <a:r>
              <a:rPr lang="en-US" altLang="zh-CN" sz="1400" dirty="0"/>
              <a:t>-types {</a:t>
            </a:r>
          </a:p>
          <a:p>
            <a:r>
              <a:rPr lang="en-US" altLang="zh-CN" sz="1400" dirty="0"/>
              <a:t>    prefix </a:t>
            </a:r>
            <a:r>
              <a:rPr lang="en-US" altLang="zh-CN" sz="1400" dirty="0" err="1"/>
              <a:t>inet</a:t>
            </a:r>
            <a:r>
              <a:rPr lang="en-US" altLang="zh-CN" sz="1400" dirty="0"/>
              <a:t>;</a:t>
            </a:r>
          </a:p>
          <a:p>
            <a:r>
              <a:rPr lang="en-US" altLang="zh-CN" sz="1400" dirty="0"/>
              <a:t>  }</a:t>
            </a:r>
          </a:p>
          <a:p>
            <a:endParaRPr lang="en-US" altLang="zh-CN" sz="1400" dirty="0"/>
          </a:p>
          <a:p>
            <a:r>
              <a:rPr lang="en-US" altLang="zh-CN" sz="1400" dirty="0"/>
              <a:t>  </a:t>
            </a:r>
            <a:r>
              <a:rPr lang="en-US" altLang="zh-CN" sz="1400" b="1" dirty="0"/>
              <a:t>include</a:t>
            </a:r>
            <a:r>
              <a:rPr lang="en-US" altLang="zh-CN" sz="1400" dirty="0"/>
              <a:t> foo-bar-types;</a:t>
            </a:r>
          </a:p>
          <a:p>
            <a:r>
              <a:rPr lang="en-US" altLang="zh-CN" sz="1400" dirty="0"/>
              <a:t>  </a:t>
            </a:r>
          </a:p>
          <a:p>
            <a:r>
              <a:rPr lang="en-US" altLang="zh-CN" sz="1400" dirty="0"/>
              <a:t>  </a:t>
            </a:r>
            <a:r>
              <a:rPr lang="en-US" altLang="zh-CN" sz="1400" b="1" dirty="0"/>
              <a:t>description</a:t>
            </a:r>
            <a:r>
              <a:rPr lang="en-US" altLang="zh-CN" sz="1400" dirty="0"/>
              <a:t> “This module can configure and manage the HBNGs (Huawei NE40-X8)”;</a:t>
            </a:r>
          </a:p>
          <a:p>
            <a:endParaRPr lang="en-US" altLang="zh-CN" sz="1400" dirty="0"/>
          </a:p>
          <a:p>
            <a:r>
              <a:rPr lang="en-US" altLang="zh-CN" sz="1400" dirty="0"/>
              <a:t>  </a:t>
            </a:r>
            <a:r>
              <a:rPr lang="en-US" altLang="zh-CN" sz="1400" b="1" dirty="0"/>
              <a:t>revision</a:t>
            </a:r>
            <a:r>
              <a:rPr lang="en-US" altLang="zh-CN" sz="1400" dirty="0"/>
              <a:t> 2018-04-20 {</a:t>
            </a:r>
          </a:p>
          <a:p>
            <a:r>
              <a:rPr lang="en-US" altLang="zh-CN" sz="1400" dirty="0"/>
              <a:t>    description “Initial revision”;</a:t>
            </a:r>
          </a:p>
          <a:p>
            <a:r>
              <a:rPr lang="en-US" altLang="zh-CN" sz="1400" dirty="0"/>
              <a:t>  }</a:t>
            </a:r>
          </a:p>
          <a:p>
            <a:endParaRPr lang="en-US" altLang="zh-CN" sz="1400" dirty="0"/>
          </a:p>
          <a:p>
            <a:r>
              <a:rPr lang="en-US" altLang="zh-CN" sz="1400" dirty="0"/>
              <a:t>  </a:t>
            </a:r>
            <a:r>
              <a:rPr lang="en-US" altLang="zh-CN" sz="1400" b="1" dirty="0"/>
              <a:t>augment</a:t>
            </a:r>
            <a:r>
              <a:rPr lang="en-US" altLang="zh-CN" sz="1400" dirty="0"/>
              <a:t> “/</a:t>
            </a:r>
            <a:r>
              <a:rPr lang="en-US" altLang="zh-CN" sz="1400" dirty="0" err="1"/>
              <a:t>app:applications</a:t>
            </a:r>
            <a:r>
              <a:rPr lang="en-US" altLang="zh-CN" sz="1400" dirty="0"/>
              <a:t>” { … }</a:t>
            </a:r>
          </a:p>
          <a:p>
            <a:r>
              <a:rPr lang="en-US" altLang="zh-CN" sz="1400" dirty="0"/>
              <a:t>}</a:t>
            </a:r>
          </a:p>
        </p:txBody>
      </p:sp>
    </p:spTree>
    <p:extLst>
      <p:ext uri="{BB962C8B-B14F-4D97-AF65-F5344CB8AC3E}">
        <p14:creationId xmlns:p14="http://schemas.microsoft.com/office/powerpoint/2010/main" val="2406361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B1FF9B-8B56-4B02-A5FF-F2F5245598C1}"/>
              </a:ext>
            </a:extLst>
          </p:cNvPr>
          <p:cNvSpPr>
            <a:spLocks noGrp="1"/>
          </p:cNvSpPr>
          <p:nvPr>
            <p:ph type="title"/>
          </p:nvPr>
        </p:nvSpPr>
        <p:spPr bwMode="gray"/>
        <p:txBody>
          <a:bodyPr/>
          <a:lstStyle/>
          <a:p>
            <a:r>
              <a:rPr lang="en-US" altLang="zh-CN" dirty="0"/>
              <a:t>YANG</a:t>
            </a:r>
            <a:r>
              <a:rPr lang="zh-CN" altLang="en-US" dirty="0"/>
              <a:t>：数据节点</a:t>
            </a:r>
          </a:p>
        </p:txBody>
      </p:sp>
      <p:grpSp>
        <p:nvGrpSpPr>
          <p:cNvPr id="16" name="组合 15">
            <a:extLst>
              <a:ext uri="{FF2B5EF4-FFF2-40B4-BE49-F238E27FC236}">
                <a16:creationId xmlns:a16="http://schemas.microsoft.com/office/drawing/2014/main" id="{66F152A5-83FE-4F9D-8EFD-143639FBF35D}"/>
              </a:ext>
            </a:extLst>
          </p:cNvPr>
          <p:cNvGrpSpPr/>
          <p:nvPr/>
        </p:nvGrpSpPr>
        <p:grpSpPr bwMode="gray">
          <a:xfrm>
            <a:off x="1641023" y="2678518"/>
            <a:ext cx="3581400" cy="1803646"/>
            <a:chOff x="647963" y="1353210"/>
            <a:chExt cx="3581400" cy="1803646"/>
          </a:xfrm>
        </p:grpSpPr>
        <p:grpSp>
          <p:nvGrpSpPr>
            <p:cNvPr id="3" name="组合 2">
              <a:extLst>
                <a:ext uri="{FF2B5EF4-FFF2-40B4-BE49-F238E27FC236}">
                  <a16:creationId xmlns:a16="http://schemas.microsoft.com/office/drawing/2014/main" id="{40219E8F-F425-4381-B554-7C7F4E73777B}"/>
                </a:ext>
              </a:extLst>
            </p:cNvPr>
            <p:cNvGrpSpPr/>
            <p:nvPr/>
          </p:nvGrpSpPr>
          <p:grpSpPr bwMode="gray">
            <a:xfrm>
              <a:off x="647963" y="1353210"/>
              <a:ext cx="3581400" cy="1803646"/>
              <a:chOff x="368563" y="2659684"/>
              <a:chExt cx="3581400" cy="1803646"/>
            </a:xfrm>
          </p:grpSpPr>
          <p:sp>
            <p:nvSpPr>
              <p:cNvPr id="4" name="圆角矩形 3">
                <a:extLst>
                  <a:ext uri="{FF2B5EF4-FFF2-40B4-BE49-F238E27FC236}">
                    <a16:creationId xmlns:a16="http://schemas.microsoft.com/office/drawing/2014/main" id="{97411DB8-A23A-4D3C-B179-9D7559E9CB41}"/>
                  </a:ext>
                </a:extLst>
              </p:cNvPr>
              <p:cNvSpPr/>
              <p:nvPr/>
            </p:nvSpPr>
            <p:spPr bwMode="gray">
              <a:xfrm>
                <a:off x="368563" y="2850198"/>
                <a:ext cx="3581400" cy="1613132"/>
              </a:xfrm>
              <a:prstGeom prst="roundRect">
                <a:avLst>
                  <a:gd name="adj" fmla="val 11463"/>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文本框 4">
                <a:extLst>
                  <a:ext uri="{FF2B5EF4-FFF2-40B4-BE49-F238E27FC236}">
                    <a16:creationId xmlns:a16="http://schemas.microsoft.com/office/drawing/2014/main" id="{15C96B42-2FC8-4734-8608-44171D537421}"/>
                  </a:ext>
                </a:extLst>
              </p:cNvPr>
              <p:cNvSpPr txBox="1"/>
              <p:nvPr/>
            </p:nvSpPr>
            <p:spPr bwMode="gray">
              <a:xfrm>
                <a:off x="536662" y="2659684"/>
                <a:ext cx="3276859" cy="369332"/>
              </a:xfrm>
              <a:prstGeom prst="rect">
                <a:avLst/>
              </a:prstGeom>
              <a:solidFill>
                <a:schemeClr val="bg1"/>
              </a:solidFill>
            </p:spPr>
            <p:txBody>
              <a:bodyPr wrap="none" rtlCol="0">
                <a:spAutoFit/>
              </a:bodyPr>
              <a:lstStyle/>
              <a:p>
                <a:r>
                  <a:rPr lang="zh-CN" altLang="en-US" b="1" dirty="0">
                    <a:solidFill>
                      <a:prstClr val="black"/>
                    </a:solidFill>
                  </a:rPr>
                  <a:t>叶和叶列表</a:t>
                </a:r>
                <a:r>
                  <a:rPr lang="zh-CN" altLang="en-US" sz="1600" b="1" dirty="0">
                    <a:solidFill>
                      <a:prstClr val="black"/>
                    </a:solidFill>
                  </a:rPr>
                  <a:t>（</a:t>
                </a:r>
                <a:r>
                  <a:rPr lang="en-US" altLang="zh-CN" sz="1600" b="1" dirty="0">
                    <a:solidFill>
                      <a:prstClr val="black"/>
                    </a:solidFill>
                  </a:rPr>
                  <a:t>Leaf &amp; Leaf-list</a:t>
                </a:r>
                <a:r>
                  <a:rPr lang="zh-CN" altLang="en-US" sz="1600" b="1" dirty="0">
                    <a:solidFill>
                      <a:prstClr val="black"/>
                    </a:solidFill>
                  </a:rPr>
                  <a:t>）</a:t>
                </a:r>
                <a:endParaRPr lang="zh-CN" altLang="en-US" sz="1100" b="1" dirty="0">
                  <a:solidFill>
                    <a:prstClr val="black"/>
                  </a:solidFill>
                </a:endParaRPr>
              </a:p>
            </p:txBody>
          </p:sp>
        </p:grpSp>
        <p:sp>
          <p:nvSpPr>
            <p:cNvPr id="6" name="文本框 5">
              <a:extLst>
                <a:ext uri="{FF2B5EF4-FFF2-40B4-BE49-F238E27FC236}">
                  <a16:creationId xmlns:a16="http://schemas.microsoft.com/office/drawing/2014/main" id="{D7F218FC-5E79-4358-B6D0-29A3ADC4E6AC}"/>
                </a:ext>
              </a:extLst>
            </p:cNvPr>
            <p:cNvSpPr txBox="1"/>
            <p:nvPr/>
          </p:nvSpPr>
          <p:spPr bwMode="gray">
            <a:xfrm>
              <a:off x="779033" y="1798755"/>
              <a:ext cx="3319259" cy="1246495"/>
            </a:xfrm>
            <a:prstGeom prst="rect">
              <a:avLst/>
            </a:prstGeom>
            <a:noFill/>
          </p:spPr>
          <p:txBody>
            <a:bodyPr wrap="square" rtlCol="0">
              <a:spAutoFit/>
            </a:bodyPr>
            <a:lstStyle/>
            <a:p>
              <a:r>
                <a:rPr lang="zh-CN" altLang="en-US" sz="1500" dirty="0">
                  <a:solidFill>
                    <a:prstClr val="black"/>
                  </a:solidFill>
                </a:rPr>
                <a:t>叶子包含简单的数据，如整数和字符串，它只有一个特定类型的值，没有子节点。</a:t>
              </a:r>
              <a:endParaRPr lang="en-US" altLang="zh-CN" sz="1500" dirty="0">
                <a:solidFill>
                  <a:prstClr val="black"/>
                </a:solidFill>
              </a:endParaRPr>
            </a:p>
            <a:p>
              <a:endParaRPr lang="en-US" altLang="zh-CN" sz="1500" dirty="0">
                <a:solidFill>
                  <a:prstClr val="black"/>
                </a:solidFill>
              </a:endParaRPr>
            </a:p>
            <a:p>
              <a:r>
                <a:rPr lang="zh-CN" altLang="en-US" sz="1500" dirty="0">
                  <a:solidFill>
                    <a:prstClr val="black"/>
                  </a:solidFill>
                </a:rPr>
                <a:t>叶列表定义了特定类型的值序列。</a:t>
              </a:r>
              <a:endParaRPr lang="en-US" altLang="zh-CN" sz="1500" dirty="0">
                <a:solidFill>
                  <a:prstClr val="black"/>
                </a:solidFill>
              </a:endParaRPr>
            </a:p>
          </p:txBody>
        </p:sp>
      </p:grpSp>
      <p:grpSp>
        <p:nvGrpSpPr>
          <p:cNvPr id="17" name="组合 16">
            <a:extLst>
              <a:ext uri="{FF2B5EF4-FFF2-40B4-BE49-F238E27FC236}">
                <a16:creationId xmlns:a16="http://schemas.microsoft.com/office/drawing/2014/main" id="{999DEE36-0EFA-4924-849A-18B24F4E0078}"/>
              </a:ext>
            </a:extLst>
          </p:cNvPr>
          <p:cNvGrpSpPr/>
          <p:nvPr/>
        </p:nvGrpSpPr>
        <p:grpSpPr bwMode="gray">
          <a:xfrm>
            <a:off x="1641023" y="1027777"/>
            <a:ext cx="3581400" cy="1485886"/>
            <a:chOff x="647963" y="3347369"/>
            <a:chExt cx="3581400" cy="1485886"/>
          </a:xfrm>
        </p:grpSpPr>
        <p:grpSp>
          <p:nvGrpSpPr>
            <p:cNvPr id="7" name="组合 6">
              <a:extLst>
                <a:ext uri="{FF2B5EF4-FFF2-40B4-BE49-F238E27FC236}">
                  <a16:creationId xmlns:a16="http://schemas.microsoft.com/office/drawing/2014/main" id="{1493A167-45AA-4E3C-A430-CACC2909D001}"/>
                </a:ext>
              </a:extLst>
            </p:cNvPr>
            <p:cNvGrpSpPr/>
            <p:nvPr/>
          </p:nvGrpSpPr>
          <p:grpSpPr bwMode="gray">
            <a:xfrm>
              <a:off x="647963" y="3347369"/>
              <a:ext cx="3581400" cy="1485886"/>
              <a:chOff x="368563" y="2659684"/>
              <a:chExt cx="3581400" cy="1485886"/>
            </a:xfrm>
          </p:grpSpPr>
          <p:sp>
            <p:nvSpPr>
              <p:cNvPr id="8" name="圆角矩形 8">
                <a:extLst>
                  <a:ext uri="{FF2B5EF4-FFF2-40B4-BE49-F238E27FC236}">
                    <a16:creationId xmlns:a16="http://schemas.microsoft.com/office/drawing/2014/main" id="{655D2DC9-747B-4BA5-875C-463DFF14D892}"/>
                  </a:ext>
                </a:extLst>
              </p:cNvPr>
              <p:cNvSpPr/>
              <p:nvPr/>
            </p:nvSpPr>
            <p:spPr bwMode="gray">
              <a:xfrm>
                <a:off x="368563" y="2850198"/>
                <a:ext cx="3581400" cy="1295372"/>
              </a:xfrm>
              <a:prstGeom prst="roundRect">
                <a:avLst>
                  <a:gd name="adj" fmla="val 11463"/>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文本框 8">
                <a:extLst>
                  <a:ext uri="{FF2B5EF4-FFF2-40B4-BE49-F238E27FC236}">
                    <a16:creationId xmlns:a16="http://schemas.microsoft.com/office/drawing/2014/main" id="{61A330D5-CA15-403A-9FE5-0692347C885F}"/>
                  </a:ext>
                </a:extLst>
              </p:cNvPr>
              <p:cNvSpPr txBox="1"/>
              <p:nvPr/>
            </p:nvSpPr>
            <p:spPr bwMode="gray">
              <a:xfrm>
                <a:off x="714462" y="2659684"/>
                <a:ext cx="2031325" cy="369332"/>
              </a:xfrm>
              <a:prstGeom prst="rect">
                <a:avLst/>
              </a:prstGeom>
              <a:solidFill>
                <a:schemeClr val="bg1"/>
              </a:solidFill>
            </p:spPr>
            <p:txBody>
              <a:bodyPr wrap="none" rtlCol="0">
                <a:spAutoFit/>
              </a:bodyPr>
              <a:lstStyle/>
              <a:p>
                <a:r>
                  <a:rPr lang="zh-CN" altLang="en-US" b="1" dirty="0">
                    <a:solidFill>
                      <a:prstClr val="black"/>
                    </a:solidFill>
                  </a:rPr>
                  <a:t>容器</a:t>
                </a:r>
                <a:r>
                  <a:rPr lang="zh-CN" altLang="en-US" sz="1600" b="1" dirty="0">
                    <a:solidFill>
                      <a:prstClr val="black"/>
                    </a:solidFill>
                  </a:rPr>
                  <a:t>（</a:t>
                </a:r>
                <a:r>
                  <a:rPr lang="en-US" altLang="zh-CN" sz="1600" b="1" dirty="0">
                    <a:solidFill>
                      <a:prstClr val="black"/>
                    </a:solidFill>
                  </a:rPr>
                  <a:t>Container</a:t>
                </a:r>
                <a:r>
                  <a:rPr lang="zh-CN" altLang="en-US" sz="1600" b="1" dirty="0">
                    <a:solidFill>
                      <a:prstClr val="black"/>
                    </a:solidFill>
                  </a:rPr>
                  <a:t>）</a:t>
                </a:r>
                <a:endParaRPr lang="zh-CN" altLang="en-US" sz="1100" b="1" dirty="0">
                  <a:solidFill>
                    <a:prstClr val="black"/>
                  </a:solidFill>
                </a:endParaRPr>
              </a:p>
            </p:txBody>
          </p:sp>
        </p:grpSp>
        <p:sp>
          <p:nvSpPr>
            <p:cNvPr id="10" name="文本框 9">
              <a:extLst>
                <a:ext uri="{FF2B5EF4-FFF2-40B4-BE49-F238E27FC236}">
                  <a16:creationId xmlns:a16="http://schemas.microsoft.com/office/drawing/2014/main" id="{7B7CE48A-2212-4889-A158-E0A68E5ACC6A}"/>
                </a:ext>
              </a:extLst>
            </p:cNvPr>
            <p:cNvSpPr txBox="1"/>
            <p:nvPr/>
          </p:nvSpPr>
          <p:spPr bwMode="gray">
            <a:xfrm>
              <a:off x="779032" y="3831014"/>
              <a:ext cx="3319259" cy="784830"/>
            </a:xfrm>
            <a:prstGeom prst="rect">
              <a:avLst/>
            </a:prstGeom>
            <a:noFill/>
          </p:spPr>
          <p:txBody>
            <a:bodyPr wrap="square" rtlCol="0">
              <a:spAutoFit/>
            </a:bodyPr>
            <a:lstStyle/>
            <a:p>
              <a:r>
                <a:rPr lang="zh-CN" altLang="en-US" sz="1500" dirty="0">
                  <a:solidFill>
                    <a:prstClr val="black"/>
                  </a:solidFill>
                </a:rPr>
                <a:t>容器用来为节点分组，它只有子节点，没有值。子节点可以是容器、叶节点、叶列表节点和列表节点。</a:t>
              </a:r>
              <a:endParaRPr lang="en-US" altLang="zh-CN" sz="1500" dirty="0">
                <a:solidFill>
                  <a:prstClr val="black"/>
                </a:solidFill>
              </a:endParaRPr>
            </a:p>
          </p:txBody>
        </p:sp>
      </p:grpSp>
      <p:grpSp>
        <p:nvGrpSpPr>
          <p:cNvPr id="11" name="组合 10">
            <a:extLst>
              <a:ext uri="{FF2B5EF4-FFF2-40B4-BE49-F238E27FC236}">
                <a16:creationId xmlns:a16="http://schemas.microsoft.com/office/drawing/2014/main" id="{266AE8E7-6D1E-4BC0-8AD8-CA067DB4C6DA}"/>
              </a:ext>
            </a:extLst>
          </p:cNvPr>
          <p:cNvGrpSpPr/>
          <p:nvPr/>
        </p:nvGrpSpPr>
        <p:grpSpPr bwMode="gray">
          <a:xfrm>
            <a:off x="1641023" y="4659976"/>
            <a:ext cx="3581400" cy="1404662"/>
            <a:chOff x="368563" y="2659684"/>
            <a:chExt cx="3581400" cy="1485886"/>
          </a:xfrm>
        </p:grpSpPr>
        <p:sp>
          <p:nvSpPr>
            <p:cNvPr id="12" name="圆角矩形 12">
              <a:extLst>
                <a:ext uri="{FF2B5EF4-FFF2-40B4-BE49-F238E27FC236}">
                  <a16:creationId xmlns:a16="http://schemas.microsoft.com/office/drawing/2014/main" id="{DBB15BEF-552A-40A5-877E-5E2DDFC08CC1}"/>
                </a:ext>
              </a:extLst>
            </p:cNvPr>
            <p:cNvSpPr/>
            <p:nvPr/>
          </p:nvSpPr>
          <p:spPr bwMode="gray">
            <a:xfrm>
              <a:off x="368563" y="2850198"/>
              <a:ext cx="3581400" cy="1295372"/>
            </a:xfrm>
            <a:prstGeom prst="roundRect">
              <a:avLst>
                <a:gd name="adj" fmla="val 11463"/>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文本框 12">
              <a:extLst>
                <a:ext uri="{FF2B5EF4-FFF2-40B4-BE49-F238E27FC236}">
                  <a16:creationId xmlns:a16="http://schemas.microsoft.com/office/drawing/2014/main" id="{FF4F1370-4DE7-40D2-8805-259C29026023}"/>
                </a:ext>
              </a:extLst>
            </p:cNvPr>
            <p:cNvSpPr txBox="1"/>
            <p:nvPr/>
          </p:nvSpPr>
          <p:spPr bwMode="gray">
            <a:xfrm>
              <a:off x="714462" y="2659684"/>
              <a:ext cx="1409360" cy="390688"/>
            </a:xfrm>
            <a:prstGeom prst="rect">
              <a:avLst/>
            </a:prstGeom>
            <a:solidFill>
              <a:schemeClr val="bg1"/>
            </a:solidFill>
          </p:spPr>
          <p:txBody>
            <a:bodyPr wrap="none" rtlCol="0">
              <a:spAutoFit/>
            </a:bodyPr>
            <a:lstStyle/>
            <a:p>
              <a:r>
                <a:rPr lang="zh-CN" altLang="en-US" b="1" dirty="0">
                  <a:solidFill>
                    <a:prstClr val="black"/>
                  </a:solidFill>
                </a:rPr>
                <a:t>列表</a:t>
              </a:r>
              <a:r>
                <a:rPr lang="zh-CN" altLang="en-US" sz="1600" b="1" dirty="0">
                  <a:solidFill>
                    <a:prstClr val="black"/>
                  </a:solidFill>
                </a:rPr>
                <a:t>（</a:t>
              </a:r>
              <a:r>
                <a:rPr lang="en-US" altLang="zh-CN" sz="1600" b="1" dirty="0">
                  <a:solidFill>
                    <a:prstClr val="black"/>
                  </a:solidFill>
                </a:rPr>
                <a:t>List</a:t>
              </a:r>
              <a:r>
                <a:rPr lang="zh-CN" altLang="en-US" sz="1600" b="1" dirty="0">
                  <a:solidFill>
                    <a:prstClr val="black"/>
                  </a:solidFill>
                </a:rPr>
                <a:t>）</a:t>
              </a:r>
              <a:endParaRPr lang="zh-CN" altLang="en-US" sz="1100" b="1" dirty="0">
                <a:solidFill>
                  <a:prstClr val="black"/>
                </a:solidFill>
              </a:endParaRPr>
            </a:p>
          </p:txBody>
        </p:sp>
      </p:grpSp>
      <p:sp>
        <p:nvSpPr>
          <p:cNvPr id="14" name="文本框 13">
            <a:extLst>
              <a:ext uri="{FF2B5EF4-FFF2-40B4-BE49-F238E27FC236}">
                <a16:creationId xmlns:a16="http://schemas.microsoft.com/office/drawing/2014/main" id="{625EA212-9E76-4F7E-865A-4A6630235834}"/>
              </a:ext>
            </a:extLst>
          </p:cNvPr>
          <p:cNvSpPr txBox="1"/>
          <p:nvPr/>
        </p:nvSpPr>
        <p:spPr bwMode="gray">
          <a:xfrm>
            <a:off x="1772091" y="4983531"/>
            <a:ext cx="3319259" cy="1015663"/>
          </a:xfrm>
          <a:prstGeom prst="rect">
            <a:avLst/>
          </a:prstGeom>
          <a:noFill/>
        </p:spPr>
        <p:txBody>
          <a:bodyPr wrap="square" rtlCol="0">
            <a:spAutoFit/>
          </a:bodyPr>
          <a:lstStyle/>
          <a:p>
            <a:r>
              <a:rPr lang="zh-CN" altLang="en-US" sz="1500">
                <a:solidFill>
                  <a:prstClr val="black"/>
                </a:solidFill>
              </a:rPr>
              <a:t>列表为一系列数据节点的集合，由</a:t>
            </a:r>
            <a:r>
              <a:rPr lang="en-US" altLang="zh-CN" sz="1500">
                <a:solidFill>
                  <a:prstClr val="black"/>
                </a:solidFill>
              </a:rPr>
              <a:t>key</a:t>
            </a:r>
            <a:r>
              <a:rPr lang="zh-CN" altLang="en-US" sz="1500">
                <a:solidFill>
                  <a:prstClr val="black"/>
                </a:solidFill>
              </a:rPr>
              <a:t>标识，并由</a:t>
            </a:r>
            <a:r>
              <a:rPr lang="en-US" altLang="zh-CN" sz="1500">
                <a:solidFill>
                  <a:prstClr val="black"/>
                </a:solidFill>
              </a:rPr>
              <a:t>unique</a:t>
            </a:r>
            <a:r>
              <a:rPr lang="zh-CN" altLang="en-US" sz="1500">
                <a:solidFill>
                  <a:prstClr val="black"/>
                </a:solidFill>
              </a:rPr>
              <a:t>定义哪些数据节点需保持唯一。子节点可以是容器、叶节点、叶列表。</a:t>
            </a:r>
            <a:endParaRPr lang="en-US" altLang="zh-CN" sz="1500" dirty="0">
              <a:solidFill>
                <a:prstClr val="black"/>
              </a:solidFill>
            </a:endParaRPr>
          </a:p>
        </p:txBody>
      </p:sp>
      <p:sp>
        <p:nvSpPr>
          <p:cNvPr id="15" name="文本框 14">
            <a:extLst>
              <a:ext uri="{FF2B5EF4-FFF2-40B4-BE49-F238E27FC236}">
                <a16:creationId xmlns:a16="http://schemas.microsoft.com/office/drawing/2014/main" id="{014FCB1A-2D66-4E0F-A05B-4EE9A4A67537}"/>
              </a:ext>
            </a:extLst>
          </p:cNvPr>
          <p:cNvSpPr txBox="1"/>
          <p:nvPr/>
        </p:nvSpPr>
        <p:spPr bwMode="gray">
          <a:xfrm>
            <a:off x="5568322" y="1027777"/>
            <a:ext cx="5127538" cy="5047536"/>
          </a:xfrm>
          <a:prstGeom prst="rect">
            <a:avLst/>
          </a:prstGeom>
          <a:noFill/>
        </p:spPr>
        <p:txBody>
          <a:bodyPr wrap="square" rtlCol="0">
            <a:spAutoFit/>
          </a:bodyPr>
          <a:lstStyle/>
          <a:p>
            <a:r>
              <a:rPr lang="en-US" altLang="zh-CN" sz="1400" b="1" dirty="0"/>
              <a:t>container</a:t>
            </a:r>
            <a:r>
              <a:rPr lang="en-US" altLang="zh-CN" sz="1400" dirty="0"/>
              <a:t> system {</a:t>
            </a:r>
          </a:p>
          <a:p>
            <a:r>
              <a:rPr lang="en-US" altLang="zh-CN" sz="1400" b="1" dirty="0"/>
              <a:t>  container </a:t>
            </a:r>
            <a:r>
              <a:rPr lang="en-US" altLang="zh-CN" sz="1400" dirty="0"/>
              <a:t>login {</a:t>
            </a:r>
          </a:p>
          <a:p>
            <a:r>
              <a:rPr lang="en-US" altLang="zh-CN" sz="1400" b="1" dirty="0"/>
              <a:t>    leaf </a:t>
            </a:r>
            <a:r>
              <a:rPr lang="en-US" altLang="zh-CN" sz="1400" dirty="0"/>
              <a:t>message {</a:t>
            </a:r>
          </a:p>
          <a:p>
            <a:r>
              <a:rPr lang="en-US" altLang="zh-CN" sz="1400" dirty="0"/>
              <a:t>      type string;</a:t>
            </a:r>
          </a:p>
          <a:p>
            <a:r>
              <a:rPr lang="en-US" altLang="zh-CN" sz="1400" dirty="0"/>
              <a:t>      description “Message given at start of login session.”;</a:t>
            </a:r>
          </a:p>
          <a:p>
            <a:r>
              <a:rPr lang="en-US" altLang="zh-CN" sz="1400" dirty="0"/>
              <a:t>    }</a:t>
            </a:r>
          </a:p>
          <a:p>
            <a:endParaRPr lang="en-US" altLang="zh-CN" sz="1400" dirty="0"/>
          </a:p>
          <a:p>
            <a:r>
              <a:rPr lang="en-US" altLang="zh-CN" sz="1400" b="1" dirty="0"/>
              <a:t>    leaf-list </a:t>
            </a:r>
            <a:r>
              <a:rPr lang="en-US" altLang="zh-CN" sz="1400" dirty="0"/>
              <a:t>prohibited-users {</a:t>
            </a:r>
          </a:p>
          <a:p>
            <a:r>
              <a:rPr lang="en-US" altLang="zh-CN" sz="1400" dirty="0"/>
              <a:t>      type: string;</a:t>
            </a:r>
          </a:p>
          <a:p>
            <a:r>
              <a:rPr lang="en-US" altLang="zh-CN" sz="1400" dirty="0"/>
              <a:t>      description: “List of users not allowed to login.”;</a:t>
            </a:r>
          </a:p>
          <a:p>
            <a:r>
              <a:rPr lang="en-US" altLang="zh-CN" sz="1400" dirty="0"/>
              <a:t>    }</a:t>
            </a:r>
          </a:p>
          <a:p>
            <a:endParaRPr lang="en-US" altLang="zh-CN" sz="1400" dirty="0"/>
          </a:p>
          <a:p>
            <a:r>
              <a:rPr lang="en-US" altLang="zh-CN" sz="1400" b="1" dirty="0"/>
              <a:t>    list </a:t>
            </a:r>
            <a:r>
              <a:rPr lang="en-US" altLang="zh-CN" sz="1400" dirty="0"/>
              <a:t>user {</a:t>
            </a:r>
          </a:p>
          <a:p>
            <a:r>
              <a:rPr lang="en-US" altLang="zh-CN" sz="1400" b="1" dirty="0"/>
              <a:t>      key </a:t>
            </a:r>
            <a:r>
              <a:rPr lang="en-US" altLang="zh-CN" sz="1400" dirty="0"/>
              <a:t>“name”;</a:t>
            </a:r>
          </a:p>
          <a:p>
            <a:r>
              <a:rPr lang="en-US" altLang="zh-CN" sz="1400" b="1" dirty="0"/>
              <a:t>      unique </a:t>
            </a:r>
            <a:r>
              <a:rPr lang="en-US" altLang="zh-CN" sz="1400" dirty="0"/>
              <a:t>“name”;</a:t>
            </a:r>
          </a:p>
          <a:p>
            <a:r>
              <a:rPr lang="en-US" altLang="zh-CN" sz="1400" b="1" dirty="0"/>
              <a:t>      leaf </a:t>
            </a:r>
            <a:r>
              <a:rPr lang="en-US" altLang="zh-CN" sz="1400" dirty="0"/>
              <a:t>name {</a:t>
            </a:r>
          </a:p>
          <a:p>
            <a:r>
              <a:rPr lang="en-US" altLang="zh-CN" sz="1400" dirty="0"/>
              <a:t>        type string;</a:t>
            </a:r>
          </a:p>
          <a:p>
            <a:r>
              <a:rPr lang="en-US" altLang="zh-CN" sz="1400" dirty="0"/>
              <a:t>      }</a:t>
            </a:r>
          </a:p>
          <a:p>
            <a:r>
              <a:rPr lang="en-US" altLang="zh-CN" sz="1400" dirty="0"/>
              <a:t>    </a:t>
            </a:r>
          </a:p>
          <a:p>
            <a:r>
              <a:rPr lang="en-US" altLang="zh-CN" sz="1400" dirty="0"/>
              <a:t>      </a:t>
            </a:r>
            <a:r>
              <a:rPr lang="en-US" altLang="zh-CN" sz="1400" b="1" dirty="0"/>
              <a:t>leaf </a:t>
            </a:r>
            <a:r>
              <a:rPr lang="en-US" altLang="zh-CN" sz="1400" dirty="0"/>
              <a:t>level {</a:t>
            </a:r>
          </a:p>
          <a:p>
            <a:r>
              <a:rPr lang="en-US" altLang="zh-CN" sz="1400" dirty="0"/>
              <a:t>        type uint8;</a:t>
            </a:r>
          </a:p>
          <a:p>
            <a:r>
              <a:rPr lang="en-US" altLang="zh-CN" sz="1400" dirty="0"/>
              <a:t>      }</a:t>
            </a:r>
          </a:p>
          <a:p>
            <a:r>
              <a:rPr lang="en-US" altLang="zh-CN" sz="1400" dirty="0"/>
              <a:t>……</a:t>
            </a:r>
          </a:p>
        </p:txBody>
      </p:sp>
    </p:spTree>
    <p:extLst>
      <p:ext uri="{BB962C8B-B14F-4D97-AF65-F5344CB8AC3E}">
        <p14:creationId xmlns:p14="http://schemas.microsoft.com/office/powerpoint/2010/main" val="16535501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889950-4D97-460E-AEEA-05D1E03433BC}"/>
              </a:ext>
            </a:extLst>
          </p:cNvPr>
          <p:cNvSpPr>
            <a:spLocks noGrp="1"/>
          </p:cNvSpPr>
          <p:nvPr>
            <p:ph type="title"/>
          </p:nvPr>
        </p:nvSpPr>
        <p:spPr bwMode="gray"/>
        <p:txBody>
          <a:bodyPr/>
          <a:lstStyle/>
          <a:p>
            <a:r>
              <a:rPr lang="en-US" altLang="zh-CN" dirty="0"/>
              <a:t>YANG</a:t>
            </a:r>
            <a:r>
              <a:rPr lang="zh-CN" altLang="en-US" dirty="0"/>
              <a:t>：数据和数据类型</a:t>
            </a:r>
          </a:p>
        </p:txBody>
      </p:sp>
      <p:grpSp>
        <p:nvGrpSpPr>
          <p:cNvPr id="8" name="组合 7">
            <a:extLst>
              <a:ext uri="{FF2B5EF4-FFF2-40B4-BE49-F238E27FC236}">
                <a16:creationId xmlns:a16="http://schemas.microsoft.com/office/drawing/2014/main" id="{D5F5B0A3-A4A7-4F1C-991E-8562E4B61B57}"/>
              </a:ext>
            </a:extLst>
          </p:cNvPr>
          <p:cNvGrpSpPr/>
          <p:nvPr/>
        </p:nvGrpSpPr>
        <p:grpSpPr bwMode="gray">
          <a:xfrm>
            <a:off x="539906" y="1537441"/>
            <a:ext cx="3581400" cy="3846512"/>
            <a:chOff x="965463" y="1271588"/>
            <a:chExt cx="3581400" cy="3846512"/>
          </a:xfrm>
        </p:grpSpPr>
        <p:grpSp>
          <p:nvGrpSpPr>
            <p:cNvPr id="3" name="组合 2">
              <a:extLst>
                <a:ext uri="{FF2B5EF4-FFF2-40B4-BE49-F238E27FC236}">
                  <a16:creationId xmlns:a16="http://schemas.microsoft.com/office/drawing/2014/main" id="{8C205379-186B-44BE-98E5-7459337C19D1}"/>
                </a:ext>
              </a:extLst>
            </p:cNvPr>
            <p:cNvGrpSpPr/>
            <p:nvPr/>
          </p:nvGrpSpPr>
          <p:grpSpPr bwMode="gray">
            <a:xfrm>
              <a:off x="965463" y="1271588"/>
              <a:ext cx="3581400" cy="3846512"/>
              <a:chOff x="368563" y="2659684"/>
              <a:chExt cx="3581400" cy="3846512"/>
            </a:xfrm>
          </p:grpSpPr>
          <p:sp>
            <p:nvSpPr>
              <p:cNvPr id="4" name="圆角矩形 3">
                <a:extLst>
                  <a:ext uri="{FF2B5EF4-FFF2-40B4-BE49-F238E27FC236}">
                    <a16:creationId xmlns:a16="http://schemas.microsoft.com/office/drawing/2014/main" id="{347F8C1E-0CCF-4E7B-B8B6-1B3B06092E34}"/>
                  </a:ext>
                </a:extLst>
              </p:cNvPr>
              <p:cNvSpPr/>
              <p:nvPr/>
            </p:nvSpPr>
            <p:spPr bwMode="gray">
              <a:xfrm>
                <a:off x="368563" y="2850197"/>
                <a:ext cx="3581400" cy="3655999"/>
              </a:xfrm>
              <a:prstGeom prst="roundRect">
                <a:avLst>
                  <a:gd name="adj" fmla="val 5992"/>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文本框 4">
                <a:extLst>
                  <a:ext uri="{FF2B5EF4-FFF2-40B4-BE49-F238E27FC236}">
                    <a16:creationId xmlns:a16="http://schemas.microsoft.com/office/drawing/2014/main" id="{5FC6DEFB-3DDA-415F-B893-A33A6CE45F49}"/>
                  </a:ext>
                </a:extLst>
              </p:cNvPr>
              <p:cNvSpPr txBox="1"/>
              <p:nvPr/>
            </p:nvSpPr>
            <p:spPr bwMode="gray">
              <a:xfrm>
                <a:off x="663662" y="2659684"/>
                <a:ext cx="3198311" cy="369332"/>
              </a:xfrm>
              <a:prstGeom prst="rect">
                <a:avLst/>
              </a:prstGeom>
              <a:solidFill>
                <a:schemeClr val="bg1"/>
              </a:solidFill>
            </p:spPr>
            <p:txBody>
              <a:bodyPr wrap="none" rtlCol="0">
                <a:spAutoFit/>
              </a:bodyPr>
              <a:lstStyle/>
              <a:p>
                <a:r>
                  <a:rPr lang="zh-CN" altLang="en-US" b="1" dirty="0">
                    <a:solidFill>
                      <a:prstClr val="black"/>
                    </a:solidFill>
                    <a:latin typeface="方正兰亭黑简体"/>
                  </a:rPr>
                  <a:t>配置和状态</a:t>
                </a:r>
                <a:r>
                  <a:rPr lang="zh-CN" altLang="en-US" sz="1400" b="1" dirty="0">
                    <a:solidFill>
                      <a:prstClr val="black"/>
                    </a:solidFill>
                    <a:latin typeface="方正兰亭黑简体"/>
                  </a:rPr>
                  <a:t>（</a:t>
                </a:r>
                <a:r>
                  <a:rPr lang="en-US" altLang="zh-CN" sz="1400" b="1" dirty="0" err="1">
                    <a:solidFill>
                      <a:prstClr val="black"/>
                    </a:solidFill>
                    <a:latin typeface="方正兰亭黑简体"/>
                  </a:rPr>
                  <a:t>Config</a:t>
                </a:r>
                <a:r>
                  <a:rPr lang="en-US" altLang="zh-CN" sz="1400" b="1" dirty="0">
                    <a:solidFill>
                      <a:prstClr val="black"/>
                    </a:solidFill>
                    <a:latin typeface="方正兰亭黑简体"/>
                  </a:rPr>
                  <a:t>. &amp; Status</a:t>
                </a:r>
                <a:r>
                  <a:rPr lang="zh-CN" altLang="en-US" sz="1400" b="1" dirty="0">
                    <a:solidFill>
                      <a:prstClr val="black"/>
                    </a:solidFill>
                    <a:latin typeface="方正兰亭黑简体"/>
                  </a:rPr>
                  <a:t>）</a:t>
                </a:r>
                <a:endParaRPr lang="zh-CN" altLang="en-US" sz="1100" b="1" dirty="0">
                  <a:solidFill>
                    <a:prstClr val="black"/>
                  </a:solidFill>
                  <a:latin typeface="方正兰亭黑简体"/>
                </a:endParaRPr>
              </a:p>
            </p:txBody>
          </p:sp>
        </p:grpSp>
        <p:sp>
          <p:nvSpPr>
            <p:cNvPr id="6" name="矩形 5">
              <a:extLst>
                <a:ext uri="{FF2B5EF4-FFF2-40B4-BE49-F238E27FC236}">
                  <a16:creationId xmlns:a16="http://schemas.microsoft.com/office/drawing/2014/main" id="{FABBF821-DE67-45E6-96A7-6AE7D982FBB2}"/>
                </a:ext>
              </a:extLst>
            </p:cNvPr>
            <p:cNvSpPr/>
            <p:nvPr/>
          </p:nvSpPr>
          <p:spPr bwMode="gray">
            <a:xfrm>
              <a:off x="1121107" y="1774114"/>
              <a:ext cx="3270112" cy="3000821"/>
            </a:xfrm>
            <a:prstGeom prst="rect">
              <a:avLst/>
            </a:prstGeom>
          </p:spPr>
          <p:txBody>
            <a:bodyPr wrap="square">
              <a:spAutoFit/>
            </a:bodyPr>
            <a:lstStyle/>
            <a:p>
              <a:pPr>
                <a:lnSpc>
                  <a:spcPct val="150000"/>
                </a:lnSpc>
              </a:pPr>
              <a:r>
                <a:rPr lang="en-US" altLang="zh-CN" sz="1400" dirty="0">
                  <a:solidFill>
                    <a:prstClr val="black"/>
                  </a:solidFill>
                </a:rPr>
                <a:t>YANG</a:t>
              </a:r>
              <a:r>
                <a:rPr lang="zh-CN" altLang="en-US" sz="1400" dirty="0">
                  <a:solidFill>
                    <a:prstClr val="black"/>
                  </a:solidFill>
                </a:rPr>
                <a:t>可以根据“</a:t>
              </a:r>
              <a:r>
                <a:rPr lang="en-US" altLang="zh-CN" sz="1400" dirty="0" err="1">
                  <a:solidFill>
                    <a:prstClr val="black"/>
                  </a:solidFill>
                </a:rPr>
                <a:t>config</a:t>
              </a:r>
              <a:r>
                <a:rPr lang="zh-CN" altLang="en-US" sz="1400" dirty="0">
                  <a:solidFill>
                    <a:prstClr val="black"/>
                  </a:solidFill>
                </a:rPr>
                <a:t>”语句为状态数据和配置数据建模。 当一个节点被标记为“</a:t>
              </a:r>
              <a:r>
                <a:rPr lang="en-US" altLang="zh-CN" sz="1400" dirty="0" err="1">
                  <a:solidFill>
                    <a:prstClr val="black"/>
                  </a:solidFill>
                </a:rPr>
                <a:t>config</a:t>
              </a:r>
              <a:r>
                <a:rPr lang="en-US" altLang="zh-CN" sz="1400" dirty="0">
                  <a:solidFill>
                    <a:prstClr val="black"/>
                  </a:solidFill>
                </a:rPr>
                <a:t> false</a:t>
              </a:r>
              <a:r>
                <a:rPr lang="zh-CN" altLang="en-US" sz="1400" dirty="0">
                  <a:solidFill>
                    <a:prstClr val="black"/>
                  </a:solidFill>
                </a:rPr>
                <a:t>”时，其子层被标记为状态数据。 如果标记为“</a:t>
              </a:r>
              <a:r>
                <a:rPr lang="en-US" altLang="zh-CN" sz="1400" dirty="0" err="1">
                  <a:solidFill>
                    <a:prstClr val="black"/>
                  </a:solidFill>
                </a:rPr>
                <a:t>config</a:t>
              </a:r>
              <a:r>
                <a:rPr lang="en-US" altLang="zh-CN" sz="1400" dirty="0">
                  <a:solidFill>
                    <a:prstClr val="black"/>
                  </a:solidFill>
                </a:rPr>
                <a:t> true</a:t>
              </a:r>
              <a:r>
                <a:rPr lang="zh-CN" altLang="en-US" sz="1400" dirty="0">
                  <a:solidFill>
                    <a:prstClr val="black"/>
                  </a:solidFill>
                </a:rPr>
                <a:t>”，则其子层被标记为配置数据。 </a:t>
              </a:r>
              <a:endParaRPr lang="en-US" altLang="zh-CN" sz="1400" dirty="0">
                <a:solidFill>
                  <a:prstClr val="black"/>
                </a:solidFill>
              </a:endParaRPr>
            </a:p>
            <a:p>
              <a:pPr>
                <a:lnSpc>
                  <a:spcPct val="150000"/>
                </a:lnSpc>
              </a:pPr>
              <a:endParaRPr lang="en-US" altLang="zh-CN" sz="1400" dirty="0">
                <a:solidFill>
                  <a:prstClr val="black"/>
                </a:solidFill>
              </a:endParaRPr>
            </a:p>
            <a:p>
              <a:pPr>
                <a:lnSpc>
                  <a:spcPct val="150000"/>
                </a:lnSpc>
              </a:pPr>
              <a:r>
                <a:rPr lang="zh-CN" altLang="en-US" sz="1400" dirty="0">
                  <a:solidFill>
                    <a:prstClr val="black"/>
                  </a:solidFill>
                </a:rPr>
                <a:t>右侧示例中，叶节点</a:t>
              </a:r>
              <a:r>
                <a:rPr lang="en-US" altLang="zh-CN" sz="1400" dirty="0">
                  <a:solidFill>
                    <a:prstClr val="black"/>
                  </a:solidFill>
                </a:rPr>
                <a:t>name</a:t>
              </a:r>
              <a:r>
                <a:rPr lang="zh-CN" altLang="en-US" sz="1400" dirty="0">
                  <a:solidFill>
                    <a:prstClr val="black"/>
                  </a:solidFill>
                </a:rPr>
                <a:t>和</a:t>
              </a:r>
              <a:r>
                <a:rPr lang="en-US" altLang="zh-CN" sz="1400" dirty="0">
                  <a:solidFill>
                    <a:prstClr val="black"/>
                  </a:solidFill>
                </a:rPr>
                <a:t>speed</a:t>
              </a:r>
              <a:r>
                <a:rPr lang="zh-CN" altLang="en-US" sz="1400" dirty="0">
                  <a:solidFill>
                    <a:prstClr val="black"/>
                  </a:solidFill>
                </a:rPr>
                <a:t>为可配置数据，而叶节点</a:t>
              </a:r>
              <a:r>
                <a:rPr lang="en-US" altLang="zh-CN" sz="1400" dirty="0">
                  <a:solidFill>
                    <a:prstClr val="black"/>
                  </a:solidFill>
                </a:rPr>
                <a:t>observed-speed</a:t>
              </a:r>
              <a:r>
                <a:rPr lang="zh-CN" altLang="en-US" sz="1400" dirty="0">
                  <a:solidFill>
                    <a:prstClr val="black"/>
                  </a:solidFill>
                </a:rPr>
                <a:t>为状态数据。</a:t>
              </a:r>
            </a:p>
          </p:txBody>
        </p:sp>
      </p:grpSp>
      <p:sp>
        <p:nvSpPr>
          <p:cNvPr id="7" name="矩形 6">
            <a:extLst>
              <a:ext uri="{FF2B5EF4-FFF2-40B4-BE49-F238E27FC236}">
                <a16:creationId xmlns:a16="http://schemas.microsoft.com/office/drawing/2014/main" id="{814F93DF-08BF-4E66-BD67-1493ED32B71F}"/>
              </a:ext>
            </a:extLst>
          </p:cNvPr>
          <p:cNvSpPr/>
          <p:nvPr/>
        </p:nvSpPr>
        <p:spPr bwMode="gray">
          <a:xfrm>
            <a:off x="4695740" y="1537441"/>
            <a:ext cx="3047999" cy="4185761"/>
          </a:xfrm>
          <a:prstGeom prst="rect">
            <a:avLst/>
          </a:prstGeom>
        </p:spPr>
        <p:txBody>
          <a:bodyPr wrap="square">
            <a:spAutoFit/>
          </a:bodyPr>
          <a:lstStyle/>
          <a:p>
            <a:r>
              <a:rPr lang="en-US" altLang="zh-CN" sz="1400" b="1" dirty="0"/>
              <a:t>list</a:t>
            </a:r>
            <a:r>
              <a:rPr lang="en-US" altLang="zh-CN" sz="1400" dirty="0"/>
              <a:t> interface {</a:t>
            </a:r>
          </a:p>
          <a:p>
            <a:r>
              <a:rPr lang="en-US" altLang="zh-CN" sz="1400" b="1" dirty="0"/>
              <a:t>  key </a:t>
            </a:r>
            <a:r>
              <a:rPr lang="en-US" altLang="zh-CN" sz="1400" dirty="0"/>
              <a:t>"name";</a:t>
            </a:r>
          </a:p>
          <a:p>
            <a:r>
              <a:rPr lang="en-US" altLang="zh-CN" sz="1400" b="1" dirty="0"/>
              <a:t>  </a:t>
            </a:r>
            <a:r>
              <a:rPr lang="en-US" altLang="zh-CN" sz="1400" b="1" dirty="0" err="1"/>
              <a:t>config</a:t>
            </a:r>
            <a:r>
              <a:rPr lang="en-US" altLang="zh-CN" sz="1400" b="1" dirty="0"/>
              <a:t> true;</a:t>
            </a:r>
          </a:p>
          <a:p>
            <a:endParaRPr lang="en-US" altLang="zh-CN" sz="1400" dirty="0"/>
          </a:p>
          <a:p>
            <a:r>
              <a:rPr lang="en-US" altLang="zh-CN" sz="1400" b="1" dirty="0"/>
              <a:t>  leaf </a:t>
            </a:r>
            <a:r>
              <a:rPr lang="en-US" altLang="zh-CN" sz="1400" dirty="0"/>
              <a:t>name {</a:t>
            </a:r>
          </a:p>
          <a:p>
            <a:r>
              <a:rPr lang="en-US" altLang="zh-CN" sz="1400" dirty="0"/>
              <a:t>    type string;</a:t>
            </a:r>
          </a:p>
          <a:p>
            <a:r>
              <a:rPr lang="en-US" altLang="zh-CN" sz="1400" dirty="0"/>
              <a:t>  }</a:t>
            </a:r>
          </a:p>
          <a:p>
            <a:r>
              <a:rPr lang="en-US" altLang="zh-CN" sz="1400" b="1" dirty="0"/>
              <a:t>  leaf </a:t>
            </a:r>
            <a:r>
              <a:rPr lang="en-US" altLang="zh-CN" sz="1400" dirty="0"/>
              <a:t>speed {</a:t>
            </a:r>
          </a:p>
          <a:p>
            <a:r>
              <a:rPr lang="en-US" altLang="zh-CN" sz="1400" dirty="0"/>
              <a:t>    type enumeration {</a:t>
            </a:r>
          </a:p>
          <a:p>
            <a:r>
              <a:rPr lang="en-US" altLang="zh-CN" sz="1400" dirty="0"/>
              <a:t>      </a:t>
            </a:r>
            <a:r>
              <a:rPr lang="en-US" altLang="zh-CN" sz="1400" dirty="0" err="1"/>
              <a:t>enum</a:t>
            </a:r>
            <a:r>
              <a:rPr lang="en-US" altLang="zh-CN" sz="1400" dirty="0"/>
              <a:t> 10m;</a:t>
            </a:r>
          </a:p>
          <a:p>
            <a:r>
              <a:rPr lang="en-US" altLang="zh-CN" sz="1400" dirty="0"/>
              <a:t>      </a:t>
            </a:r>
            <a:r>
              <a:rPr lang="en-US" altLang="zh-CN" sz="1400" dirty="0" err="1"/>
              <a:t>enum</a:t>
            </a:r>
            <a:r>
              <a:rPr lang="en-US" altLang="zh-CN" sz="1400" dirty="0"/>
              <a:t> 100m;</a:t>
            </a:r>
          </a:p>
          <a:p>
            <a:r>
              <a:rPr lang="en-US" altLang="zh-CN" sz="1400" dirty="0"/>
              <a:t>      </a:t>
            </a:r>
            <a:r>
              <a:rPr lang="en-US" altLang="zh-CN" sz="1400" dirty="0" err="1"/>
              <a:t>enum</a:t>
            </a:r>
            <a:r>
              <a:rPr lang="en-US" altLang="zh-CN" sz="1400" dirty="0"/>
              <a:t> auto;</a:t>
            </a:r>
          </a:p>
          <a:p>
            <a:r>
              <a:rPr lang="en-US" altLang="zh-CN" sz="1400" dirty="0"/>
              <a:t>    }</a:t>
            </a:r>
          </a:p>
          <a:p>
            <a:r>
              <a:rPr lang="en-US" altLang="zh-CN" sz="1400" dirty="0"/>
              <a:t>  }</a:t>
            </a:r>
          </a:p>
          <a:p>
            <a:r>
              <a:rPr lang="en-US" altLang="zh-CN" sz="1400" b="1" dirty="0"/>
              <a:t>  leaf </a:t>
            </a:r>
            <a:r>
              <a:rPr lang="en-US" altLang="zh-CN" sz="1400" dirty="0"/>
              <a:t>observed-speed {</a:t>
            </a:r>
          </a:p>
          <a:p>
            <a:r>
              <a:rPr lang="en-US" altLang="zh-CN" sz="1400" dirty="0"/>
              <a:t>    type uint32;</a:t>
            </a:r>
          </a:p>
          <a:p>
            <a:r>
              <a:rPr lang="en-US" altLang="zh-CN" sz="1400" b="1" dirty="0"/>
              <a:t>    </a:t>
            </a:r>
            <a:r>
              <a:rPr lang="en-US" altLang="zh-CN" sz="1400" b="1" dirty="0" err="1"/>
              <a:t>config</a:t>
            </a:r>
            <a:r>
              <a:rPr lang="en-US" altLang="zh-CN" sz="1400" b="1" dirty="0"/>
              <a:t> false;</a:t>
            </a:r>
          </a:p>
          <a:p>
            <a:r>
              <a:rPr lang="en-US" altLang="zh-CN" sz="1400" dirty="0"/>
              <a:t>  }</a:t>
            </a:r>
          </a:p>
          <a:p>
            <a:r>
              <a:rPr lang="en-US" altLang="zh-CN" sz="1400" dirty="0"/>
              <a:t>}</a:t>
            </a:r>
            <a:endParaRPr lang="zh-CN" altLang="en-US" sz="1400" dirty="0"/>
          </a:p>
        </p:txBody>
      </p:sp>
      <p:grpSp>
        <p:nvGrpSpPr>
          <p:cNvPr id="9" name="组合 8">
            <a:extLst>
              <a:ext uri="{FF2B5EF4-FFF2-40B4-BE49-F238E27FC236}">
                <a16:creationId xmlns:a16="http://schemas.microsoft.com/office/drawing/2014/main" id="{E813CB4B-4A18-4F63-A090-05C8F5779B7F}"/>
              </a:ext>
            </a:extLst>
          </p:cNvPr>
          <p:cNvGrpSpPr/>
          <p:nvPr/>
        </p:nvGrpSpPr>
        <p:grpSpPr bwMode="gray">
          <a:xfrm>
            <a:off x="7634775" y="1069386"/>
            <a:ext cx="3581400" cy="5014932"/>
            <a:chOff x="368563" y="2659684"/>
            <a:chExt cx="3581400" cy="5014932"/>
          </a:xfrm>
        </p:grpSpPr>
        <p:sp>
          <p:nvSpPr>
            <p:cNvPr id="10" name="圆角矩形 9">
              <a:extLst>
                <a:ext uri="{FF2B5EF4-FFF2-40B4-BE49-F238E27FC236}">
                  <a16:creationId xmlns:a16="http://schemas.microsoft.com/office/drawing/2014/main" id="{A3DB2D7B-E2AE-49E7-AD2D-DD82FB21E485}"/>
                </a:ext>
              </a:extLst>
            </p:cNvPr>
            <p:cNvSpPr/>
            <p:nvPr/>
          </p:nvSpPr>
          <p:spPr bwMode="gray">
            <a:xfrm>
              <a:off x="368563" y="2850197"/>
              <a:ext cx="3581400" cy="4824419"/>
            </a:xfrm>
            <a:prstGeom prst="roundRect">
              <a:avLst>
                <a:gd name="adj" fmla="val 5992"/>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文本框 10">
              <a:extLst>
                <a:ext uri="{FF2B5EF4-FFF2-40B4-BE49-F238E27FC236}">
                  <a16:creationId xmlns:a16="http://schemas.microsoft.com/office/drawing/2014/main" id="{EC9A1CF1-DB48-4F9D-9FE5-523206CF90B5}"/>
                </a:ext>
              </a:extLst>
            </p:cNvPr>
            <p:cNvSpPr txBox="1"/>
            <p:nvPr/>
          </p:nvSpPr>
          <p:spPr bwMode="gray">
            <a:xfrm>
              <a:off x="714462" y="2659684"/>
              <a:ext cx="2799164" cy="369332"/>
            </a:xfrm>
            <a:prstGeom prst="rect">
              <a:avLst/>
            </a:prstGeom>
            <a:solidFill>
              <a:schemeClr val="bg1"/>
            </a:solidFill>
          </p:spPr>
          <p:txBody>
            <a:bodyPr wrap="none" rtlCol="0">
              <a:spAutoFit/>
            </a:bodyPr>
            <a:lstStyle/>
            <a:p>
              <a:r>
                <a:rPr lang="zh-CN" altLang="en-US" b="1" dirty="0">
                  <a:solidFill>
                    <a:prstClr val="black"/>
                  </a:solidFill>
                </a:rPr>
                <a:t>原生和派生类型</a:t>
              </a:r>
              <a:r>
                <a:rPr lang="zh-CN" altLang="en-US" sz="1600" b="1" dirty="0">
                  <a:solidFill>
                    <a:prstClr val="black"/>
                  </a:solidFill>
                </a:rPr>
                <a:t>（</a:t>
              </a:r>
              <a:r>
                <a:rPr lang="en-US" altLang="zh-CN" sz="1600" b="1" dirty="0">
                  <a:solidFill>
                    <a:prstClr val="black"/>
                  </a:solidFill>
                </a:rPr>
                <a:t>types</a:t>
              </a:r>
              <a:r>
                <a:rPr lang="zh-CN" altLang="en-US" sz="1600" b="1" dirty="0">
                  <a:solidFill>
                    <a:prstClr val="black"/>
                  </a:solidFill>
                </a:rPr>
                <a:t>）</a:t>
              </a:r>
              <a:endParaRPr lang="zh-CN" altLang="en-US" sz="1100" b="1" dirty="0">
                <a:solidFill>
                  <a:prstClr val="black"/>
                </a:solidFill>
              </a:endParaRPr>
            </a:p>
          </p:txBody>
        </p:sp>
      </p:grpSp>
      <p:sp>
        <p:nvSpPr>
          <p:cNvPr id="12" name="矩形 11">
            <a:extLst>
              <a:ext uri="{FF2B5EF4-FFF2-40B4-BE49-F238E27FC236}">
                <a16:creationId xmlns:a16="http://schemas.microsoft.com/office/drawing/2014/main" id="{04F615B5-4FD1-40EE-8DA6-C3EA0327F03D}"/>
              </a:ext>
            </a:extLst>
          </p:cNvPr>
          <p:cNvSpPr/>
          <p:nvPr/>
        </p:nvSpPr>
        <p:spPr bwMode="gray">
          <a:xfrm>
            <a:off x="7790419" y="1565310"/>
            <a:ext cx="3270112" cy="3000821"/>
          </a:xfrm>
          <a:prstGeom prst="rect">
            <a:avLst/>
          </a:prstGeom>
        </p:spPr>
        <p:txBody>
          <a:bodyPr wrap="square">
            <a:spAutoFit/>
          </a:bodyPr>
          <a:lstStyle/>
          <a:p>
            <a:pPr>
              <a:lnSpc>
                <a:spcPct val="150000"/>
              </a:lnSpc>
            </a:pPr>
            <a:r>
              <a:rPr lang="zh-CN" altLang="en-US" sz="1400" dirty="0">
                <a:solidFill>
                  <a:prstClr val="black"/>
                </a:solidFill>
              </a:rPr>
              <a:t>在定义叶子和叶列表节点时，须指定值类型。</a:t>
            </a:r>
            <a:r>
              <a:rPr lang="en-US" altLang="zh-CN" sz="1400" dirty="0">
                <a:solidFill>
                  <a:prstClr val="black"/>
                </a:solidFill>
              </a:rPr>
              <a:t>YANG</a:t>
            </a:r>
            <a:r>
              <a:rPr lang="zh-CN" altLang="en-US" sz="1400" dirty="0">
                <a:solidFill>
                  <a:prstClr val="black"/>
                </a:solidFill>
              </a:rPr>
              <a:t>原生支持的数据类型有</a:t>
            </a:r>
            <a:r>
              <a:rPr lang="en-US" altLang="zh-CN" sz="1400" dirty="0">
                <a:solidFill>
                  <a:prstClr val="black"/>
                </a:solidFill>
              </a:rPr>
              <a:t>binary</a:t>
            </a:r>
            <a:r>
              <a:rPr lang="zh-CN" altLang="en-US" sz="1400" dirty="0">
                <a:solidFill>
                  <a:prstClr val="black"/>
                </a:solidFill>
              </a:rPr>
              <a:t>、</a:t>
            </a:r>
            <a:r>
              <a:rPr lang="en-US" altLang="zh-CN" sz="1400" dirty="0">
                <a:solidFill>
                  <a:prstClr val="black"/>
                </a:solidFill>
              </a:rPr>
              <a:t>bits</a:t>
            </a:r>
            <a:r>
              <a:rPr lang="zh-CN" altLang="en-US" sz="1400" dirty="0">
                <a:solidFill>
                  <a:prstClr val="black"/>
                </a:solidFill>
              </a:rPr>
              <a:t>、</a:t>
            </a:r>
            <a:r>
              <a:rPr lang="en-US" altLang="zh-CN" sz="1400" dirty="0" err="1">
                <a:solidFill>
                  <a:prstClr val="black"/>
                </a:solidFill>
              </a:rPr>
              <a:t>boolean</a:t>
            </a:r>
            <a:r>
              <a:rPr lang="zh-CN" altLang="en-US" sz="1400" dirty="0">
                <a:solidFill>
                  <a:prstClr val="black"/>
                </a:solidFill>
              </a:rPr>
              <a:t>、</a:t>
            </a:r>
            <a:r>
              <a:rPr lang="en-US" altLang="zh-CN" sz="1400" dirty="0">
                <a:solidFill>
                  <a:prstClr val="black"/>
                </a:solidFill>
              </a:rPr>
              <a:t>decimal64</a:t>
            </a:r>
            <a:r>
              <a:rPr lang="zh-CN" altLang="en-US" sz="1400" dirty="0">
                <a:solidFill>
                  <a:prstClr val="black"/>
                </a:solidFill>
              </a:rPr>
              <a:t>、</a:t>
            </a:r>
            <a:r>
              <a:rPr lang="en-US" altLang="zh-CN" sz="1400" dirty="0">
                <a:solidFill>
                  <a:prstClr val="black"/>
                </a:solidFill>
              </a:rPr>
              <a:t>empty</a:t>
            </a:r>
            <a:r>
              <a:rPr lang="zh-CN" altLang="en-US" sz="1400" dirty="0">
                <a:solidFill>
                  <a:prstClr val="black"/>
                </a:solidFill>
              </a:rPr>
              <a:t>、</a:t>
            </a:r>
            <a:r>
              <a:rPr lang="en-US" altLang="zh-CN" sz="1400" dirty="0">
                <a:solidFill>
                  <a:prstClr val="black"/>
                </a:solidFill>
              </a:rPr>
              <a:t>enumeration</a:t>
            </a:r>
            <a:r>
              <a:rPr lang="zh-CN" altLang="en-US" sz="1400" dirty="0">
                <a:solidFill>
                  <a:prstClr val="black"/>
                </a:solidFill>
              </a:rPr>
              <a:t>、</a:t>
            </a:r>
            <a:r>
              <a:rPr lang="en-US" altLang="zh-CN" sz="1400" dirty="0" err="1">
                <a:solidFill>
                  <a:prstClr val="black"/>
                </a:solidFill>
              </a:rPr>
              <a:t>identityref</a:t>
            </a:r>
            <a:r>
              <a:rPr lang="zh-CN" altLang="en-US" sz="1400" dirty="0">
                <a:solidFill>
                  <a:prstClr val="black"/>
                </a:solidFill>
              </a:rPr>
              <a:t>、</a:t>
            </a:r>
            <a:r>
              <a:rPr lang="en-US" altLang="zh-CN" sz="1400" dirty="0">
                <a:solidFill>
                  <a:prstClr val="black"/>
                </a:solidFill>
              </a:rPr>
              <a:t>int8/16/32/64</a:t>
            </a:r>
            <a:r>
              <a:rPr lang="zh-CN" altLang="en-US" sz="1400" dirty="0">
                <a:solidFill>
                  <a:prstClr val="black"/>
                </a:solidFill>
              </a:rPr>
              <a:t>、</a:t>
            </a:r>
            <a:r>
              <a:rPr lang="en-US" altLang="zh-CN" sz="1400" dirty="0" err="1">
                <a:solidFill>
                  <a:prstClr val="black"/>
                </a:solidFill>
              </a:rPr>
              <a:t>leafref</a:t>
            </a:r>
            <a:r>
              <a:rPr lang="zh-CN" altLang="en-US" sz="1400" dirty="0">
                <a:solidFill>
                  <a:prstClr val="black"/>
                </a:solidFill>
              </a:rPr>
              <a:t>、</a:t>
            </a:r>
            <a:r>
              <a:rPr lang="en-US" altLang="zh-CN" sz="1400" dirty="0">
                <a:solidFill>
                  <a:prstClr val="black"/>
                </a:solidFill>
              </a:rPr>
              <a:t>string</a:t>
            </a:r>
            <a:r>
              <a:rPr lang="zh-CN" altLang="en-US" sz="1400" dirty="0">
                <a:solidFill>
                  <a:prstClr val="black"/>
                </a:solidFill>
              </a:rPr>
              <a:t>、</a:t>
            </a:r>
            <a:r>
              <a:rPr lang="en-US" altLang="zh-CN" sz="1400" dirty="0">
                <a:solidFill>
                  <a:prstClr val="black"/>
                </a:solidFill>
              </a:rPr>
              <a:t>uint8/16/32/64</a:t>
            </a:r>
            <a:r>
              <a:rPr lang="zh-CN" altLang="en-US" sz="1400" dirty="0">
                <a:solidFill>
                  <a:prstClr val="black"/>
                </a:solidFill>
              </a:rPr>
              <a:t>。</a:t>
            </a:r>
            <a:endParaRPr lang="en-US" altLang="zh-CN" sz="1400" dirty="0">
              <a:solidFill>
                <a:prstClr val="black"/>
              </a:solidFill>
            </a:endParaRPr>
          </a:p>
          <a:p>
            <a:pPr>
              <a:lnSpc>
                <a:spcPct val="150000"/>
              </a:lnSpc>
            </a:pPr>
            <a:r>
              <a:rPr lang="zh-CN" altLang="en-US" sz="1400" dirty="0">
                <a:solidFill>
                  <a:prstClr val="black"/>
                </a:solidFill>
              </a:rPr>
              <a:t>除此之外，还可以使用</a:t>
            </a:r>
            <a:r>
              <a:rPr lang="en-US" altLang="zh-CN" sz="1400" dirty="0" err="1">
                <a:solidFill>
                  <a:prstClr val="black"/>
                </a:solidFill>
              </a:rPr>
              <a:t>typedef</a:t>
            </a:r>
            <a:r>
              <a:rPr lang="zh-CN" altLang="en-US" sz="1400" dirty="0">
                <a:solidFill>
                  <a:prstClr val="black"/>
                </a:solidFill>
              </a:rPr>
              <a:t>语句从基本类型中派生新类型。基本类型可以是原生类型也可以是派生类型。</a:t>
            </a:r>
          </a:p>
        </p:txBody>
      </p:sp>
      <p:sp>
        <p:nvSpPr>
          <p:cNvPr id="13" name="矩形 12">
            <a:extLst>
              <a:ext uri="{FF2B5EF4-FFF2-40B4-BE49-F238E27FC236}">
                <a16:creationId xmlns:a16="http://schemas.microsoft.com/office/drawing/2014/main" id="{7C84A884-2559-41B7-8EC8-1462C3B2901C}"/>
              </a:ext>
            </a:extLst>
          </p:cNvPr>
          <p:cNvSpPr/>
          <p:nvPr/>
        </p:nvSpPr>
        <p:spPr bwMode="gray">
          <a:xfrm>
            <a:off x="7714151" y="4394485"/>
            <a:ext cx="3346380" cy="1384995"/>
          </a:xfrm>
          <a:prstGeom prst="rect">
            <a:avLst/>
          </a:prstGeom>
        </p:spPr>
        <p:txBody>
          <a:bodyPr wrap="square">
            <a:spAutoFit/>
          </a:bodyPr>
          <a:lstStyle/>
          <a:p>
            <a:endParaRPr lang="en-US" altLang="zh-CN" sz="1400" dirty="0"/>
          </a:p>
          <a:p>
            <a:r>
              <a:rPr lang="en-US" altLang="zh-CN" sz="1400" dirty="0"/>
              <a:t> </a:t>
            </a:r>
            <a:r>
              <a:rPr lang="en-US" altLang="zh-CN" sz="1400" b="1" dirty="0"/>
              <a:t> </a:t>
            </a:r>
            <a:r>
              <a:rPr lang="en-US" altLang="zh-CN" sz="1400" b="1" dirty="0" err="1"/>
              <a:t>typedef</a:t>
            </a:r>
            <a:r>
              <a:rPr lang="en-US" altLang="zh-CN" sz="1400" b="1" dirty="0"/>
              <a:t> </a:t>
            </a:r>
            <a:r>
              <a:rPr lang="en-US" altLang="zh-CN" sz="1400" dirty="0"/>
              <a:t>percent {</a:t>
            </a:r>
          </a:p>
          <a:p>
            <a:r>
              <a:rPr lang="en-US" altLang="zh-CN" sz="1400" dirty="0"/>
              <a:t>    type: uint8 {</a:t>
            </a:r>
          </a:p>
          <a:p>
            <a:r>
              <a:rPr lang="en-US" altLang="zh-CN" sz="1400" dirty="0"/>
              <a:t>      range: “0 .. 100”;</a:t>
            </a:r>
          </a:p>
          <a:p>
            <a:r>
              <a:rPr lang="en-US" altLang="zh-CN" sz="1400" dirty="0"/>
              <a:t>    }</a:t>
            </a:r>
          </a:p>
          <a:p>
            <a:r>
              <a:rPr lang="en-US" altLang="zh-CN" sz="1400" dirty="0"/>
              <a:t>  }</a:t>
            </a:r>
          </a:p>
        </p:txBody>
      </p:sp>
    </p:spTree>
    <p:extLst>
      <p:ext uri="{BB962C8B-B14F-4D97-AF65-F5344CB8AC3E}">
        <p14:creationId xmlns:p14="http://schemas.microsoft.com/office/powerpoint/2010/main" val="239861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C546D-8688-4829-9926-FB2926469C98}"/>
              </a:ext>
            </a:extLst>
          </p:cNvPr>
          <p:cNvSpPr>
            <a:spLocks noGrp="1"/>
          </p:cNvSpPr>
          <p:nvPr>
            <p:ph type="title"/>
          </p:nvPr>
        </p:nvSpPr>
        <p:spPr bwMode="gray"/>
        <p:txBody>
          <a:bodyPr/>
          <a:lstStyle/>
          <a:p>
            <a:r>
              <a:rPr lang="en-US" altLang="zh-CN" dirty="0"/>
              <a:t>YANG</a:t>
            </a:r>
            <a:r>
              <a:rPr lang="zh-CN" altLang="en-US" dirty="0"/>
              <a:t>：重用</a:t>
            </a:r>
            <a:r>
              <a:rPr lang="en-US" altLang="zh-CN" dirty="0"/>
              <a:t>&amp;</a:t>
            </a:r>
            <a:r>
              <a:rPr lang="zh-CN" altLang="en-US" dirty="0"/>
              <a:t>选择</a:t>
            </a:r>
          </a:p>
        </p:txBody>
      </p:sp>
      <p:grpSp>
        <p:nvGrpSpPr>
          <p:cNvPr id="3" name="组合 2">
            <a:extLst>
              <a:ext uri="{FF2B5EF4-FFF2-40B4-BE49-F238E27FC236}">
                <a16:creationId xmlns:a16="http://schemas.microsoft.com/office/drawing/2014/main" id="{CA14CC24-032A-4B61-A298-EFF27C2EA3B7}"/>
              </a:ext>
            </a:extLst>
          </p:cNvPr>
          <p:cNvGrpSpPr/>
          <p:nvPr/>
        </p:nvGrpSpPr>
        <p:grpSpPr bwMode="gray">
          <a:xfrm>
            <a:off x="660663" y="1289392"/>
            <a:ext cx="3581400" cy="2228190"/>
            <a:chOff x="368563" y="2659684"/>
            <a:chExt cx="3581400" cy="2228190"/>
          </a:xfrm>
        </p:grpSpPr>
        <p:sp>
          <p:nvSpPr>
            <p:cNvPr id="4" name="圆角矩形 14">
              <a:extLst>
                <a:ext uri="{FF2B5EF4-FFF2-40B4-BE49-F238E27FC236}">
                  <a16:creationId xmlns:a16="http://schemas.microsoft.com/office/drawing/2014/main" id="{AC8EC61A-976C-49A1-BBD0-A15D2B782ED8}"/>
                </a:ext>
              </a:extLst>
            </p:cNvPr>
            <p:cNvSpPr/>
            <p:nvPr/>
          </p:nvSpPr>
          <p:spPr bwMode="gray">
            <a:xfrm>
              <a:off x="368563" y="2850197"/>
              <a:ext cx="3581400" cy="2037677"/>
            </a:xfrm>
            <a:prstGeom prst="roundRect">
              <a:avLst>
                <a:gd name="adj" fmla="val 5992"/>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文本框 4">
              <a:extLst>
                <a:ext uri="{FF2B5EF4-FFF2-40B4-BE49-F238E27FC236}">
                  <a16:creationId xmlns:a16="http://schemas.microsoft.com/office/drawing/2014/main" id="{4EC673C2-0AE1-41AF-9176-00259E0CAD15}"/>
                </a:ext>
              </a:extLst>
            </p:cNvPr>
            <p:cNvSpPr txBox="1"/>
            <p:nvPr/>
          </p:nvSpPr>
          <p:spPr bwMode="gray">
            <a:xfrm>
              <a:off x="714462" y="2659684"/>
              <a:ext cx="2962671" cy="369332"/>
            </a:xfrm>
            <a:prstGeom prst="rect">
              <a:avLst/>
            </a:prstGeom>
            <a:solidFill>
              <a:schemeClr val="bg1"/>
            </a:solidFill>
          </p:spPr>
          <p:txBody>
            <a:bodyPr wrap="none" rtlCol="0">
              <a:spAutoFit/>
            </a:bodyPr>
            <a:lstStyle/>
            <a:p>
              <a:r>
                <a:rPr lang="zh-CN" altLang="en-US" b="1" dirty="0">
                  <a:solidFill>
                    <a:prstClr val="black"/>
                  </a:solidFill>
                </a:rPr>
                <a:t>可重用节点组</a:t>
              </a:r>
              <a:r>
                <a:rPr lang="zh-CN" altLang="en-US" sz="1600" b="1" dirty="0">
                  <a:solidFill>
                    <a:prstClr val="black"/>
                  </a:solidFill>
                </a:rPr>
                <a:t>（</a:t>
              </a:r>
              <a:r>
                <a:rPr lang="en-US" altLang="zh-CN" sz="1600" b="1" dirty="0">
                  <a:solidFill>
                    <a:prstClr val="black"/>
                  </a:solidFill>
                </a:rPr>
                <a:t>Grouping</a:t>
              </a:r>
              <a:r>
                <a:rPr lang="zh-CN" altLang="en-US" sz="1600" b="1" dirty="0">
                  <a:solidFill>
                    <a:prstClr val="black"/>
                  </a:solidFill>
                </a:rPr>
                <a:t>）</a:t>
              </a:r>
              <a:endParaRPr lang="zh-CN" altLang="en-US" sz="1100" b="1" dirty="0">
                <a:solidFill>
                  <a:prstClr val="black"/>
                </a:solidFill>
              </a:endParaRPr>
            </a:p>
          </p:txBody>
        </p:sp>
      </p:grpSp>
      <p:sp>
        <p:nvSpPr>
          <p:cNvPr id="6" name="矩形 5">
            <a:extLst>
              <a:ext uri="{FF2B5EF4-FFF2-40B4-BE49-F238E27FC236}">
                <a16:creationId xmlns:a16="http://schemas.microsoft.com/office/drawing/2014/main" id="{F484349B-F535-430D-A3AD-2A78DDFF6F09}"/>
              </a:ext>
            </a:extLst>
          </p:cNvPr>
          <p:cNvSpPr/>
          <p:nvPr/>
        </p:nvSpPr>
        <p:spPr bwMode="gray">
          <a:xfrm>
            <a:off x="816307" y="1788306"/>
            <a:ext cx="3270112" cy="1384995"/>
          </a:xfrm>
          <a:prstGeom prst="rect">
            <a:avLst/>
          </a:prstGeom>
        </p:spPr>
        <p:txBody>
          <a:bodyPr wrap="square">
            <a:spAutoFit/>
          </a:bodyPr>
          <a:lstStyle/>
          <a:p>
            <a:pPr>
              <a:lnSpc>
                <a:spcPct val="150000"/>
              </a:lnSpc>
            </a:pPr>
            <a:r>
              <a:rPr lang="zh-CN" altLang="en-US" sz="1400" dirty="0">
                <a:solidFill>
                  <a:prstClr val="black"/>
                </a:solidFill>
              </a:rPr>
              <a:t>如果一组节点可以在不同的模块或节点中重复使用，可以将这一组节点定义为可重用节点组，然后在需要引用的模块或节点中使用</a:t>
            </a:r>
            <a:r>
              <a:rPr lang="en-US" altLang="zh-CN" sz="1400" dirty="0">
                <a:solidFill>
                  <a:prstClr val="black"/>
                </a:solidFill>
              </a:rPr>
              <a:t>uses</a:t>
            </a:r>
            <a:r>
              <a:rPr lang="zh-CN" altLang="en-US" sz="1400" dirty="0">
                <a:solidFill>
                  <a:prstClr val="black"/>
                </a:solidFill>
              </a:rPr>
              <a:t>关键字进行引用。</a:t>
            </a:r>
          </a:p>
        </p:txBody>
      </p:sp>
      <p:sp>
        <p:nvSpPr>
          <p:cNvPr id="7" name="矩形 6">
            <a:extLst>
              <a:ext uri="{FF2B5EF4-FFF2-40B4-BE49-F238E27FC236}">
                <a16:creationId xmlns:a16="http://schemas.microsoft.com/office/drawing/2014/main" id="{8665B22F-7C85-4F50-B48B-9D0985E5F876}"/>
              </a:ext>
            </a:extLst>
          </p:cNvPr>
          <p:cNvSpPr/>
          <p:nvPr/>
        </p:nvSpPr>
        <p:spPr bwMode="gray">
          <a:xfrm>
            <a:off x="4791162" y="1479905"/>
            <a:ext cx="3136636" cy="4616648"/>
          </a:xfrm>
          <a:prstGeom prst="rect">
            <a:avLst/>
          </a:prstGeom>
        </p:spPr>
        <p:txBody>
          <a:bodyPr wrap="square">
            <a:spAutoFit/>
          </a:bodyPr>
          <a:lstStyle/>
          <a:p>
            <a:r>
              <a:rPr lang="en-US" altLang="zh-CN" sz="1400" b="1" dirty="0"/>
              <a:t>grouping</a:t>
            </a:r>
            <a:r>
              <a:rPr lang="en-US" altLang="zh-CN" sz="1400" dirty="0"/>
              <a:t> </a:t>
            </a:r>
            <a:r>
              <a:rPr lang="en-US" altLang="zh-CN" sz="1400" dirty="0" err="1"/>
              <a:t>ip</a:t>
            </a:r>
            <a:r>
              <a:rPr lang="en-US" altLang="zh-CN" sz="1400" dirty="0"/>
              <a:t>-port {</a:t>
            </a:r>
          </a:p>
          <a:p>
            <a:r>
              <a:rPr lang="en-US" altLang="zh-CN" sz="1400" dirty="0"/>
              <a:t>  leaf </a:t>
            </a:r>
            <a:r>
              <a:rPr lang="en-US" altLang="zh-CN" sz="1400" dirty="0" err="1"/>
              <a:t>ip</a:t>
            </a:r>
            <a:r>
              <a:rPr lang="en-US" altLang="zh-CN" sz="1400" dirty="0"/>
              <a:t> {</a:t>
            </a:r>
          </a:p>
          <a:p>
            <a:r>
              <a:rPr lang="en-US" altLang="zh-CN" sz="1400" dirty="0"/>
              <a:t>    type </a:t>
            </a:r>
            <a:r>
              <a:rPr lang="en-US" altLang="zh-CN" sz="1400" dirty="0" err="1"/>
              <a:t>inet:ip-address</a:t>
            </a:r>
            <a:r>
              <a:rPr lang="en-US" altLang="zh-CN" sz="1400" dirty="0"/>
              <a:t>;</a:t>
            </a:r>
          </a:p>
          <a:p>
            <a:r>
              <a:rPr lang="en-US" altLang="zh-CN" sz="1400" dirty="0"/>
              <a:t>    description “</a:t>
            </a:r>
            <a:r>
              <a:rPr lang="en-US" altLang="zh-CN" sz="1400" dirty="0" err="1"/>
              <a:t>ip</a:t>
            </a:r>
            <a:r>
              <a:rPr lang="en-US" altLang="zh-CN" sz="1400" dirty="0"/>
              <a:t> address”;</a:t>
            </a:r>
          </a:p>
          <a:p>
            <a:r>
              <a:rPr lang="en-US" altLang="zh-CN" sz="1400" dirty="0"/>
              <a:t>  }</a:t>
            </a:r>
          </a:p>
          <a:p>
            <a:endParaRPr lang="en-US" altLang="zh-CN" sz="1400" dirty="0"/>
          </a:p>
          <a:p>
            <a:r>
              <a:rPr lang="en-US" altLang="zh-CN" sz="1400" dirty="0"/>
              <a:t>  leaf port {</a:t>
            </a:r>
          </a:p>
          <a:p>
            <a:r>
              <a:rPr lang="en-US" altLang="zh-CN" sz="1400" dirty="0"/>
              <a:t>    type </a:t>
            </a:r>
            <a:r>
              <a:rPr lang="en-US" altLang="zh-CN" sz="1400" dirty="0" err="1"/>
              <a:t>inet:port-number</a:t>
            </a:r>
            <a:r>
              <a:rPr lang="en-US" altLang="zh-CN" sz="1400" dirty="0"/>
              <a:t>;</a:t>
            </a:r>
          </a:p>
          <a:p>
            <a:r>
              <a:rPr lang="en-US" altLang="zh-CN" sz="1400" dirty="0"/>
              <a:t>    description “port number”;</a:t>
            </a:r>
          </a:p>
          <a:p>
            <a:r>
              <a:rPr lang="en-US" altLang="zh-CN" sz="1400" dirty="0"/>
              <a:t>  }</a:t>
            </a:r>
          </a:p>
          <a:p>
            <a:r>
              <a:rPr lang="en-US" altLang="zh-CN" sz="1400" dirty="0"/>
              <a:t>}</a:t>
            </a:r>
          </a:p>
          <a:p>
            <a:endParaRPr lang="en-US" altLang="zh-CN" sz="1400" dirty="0"/>
          </a:p>
          <a:p>
            <a:r>
              <a:rPr lang="en-US" altLang="zh-CN" sz="1400" b="1" dirty="0"/>
              <a:t>container </a:t>
            </a:r>
            <a:r>
              <a:rPr lang="en-US" altLang="zh-CN" sz="1400" dirty="0"/>
              <a:t>quadruple {</a:t>
            </a:r>
          </a:p>
          <a:p>
            <a:r>
              <a:rPr lang="en-US" altLang="zh-CN" sz="1400" dirty="0"/>
              <a:t>  container source {</a:t>
            </a:r>
          </a:p>
          <a:p>
            <a:r>
              <a:rPr lang="en-US" altLang="zh-CN" sz="1400" dirty="0"/>
              <a:t>    </a:t>
            </a:r>
            <a:r>
              <a:rPr lang="en-US" altLang="zh-CN" sz="1400" b="1" dirty="0"/>
              <a:t>uses </a:t>
            </a:r>
            <a:r>
              <a:rPr lang="en-US" altLang="zh-CN" sz="1400" dirty="0" err="1"/>
              <a:t>ip</a:t>
            </a:r>
            <a:r>
              <a:rPr lang="en-US" altLang="zh-CN" sz="1400" dirty="0"/>
              <a:t>-port;</a:t>
            </a:r>
          </a:p>
          <a:p>
            <a:r>
              <a:rPr lang="en-US" altLang="zh-CN" sz="1400" dirty="0"/>
              <a:t>  }</a:t>
            </a:r>
          </a:p>
          <a:p>
            <a:endParaRPr lang="en-US" altLang="zh-CN" sz="1400" dirty="0"/>
          </a:p>
          <a:p>
            <a:r>
              <a:rPr lang="en-US" altLang="zh-CN" sz="1400" dirty="0"/>
              <a:t>  container destination {</a:t>
            </a:r>
          </a:p>
          <a:p>
            <a:r>
              <a:rPr lang="en-US" altLang="zh-CN" sz="1400" dirty="0"/>
              <a:t>   </a:t>
            </a:r>
            <a:r>
              <a:rPr lang="en-US" altLang="zh-CN" sz="1400" b="1" dirty="0"/>
              <a:t> uses </a:t>
            </a:r>
            <a:r>
              <a:rPr lang="en-US" altLang="zh-CN" sz="1400" dirty="0" err="1"/>
              <a:t>ip</a:t>
            </a:r>
            <a:r>
              <a:rPr lang="en-US" altLang="zh-CN" sz="1400" dirty="0"/>
              <a:t>-port;</a:t>
            </a:r>
          </a:p>
          <a:p>
            <a:r>
              <a:rPr lang="en-US" altLang="zh-CN" sz="1400" dirty="0"/>
              <a:t>  }</a:t>
            </a:r>
          </a:p>
          <a:p>
            <a:r>
              <a:rPr lang="en-US" altLang="zh-CN" sz="1400" dirty="0"/>
              <a:t>}</a:t>
            </a:r>
            <a:endParaRPr lang="zh-CN" altLang="en-US" sz="1400" dirty="0"/>
          </a:p>
        </p:txBody>
      </p:sp>
      <p:grpSp>
        <p:nvGrpSpPr>
          <p:cNvPr id="8" name="组合 7">
            <a:extLst>
              <a:ext uri="{FF2B5EF4-FFF2-40B4-BE49-F238E27FC236}">
                <a16:creationId xmlns:a16="http://schemas.microsoft.com/office/drawing/2014/main" id="{E7551609-E707-4AB4-9F31-C50DB54A6830}"/>
              </a:ext>
            </a:extLst>
          </p:cNvPr>
          <p:cNvGrpSpPr/>
          <p:nvPr/>
        </p:nvGrpSpPr>
        <p:grpSpPr bwMode="gray">
          <a:xfrm>
            <a:off x="660663" y="3932181"/>
            <a:ext cx="3581400" cy="2228190"/>
            <a:chOff x="368563" y="2659684"/>
            <a:chExt cx="3581400" cy="2228190"/>
          </a:xfrm>
        </p:grpSpPr>
        <p:sp>
          <p:nvSpPr>
            <p:cNvPr id="9" name="圆角矩形 19">
              <a:extLst>
                <a:ext uri="{FF2B5EF4-FFF2-40B4-BE49-F238E27FC236}">
                  <a16:creationId xmlns:a16="http://schemas.microsoft.com/office/drawing/2014/main" id="{5A717FE2-8264-40D4-991C-BF336AD871D4}"/>
                </a:ext>
              </a:extLst>
            </p:cNvPr>
            <p:cNvSpPr/>
            <p:nvPr/>
          </p:nvSpPr>
          <p:spPr bwMode="gray">
            <a:xfrm>
              <a:off x="368563" y="2850197"/>
              <a:ext cx="3581400" cy="2037677"/>
            </a:xfrm>
            <a:prstGeom prst="roundRect">
              <a:avLst>
                <a:gd name="adj" fmla="val 5992"/>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文本框 9">
              <a:extLst>
                <a:ext uri="{FF2B5EF4-FFF2-40B4-BE49-F238E27FC236}">
                  <a16:creationId xmlns:a16="http://schemas.microsoft.com/office/drawing/2014/main" id="{84EDCEC2-585F-41F9-A40C-83E81B9556F1}"/>
                </a:ext>
              </a:extLst>
            </p:cNvPr>
            <p:cNvSpPr txBox="1"/>
            <p:nvPr/>
          </p:nvSpPr>
          <p:spPr bwMode="gray">
            <a:xfrm>
              <a:off x="714462" y="2659684"/>
              <a:ext cx="1806905" cy="369332"/>
            </a:xfrm>
            <a:prstGeom prst="rect">
              <a:avLst/>
            </a:prstGeom>
            <a:solidFill>
              <a:schemeClr val="bg1"/>
            </a:solidFill>
          </p:spPr>
          <p:txBody>
            <a:bodyPr wrap="none" rtlCol="0">
              <a:spAutoFit/>
            </a:bodyPr>
            <a:lstStyle/>
            <a:p>
              <a:r>
                <a:rPr lang="zh-CN" altLang="en-US" b="1" dirty="0">
                  <a:solidFill>
                    <a:prstClr val="black"/>
                  </a:solidFill>
                </a:rPr>
                <a:t>选择</a:t>
              </a:r>
              <a:r>
                <a:rPr lang="zh-CN" altLang="en-US" sz="1600" b="1" dirty="0">
                  <a:solidFill>
                    <a:prstClr val="black"/>
                  </a:solidFill>
                </a:rPr>
                <a:t>（</a:t>
              </a:r>
              <a:r>
                <a:rPr lang="en-US" altLang="zh-CN" sz="1600" b="1" dirty="0">
                  <a:solidFill>
                    <a:prstClr val="black"/>
                  </a:solidFill>
                </a:rPr>
                <a:t>Choices</a:t>
              </a:r>
              <a:r>
                <a:rPr lang="zh-CN" altLang="en-US" sz="1600" b="1" dirty="0">
                  <a:solidFill>
                    <a:prstClr val="black"/>
                  </a:solidFill>
                </a:rPr>
                <a:t>）</a:t>
              </a:r>
              <a:endParaRPr lang="zh-CN" altLang="en-US" sz="1100" b="1" dirty="0">
                <a:solidFill>
                  <a:prstClr val="black"/>
                </a:solidFill>
              </a:endParaRPr>
            </a:p>
          </p:txBody>
        </p:sp>
      </p:grpSp>
      <p:sp>
        <p:nvSpPr>
          <p:cNvPr id="11" name="矩形 10">
            <a:extLst>
              <a:ext uri="{FF2B5EF4-FFF2-40B4-BE49-F238E27FC236}">
                <a16:creationId xmlns:a16="http://schemas.microsoft.com/office/drawing/2014/main" id="{D0DFDBB0-471F-4DA8-A7F4-428A293E059A}"/>
              </a:ext>
            </a:extLst>
          </p:cNvPr>
          <p:cNvSpPr/>
          <p:nvPr/>
        </p:nvSpPr>
        <p:spPr bwMode="gray">
          <a:xfrm>
            <a:off x="816307" y="4449034"/>
            <a:ext cx="3270112" cy="1061829"/>
          </a:xfrm>
          <a:prstGeom prst="rect">
            <a:avLst/>
          </a:prstGeom>
        </p:spPr>
        <p:txBody>
          <a:bodyPr wrap="square">
            <a:spAutoFit/>
          </a:bodyPr>
          <a:lstStyle/>
          <a:p>
            <a:pPr>
              <a:lnSpc>
                <a:spcPct val="150000"/>
              </a:lnSpc>
            </a:pPr>
            <a:r>
              <a:rPr lang="en-US" altLang="zh-CN" sz="1400" dirty="0">
                <a:solidFill>
                  <a:prstClr val="black"/>
                </a:solidFill>
              </a:rPr>
              <a:t>YANG</a:t>
            </a:r>
            <a:r>
              <a:rPr lang="zh-CN" altLang="en-US" sz="1400" dirty="0">
                <a:solidFill>
                  <a:prstClr val="black"/>
                </a:solidFill>
              </a:rPr>
              <a:t>允许数据模型使用</a:t>
            </a:r>
            <a:r>
              <a:rPr lang="en-US" altLang="zh-CN" sz="1400" dirty="0">
                <a:solidFill>
                  <a:prstClr val="black"/>
                </a:solidFill>
              </a:rPr>
              <a:t>choice</a:t>
            </a:r>
            <a:r>
              <a:rPr lang="zh-CN" altLang="en-US" sz="1400" dirty="0">
                <a:solidFill>
                  <a:prstClr val="black"/>
                </a:solidFill>
              </a:rPr>
              <a:t>和</a:t>
            </a:r>
            <a:r>
              <a:rPr lang="en-US" altLang="zh-CN" sz="1400" dirty="0">
                <a:solidFill>
                  <a:prstClr val="black"/>
                </a:solidFill>
              </a:rPr>
              <a:t>case</a:t>
            </a:r>
            <a:r>
              <a:rPr lang="zh-CN" altLang="en-US" sz="1400" dirty="0">
                <a:solidFill>
                  <a:prstClr val="black"/>
                </a:solidFill>
              </a:rPr>
              <a:t>语句，用于定义不能一起出现的模式节点集合。</a:t>
            </a:r>
          </a:p>
        </p:txBody>
      </p:sp>
      <p:sp>
        <p:nvSpPr>
          <p:cNvPr id="12" name="矩形 11">
            <a:extLst>
              <a:ext uri="{FF2B5EF4-FFF2-40B4-BE49-F238E27FC236}">
                <a16:creationId xmlns:a16="http://schemas.microsoft.com/office/drawing/2014/main" id="{9F1ED7DF-3078-4EFC-9773-0C8A57279F92}"/>
              </a:ext>
            </a:extLst>
          </p:cNvPr>
          <p:cNvSpPr/>
          <p:nvPr/>
        </p:nvSpPr>
        <p:spPr bwMode="gray">
          <a:xfrm>
            <a:off x="8129448" y="1474058"/>
            <a:ext cx="3136636" cy="3754874"/>
          </a:xfrm>
          <a:prstGeom prst="rect">
            <a:avLst/>
          </a:prstGeom>
        </p:spPr>
        <p:txBody>
          <a:bodyPr wrap="square">
            <a:spAutoFit/>
          </a:bodyPr>
          <a:lstStyle/>
          <a:p>
            <a:r>
              <a:rPr lang="en-US" altLang="zh-CN" sz="1400" b="1" dirty="0"/>
              <a:t>container </a:t>
            </a:r>
            <a:r>
              <a:rPr lang="en-US" altLang="zh-CN" sz="1400" dirty="0"/>
              <a:t>transfer-protocol {</a:t>
            </a:r>
          </a:p>
          <a:p>
            <a:r>
              <a:rPr lang="en-US" altLang="zh-CN" sz="1400" dirty="0"/>
              <a:t>  </a:t>
            </a:r>
            <a:r>
              <a:rPr lang="en-US" altLang="zh-CN" sz="1400" b="1" dirty="0"/>
              <a:t>choice</a:t>
            </a:r>
            <a:r>
              <a:rPr lang="en-US" altLang="zh-CN" sz="1400" dirty="0"/>
              <a:t> name {</a:t>
            </a:r>
          </a:p>
          <a:p>
            <a:r>
              <a:rPr lang="en-US" altLang="zh-CN" sz="1400" b="1" dirty="0"/>
              <a:t>    case </a:t>
            </a:r>
            <a:r>
              <a:rPr lang="en-US" altLang="zh-CN" sz="1400" dirty="0"/>
              <a:t>a {</a:t>
            </a:r>
          </a:p>
          <a:p>
            <a:r>
              <a:rPr lang="en-US" altLang="zh-CN" sz="1400" dirty="0"/>
              <a:t>      leaf </a:t>
            </a:r>
            <a:r>
              <a:rPr lang="en-US" altLang="zh-CN" sz="1400" dirty="0" err="1"/>
              <a:t>udp</a:t>
            </a:r>
            <a:r>
              <a:rPr lang="en-US" altLang="zh-CN" sz="1400" dirty="0"/>
              <a:t> {</a:t>
            </a:r>
          </a:p>
          <a:p>
            <a:r>
              <a:rPr lang="en-US" altLang="zh-CN" sz="1400" dirty="0"/>
              <a:t>        type empty;</a:t>
            </a:r>
          </a:p>
          <a:p>
            <a:r>
              <a:rPr lang="en-US" altLang="zh-CN" sz="1400" dirty="0"/>
              <a:t>      }</a:t>
            </a:r>
          </a:p>
          <a:p>
            <a:r>
              <a:rPr lang="en-US" altLang="zh-CN" sz="1400" dirty="0"/>
              <a:t>    }</a:t>
            </a:r>
          </a:p>
          <a:p>
            <a:r>
              <a:rPr lang="en-US" altLang="zh-CN" sz="1400" dirty="0"/>
              <a:t>  </a:t>
            </a:r>
          </a:p>
          <a:p>
            <a:r>
              <a:rPr lang="en-US" altLang="zh-CN" sz="1400" dirty="0"/>
              <a:t>   </a:t>
            </a:r>
            <a:r>
              <a:rPr lang="en-US" altLang="zh-CN" sz="1400" b="1" dirty="0"/>
              <a:t> case </a:t>
            </a:r>
            <a:r>
              <a:rPr lang="en-US" altLang="zh-CN" sz="1400" dirty="0"/>
              <a:t>b {</a:t>
            </a:r>
          </a:p>
          <a:p>
            <a:r>
              <a:rPr lang="en-US" altLang="zh-CN" sz="1400" dirty="0"/>
              <a:t>      leaf </a:t>
            </a:r>
            <a:r>
              <a:rPr lang="en-US" altLang="zh-CN" sz="1400" dirty="0" err="1"/>
              <a:t>tcp</a:t>
            </a:r>
            <a:r>
              <a:rPr lang="en-US" altLang="zh-CN" sz="1400" dirty="0"/>
              <a:t> {</a:t>
            </a:r>
          </a:p>
          <a:p>
            <a:r>
              <a:rPr lang="en-US" altLang="zh-CN" sz="1400" dirty="0"/>
              <a:t>        type empty;</a:t>
            </a:r>
          </a:p>
          <a:p>
            <a:r>
              <a:rPr lang="en-US" altLang="zh-CN" sz="1400" dirty="0"/>
              <a:t>      }</a:t>
            </a:r>
          </a:p>
          <a:p>
            <a:r>
              <a:rPr lang="en-US" altLang="zh-CN" sz="1400" dirty="0"/>
              <a:t>    }</a:t>
            </a:r>
          </a:p>
          <a:p>
            <a:r>
              <a:rPr lang="en-US" altLang="zh-CN" sz="1400" dirty="0"/>
              <a:t>  }</a:t>
            </a:r>
          </a:p>
          <a:p>
            <a:r>
              <a:rPr lang="en-US" altLang="zh-CN" sz="1400" dirty="0"/>
              <a:t>}</a:t>
            </a:r>
          </a:p>
          <a:p>
            <a:r>
              <a:rPr lang="en-US" altLang="zh-CN" sz="1400" dirty="0"/>
              <a:t>   </a:t>
            </a:r>
          </a:p>
          <a:p>
            <a:r>
              <a:rPr lang="en-US" altLang="zh-CN" sz="1400" dirty="0"/>
              <a:t>      </a:t>
            </a:r>
            <a:endParaRPr lang="zh-CN" altLang="en-US" sz="1400" dirty="0"/>
          </a:p>
        </p:txBody>
      </p:sp>
    </p:spTree>
    <p:extLst>
      <p:ext uri="{BB962C8B-B14F-4D97-AF65-F5344CB8AC3E}">
        <p14:creationId xmlns:p14="http://schemas.microsoft.com/office/powerpoint/2010/main" val="35720177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7A0DF9-6770-4A7D-A2F0-69C036B4351B}"/>
              </a:ext>
            </a:extLst>
          </p:cNvPr>
          <p:cNvSpPr>
            <a:spLocks noGrp="1"/>
          </p:cNvSpPr>
          <p:nvPr>
            <p:ph type="title"/>
          </p:nvPr>
        </p:nvSpPr>
        <p:spPr bwMode="gray"/>
        <p:txBody>
          <a:bodyPr/>
          <a:lstStyle/>
          <a:p>
            <a:r>
              <a:rPr lang="en-US" altLang="zh-CN" dirty="0"/>
              <a:t>YANG</a:t>
            </a:r>
            <a:r>
              <a:rPr lang="zh-CN" altLang="en-US" dirty="0"/>
              <a:t>：操作</a:t>
            </a:r>
          </a:p>
        </p:txBody>
      </p:sp>
      <p:grpSp>
        <p:nvGrpSpPr>
          <p:cNvPr id="3" name="组合 2">
            <a:extLst>
              <a:ext uri="{FF2B5EF4-FFF2-40B4-BE49-F238E27FC236}">
                <a16:creationId xmlns:a16="http://schemas.microsoft.com/office/drawing/2014/main" id="{4886ADCC-CE65-4F92-B22D-F1DE1B04BD9D}"/>
              </a:ext>
            </a:extLst>
          </p:cNvPr>
          <p:cNvGrpSpPr/>
          <p:nvPr/>
        </p:nvGrpSpPr>
        <p:grpSpPr bwMode="gray">
          <a:xfrm>
            <a:off x="683606" y="1146734"/>
            <a:ext cx="3581400" cy="4982276"/>
            <a:chOff x="368563" y="2659684"/>
            <a:chExt cx="3581400" cy="4982276"/>
          </a:xfrm>
        </p:grpSpPr>
        <p:sp>
          <p:nvSpPr>
            <p:cNvPr id="4" name="圆角矩形 23">
              <a:extLst>
                <a:ext uri="{FF2B5EF4-FFF2-40B4-BE49-F238E27FC236}">
                  <a16:creationId xmlns:a16="http://schemas.microsoft.com/office/drawing/2014/main" id="{2D65B0FE-A5F1-47D8-96E5-774C6D0C4998}"/>
                </a:ext>
              </a:extLst>
            </p:cNvPr>
            <p:cNvSpPr/>
            <p:nvPr/>
          </p:nvSpPr>
          <p:spPr bwMode="gray">
            <a:xfrm>
              <a:off x="368563" y="2850197"/>
              <a:ext cx="3581400" cy="4791763"/>
            </a:xfrm>
            <a:prstGeom prst="roundRect">
              <a:avLst>
                <a:gd name="adj" fmla="val 5992"/>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文本框 4">
              <a:extLst>
                <a:ext uri="{FF2B5EF4-FFF2-40B4-BE49-F238E27FC236}">
                  <a16:creationId xmlns:a16="http://schemas.microsoft.com/office/drawing/2014/main" id="{41E1E400-F4FD-4918-B9D4-2D74D3647001}"/>
                </a:ext>
              </a:extLst>
            </p:cNvPr>
            <p:cNvSpPr txBox="1"/>
            <p:nvPr/>
          </p:nvSpPr>
          <p:spPr bwMode="gray">
            <a:xfrm>
              <a:off x="714462" y="2659684"/>
              <a:ext cx="2550698" cy="369332"/>
            </a:xfrm>
            <a:prstGeom prst="rect">
              <a:avLst/>
            </a:prstGeom>
            <a:solidFill>
              <a:schemeClr val="bg1"/>
            </a:solidFill>
          </p:spPr>
          <p:txBody>
            <a:bodyPr wrap="none" rtlCol="0">
              <a:spAutoFit/>
            </a:bodyPr>
            <a:lstStyle/>
            <a:p>
              <a:r>
                <a:rPr lang="zh-CN" altLang="en-US" b="1" dirty="0">
                  <a:solidFill>
                    <a:prstClr val="black"/>
                  </a:solidFill>
                </a:rPr>
                <a:t>操作</a:t>
              </a:r>
              <a:r>
                <a:rPr lang="zh-CN" altLang="en-US" sz="1600" b="1" dirty="0">
                  <a:solidFill>
                    <a:prstClr val="black"/>
                  </a:solidFill>
                </a:rPr>
                <a:t>（</a:t>
              </a:r>
              <a:r>
                <a:rPr lang="en-US" altLang="zh-CN" sz="1600" b="1" dirty="0">
                  <a:solidFill>
                    <a:prstClr val="black"/>
                  </a:solidFill>
                </a:rPr>
                <a:t>RPCs &amp; Actions</a:t>
              </a:r>
              <a:r>
                <a:rPr lang="zh-CN" altLang="en-US" sz="1600" b="1" dirty="0">
                  <a:solidFill>
                    <a:prstClr val="black"/>
                  </a:solidFill>
                </a:rPr>
                <a:t>）</a:t>
              </a:r>
              <a:endParaRPr lang="zh-CN" altLang="en-US" sz="1100" b="1" dirty="0">
                <a:solidFill>
                  <a:prstClr val="black"/>
                </a:solidFill>
              </a:endParaRPr>
            </a:p>
          </p:txBody>
        </p:sp>
      </p:grpSp>
      <p:sp>
        <p:nvSpPr>
          <p:cNvPr id="6" name="矩形 5">
            <a:extLst>
              <a:ext uri="{FF2B5EF4-FFF2-40B4-BE49-F238E27FC236}">
                <a16:creationId xmlns:a16="http://schemas.microsoft.com/office/drawing/2014/main" id="{3B2CAB99-BF22-4773-8142-951D5828B1EB}"/>
              </a:ext>
            </a:extLst>
          </p:cNvPr>
          <p:cNvSpPr/>
          <p:nvPr/>
        </p:nvSpPr>
        <p:spPr bwMode="gray">
          <a:xfrm>
            <a:off x="801150" y="1518648"/>
            <a:ext cx="3270112" cy="4558171"/>
          </a:xfrm>
          <a:prstGeom prst="rect">
            <a:avLst/>
          </a:prstGeom>
        </p:spPr>
        <p:txBody>
          <a:bodyPr wrap="square">
            <a:spAutoFit/>
          </a:bodyPr>
          <a:lstStyle/>
          <a:p>
            <a:pPr>
              <a:lnSpc>
                <a:spcPct val="150000"/>
              </a:lnSpc>
            </a:pPr>
            <a:r>
              <a:rPr lang="en-US" altLang="zh-CN" sz="1500" dirty="0">
                <a:solidFill>
                  <a:prstClr val="black"/>
                </a:solidFill>
              </a:rPr>
              <a:t>YANG</a:t>
            </a:r>
            <a:r>
              <a:rPr lang="zh-CN" altLang="en-US" sz="1500" dirty="0">
                <a:solidFill>
                  <a:prstClr val="black"/>
                </a:solidFill>
              </a:rPr>
              <a:t>允许定义操作：</a:t>
            </a:r>
            <a:endParaRPr lang="en-US" altLang="zh-CN" sz="1500" dirty="0">
              <a:solidFill>
                <a:prstClr val="black"/>
              </a:solidFill>
            </a:endParaRPr>
          </a:p>
          <a:p>
            <a:pPr marL="285750" indent="-285750">
              <a:lnSpc>
                <a:spcPct val="150000"/>
              </a:lnSpc>
              <a:buFont typeface="Arial" panose="020B0604020202020204" pitchFamily="34" charset="0"/>
              <a:buChar char="•"/>
            </a:pPr>
            <a:r>
              <a:rPr lang="zh-CN" altLang="en-US" sz="1500" dirty="0">
                <a:solidFill>
                  <a:prstClr val="black"/>
                </a:solidFill>
              </a:rPr>
              <a:t>模块顶层的操作用</a:t>
            </a:r>
            <a:r>
              <a:rPr lang="en-US" altLang="zh-CN" sz="1500" dirty="0" err="1">
                <a:solidFill>
                  <a:prstClr val="black"/>
                </a:solidFill>
              </a:rPr>
              <a:t>rpc</a:t>
            </a:r>
            <a:r>
              <a:rPr lang="zh-CN" altLang="en-US" sz="1500" dirty="0">
                <a:solidFill>
                  <a:prstClr val="black"/>
                </a:solidFill>
              </a:rPr>
              <a:t>语句定义。在</a:t>
            </a:r>
            <a:r>
              <a:rPr lang="en-US" altLang="zh-CN" sz="1500" dirty="0" err="1">
                <a:solidFill>
                  <a:prstClr val="black"/>
                </a:solidFill>
              </a:rPr>
              <a:t>rpc</a:t>
            </a:r>
            <a:r>
              <a:rPr lang="zh-CN" altLang="en-US" sz="1500" dirty="0">
                <a:solidFill>
                  <a:prstClr val="black"/>
                </a:solidFill>
              </a:rPr>
              <a:t>节点下通常会有一个</a:t>
            </a:r>
            <a:r>
              <a:rPr lang="en-US" altLang="zh-CN" sz="1500" dirty="0">
                <a:solidFill>
                  <a:prstClr val="black"/>
                </a:solidFill>
              </a:rPr>
              <a:t>input</a:t>
            </a:r>
            <a:r>
              <a:rPr lang="zh-CN" altLang="en-US" sz="1500" dirty="0">
                <a:solidFill>
                  <a:prstClr val="black"/>
                </a:solidFill>
              </a:rPr>
              <a:t>节点和一个</a:t>
            </a:r>
            <a:r>
              <a:rPr lang="en-US" altLang="zh-CN" sz="1500" dirty="0">
                <a:solidFill>
                  <a:prstClr val="black"/>
                </a:solidFill>
              </a:rPr>
              <a:t>output</a:t>
            </a:r>
            <a:r>
              <a:rPr lang="zh-CN" altLang="en-US" sz="1500" dirty="0">
                <a:solidFill>
                  <a:prstClr val="black"/>
                </a:solidFill>
              </a:rPr>
              <a:t>节点。</a:t>
            </a:r>
            <a:r>
              <a:rPr lang="en-US" altLang="zh-CN" sz="1500" dirty="0">
                <a:solidFill>
                  <a:prstClr val="black"/>
                </a:solidFill>
              </a:rPr>
              <a:t>input</a:t>
            </a:r>
            <a:r>
              <a:rPr lang="zh-CN" altLang="en-US" sz="1500" dirty="0">
                <a:solidFill>
                  <a:prstClr val="black"/>
                </a:solidFill>
              </a:rPr>
              <a:t>节点和</a:t>
            </a:r>
            <a:r>
              <a:rPr lang="en-US" altLang="zh-CN" sz="1500" dirty="0">
                <a:solidFill>
                  <a:prstClr val="black"/>
                </a:solidFill>
              </a:rPr>
              <a:t>output</a:t>
            </a:r>
            <a:r>
              <a:rPr lang="zh-CN" altLang="en-US" sz="1500" dirty="0">
                <a:solidFill>
                  <a:prstClr val="black"/>
                </a:solidFill>
              </a:rPr>
              <a:t>节点中可以包含容器、列表、叶子和叶列表。</a:t>
            </a:r>
            <a:endParaRPr lang="en-US" altLang="zh-CN" sz="1500" dirty="0">
              <a:solidFill>
                <a:prstClr val="black"/>
              </a:solidFill>
            </a:endParaRPr>
          </a:p>
          <a:p>
            <a:pPr marL="285750" indent="-285750">
              <a:lnSpc>
                <a:spcPct val="150000"/>
              </a:lnSpc>
              <a:buFont typeface="Arial" panose="020B0604020202020204" pitchFamily="34" charset="0"/>
              <a:buChar char="•"/>
            </a:pPr>
            <a:r>
              <a:rPr lang="zh-CN" altLang="en-US" sz="1500" dirty="0">
                <a:solidFill>
                  <a:prstClr val="black"/>
                </a:solidFill>
              </a:rPr>
              <a:t>容器或列表里的操作用</a:t>
            </a:r>
            <a:r>
              <a:rPr lang="en-US" altLang="zh-CN" sz="1500" dirty="0">
                <a:solidFill>
                  <a:prstClr val="black"/>
                </a:solidFill>
              </a:rPr>
              <a:t>action</a:t>
            </a:r>
            <a:r>
              <a:rPr lang="zh-CN" altLang="en-US" sz="1500" dirty="0">
                <a:solidFill>
                  <a:prstClr val="black"/>
                </a:solidFill>
              </a:rPr>
              <a:t>语句定义。在</a:t>
            </a:r>
            <a:r>
              <a:rPr lang="en-US" altLang="zh-CN" sz="1500" dirty="0">
                <a:solidFill>
                  <a:prstClr val="black"/>
                </a:solidFill>
              </a:rPr>
              <a:t>action</a:t>
            </a:r>
            <a:r>
              <a:rPr lang="zh-CN" altLang="en-US" sz="1500" dirty="0">
                <a:solidFill>
                  <a:prstClr val="black"/>
                </a:solidFill>
              </a:rPr>
              <a:t>节点下通常会有一个</a:t>
            </a:r>
            <a:r>
              <a:rPr lang="en-US" altLang="zh-CN" sz="1500" dirty="0">
                <a:solidFill>
                  <a:prstClr val="black"/>
                </a:solidFill>
              </a:rPr>
              <a:t>input</a:t>
            </a:r>
            <a:r>
              <a:rPr lang="zh-CN" altLang="en-US" sz="1500" dirty="0">
                <a:solidFill>
                  <a:prstClr val="black"/>
                </a:solidFill>
              </a:rPr>
              <a:t>节点和一个</a:t>
            </a:r>
            <a:r>
              <a:rPr lang="en-US" altLang="zh-CN" sz="1500" dirty="0">
                <a:solidFill>
                  <a:prstClr val="black"/>
                </a:solidFill>
              </a:rPr>
              <a:t>output</a:t>
            </a:r>
            <a:r>
              <a:rPr lang="zh-CN" altLang="en-US" sz="1500" dirty="0">
                <a:solidFill>
                  <a:prstClr val="black"/>
                </a:solidFill>
              </a:rPr>
              <a:t>节点。</a:t>
            </a:r>
            <a:endParaRPr lang="en-US" altLang="zh-CN" sz="1500" dirty="0">
              <a:solidFill>
                <a:prstClr val="black"/>
              </a:solidFill>
            </a:endParaRPr>
          </a:p>
          <a:p>
            <a:pPr marL="285750" indent="-285750">
              <a:lnSpc>
                <a:spcPct val="150000"/>
              </a:lnSpc>
              <a:buFont typeface="Arial" panose="020B0604020202020204" pitchFamily="34" charset="0"/>
              <a:buChar char="•"/>
            </a:pPr>
            <a:r>
              <a:rPr lang="en-US" altLang="zh-CN" sz="1500" dirty="0" err="1">
                <a:solidFill>
                  <a:prstClr val="black"/>
                </a:solidFill>
              </a:rPr>
              <a:t>rpc</a:t>
            </a:r>
            <a:r>
              <a:rPr lang="zh-CN" altLang="en-US" sz="1500" dirty="0">
                <a:solidFill>
                  <a:prstClr val="black"/>
                </a:solidFill>
              </a:rPr>
              <a:t>和</a:t>
            </a:r>
            <a:r>
              <a:rPr lang="en-US" altLang="zh-CN" sz="1500" dirty="0">
                <a:solidFill>
                  <a:prstClr val="black"/>
                </a:solidFill>
              </a:rPr>
              <a:t>action</a:t>
            </a:r>
            <a:r>
              <a:rPr lang="zh-CN" altLang="en-US" sz="1500" dirty="0">
                <a:solidFill>
                  <a:prstClr val="black"/>
                </a:solidFill>
              </a:rPr>
              <a:t>不同之处在于，</a:t>
            </a:r>
            <a:r>
              <a:rPr lang="en-US" altLang="zh-CN" sz="1500" dirty="0" err="1">
                <a:solidFill>
                  <a:prstClr val="black"/>
                </a:solidFill>
              </a:rPr>
              <a:t>rpc</a:t>
            </a:r>
            <a:r>
              <a:rPr lang="zh-CN" altLang="en-US" sz="1500" dirty="0">
                <a:solidFill>
                  <a:prstClr val="black"/>
                </a:solidFill>
              </a:rPr>
              <a:t>不直接操作数据，而</a:t>
            </a:r>
            <a:r>
              <a:rPr lang="en-US" altLang="zh-CN" sz="1500" dirty="0">
                <a:solidFill>
                  <a:prstClr val="black"/>
                </a:solidFill>
              </a:rPr>
              <a:t>action</a:t>
            </a:r>
            <a:r>
              <a:rPr lang="zh-CN" altLang="en-US" sz="1500" dirty="0">
                <a:solidFill>
                  <a:prstClr val="black"/>
                </a:solidFill>
              </a:rPr>
              <a:t>则直接与数据存储中的节点绑定。</a:t>
            </a:r>
          </a:p>
        </p:txBody>
      </p:sp>
      <p:sp>
        <p:nvSpPr>
          <p:cNvPr id="7" name="矩形 6">
            <a:extLst>
              <a:ext uri="{FF2B5EF4-FFF2-40B4-BE49-F238E27FC236}">
                <a16:creationId xmlns:a16="http://schemas.microsoft.com/office/drawing/2014/main" id="{2FC17DF9-B4CA-4CDC-A478-BF54372054C2}"/>
              </a:ext>
            </a:extLst>
          </p:cNvPr>
          <p:cNvSpPr/>
          <p:nvPr/>
        </p:nvSpPr>
        <p:spPr bwMode="gray">
          <a:xfrm>
            <a:off x="4610905" y="1306000"/>
            <a:ext cx="3999052" cy="4832092"/>
          </a:xfrm>
          <a:prstGeom prst="rect">
            <a:avLst/>
          </a:prstGeom>
        </p:spPr>
        <p:txBody>
          <a:bodyPr wrap="square">
            <a:spAutoFit/>
          </a:bodyPr>
          <a:lstStyle/>
          <a:p>
            <a:r>
              <a:rPr lang="en-US" altLang="zh-CN" sz="1400" dirty="0"/>
              <a:t>module server-farm {</a:t>
            </a:r>
          </a:p>
          <a:p>
            <a:r>
              <a:rPr lang="en-US" altLang="zh-CN" sz="1400" dirty="0"/>
              <a:t>  yang-version: 1.1;</a:t>
            </a:r>
          </a:p>
          <a:p>
            <a:r>
              <a:rPr lang="en-US" altLang="zh-CN" sz="1400" dirty="0"/>
              <a:t>  namespace: “</a:t>
            </a:r>
            <a:r>
              <a:rPr lang="en-US" altLang="zh-CN" sz="1400" dirty="0" err="1"/>
              <a:t>urn:example:server-farm</a:t>
            </a:r>
            <a:r>
              <a:rPr lang="en-US" altLang="zh-CN" sz="1400" dirty="0"/>
              <a:t>”;</a:t>
            </a:r>
          </a:p>
          <a:p>
            <a:r>
              <a:rPr lang="en-US" altLang="zh-CN" sz="1400" dirty="0"/>
              <a:t>  prefix: “</a:t>
            </a:r>
            <a:r>
              <a:rPr lang="en-US" altLang="zh-CN" sz="1400" dirty="0" err="1"/>
              <a:t>sfarm</a:t>
            </a:r>
            <a:r>
              <a:rPr lang="en-US" altLang="zh-CN" sz="1400" dirty="0"/>
              <a:t>”;</a:t>
            </a:r>
          </a:p>
          <a:p>
            <a:endParaRPr lang="en-US" altLang="zh-CN" sz="1400" dirty="0"/>
          </a:p>
          <a:p>
            <a:r>
              <a:rPr lang="en-US" altLang="zh-CN" sz="1400" dirty="0"/>
              <a:t>  import </a:t>
            </a:r>
            <a:r>
              <a:rPr lang="en-US" altLang="zh-CN" sz="1400" dirty="0" err="1"/>
              <a:t>ietf</a:t>
            </a:r>
            <a:r>
              <a:rPr lang="en-US" altLang="zh-CN" sz="1400" dirty="0"/>
              <a:t>-yang-types {</a:t>
            </a:r>
          </a:p>
          <a:p>
            <a:r>
              <a:rPr lang="en-US" altLang="zh-CN" sz="1400" dirty="0"/>
              <a:t>    prefix: yang;</a:t>
            </a:r>
          </a:p>
          <a:p>
            <a:r>
              <a:rPr lang="en-US" altLang="zh-CN" sz="1400" dirty="0"/>
              <a:t>  }</a:t>
            </a:r>
          </a:p>
          <a:p>
            <a:r>
              <a:rPr lang="en-US" altLang="zh-CN" sz="1400" dirty="0"/>
              <a:t>  </a:t>
            </a:r>
          </a:p>
          <a:p>
            <a:r>
              <a:rPr lang="en-US" altLang="zh-CN" sz="1400" b="1" dirty="0"/>
              <a:t>  </a:t>
            </a:r>
            <a:r>
              <a:rPr lang="en-US" altLang="zh-CN" sz="1400" b="1" dirty="0" err="1"/>
              <a:t>rpc</a:t>
            </a:r>
            <a:r>
              <a:rPr lang="en-US" altLang="zh-CN" sz="1400" b="1" dirty="0"/>
              <a:t> reset-specified-servers {</a:t>
            </a:r>
          </a:p>
          <a:p>
            <a:r>
              <a:rPr lang="en-US" altLang="zh-CN" sz="1400" b="1" dirty="0"/>
              <a:t>    input </a:t>
            </a:r>
            <a:r>
              <a:rPr lang="en-US" altLang="zh-CN" sz="1400" dirty="0"/>
              <a:t>{</a:t>
            </a:r>
          </a:p>
          <a:p>
            <a:r>
              <a:rPr lang="en-US" altLang="zh-CN" sz="1400" dirty="0"/>
              <a:t>      leaf-list servers {</a:t>
            </a:r>
          </a:p>
          <a:p>
            <a:r>
              <a:rPr lang="en-US" altLang="zh-CN" sz="1400" dirty="0"/>
              <a:t>        type: “</a:t>
            </a:r>
            <a:r>
              <a:rPr lang="en-US" altLang="zh-CN" sz="1400" dirty="0" err="1"/>
              <a:t>inet:ip-address</a:t>
            </a:r>
            <a:r>
              <a:rPr lang="en-US" altLang="zh-CN" sz="1400" dirty="0"/>
              <a:t>”;</a:t>
            </a:r>
          </a:p>
          <a:p>
            <a:r>
              <a:rPr lang="en-US" altLang="zh-CN" sz="1400" dirty="0"/>
              <a:t>      }</a:t>
            </a:r>
          </a:p>
          <a:p>
            <a:r>
              <a:rPr lang="en-US" altLang="zh-CN" sz="1400" dirty="0"/>
              <a:t>    }</a:t>
            </a:r>
          </a:p>
          <a:p>
            <a:r>
              <a:rPr lang="en-US" altLang="zh-CN" sz="1400" dirty="0"/>
              <a:t>  }</a:t>
            </a:r>
          </a:p>
          <a:p>
            <a:endParaRPr lang="en-US" altLang="zh-CN" sz="1400" dirty="0"/>
          </a:p>
          <a:p>
            <a:r>
              <a:rPr lang="en-US" altLang="zh-CN" sz="1400" dirty="0"/>
              <a:t>  list servers {</a:t>
            </a:r>
          </a:p>
          <a:p>
            <a:r>
              <a:rPr lang="en-US" altLang="zh-CN" sz="1400" dirty="0"/>
              <a:t>    key: “name”;</a:t>
            </a:r>
          </a:p>
          <a:p>
            <a:r>
              <a:rPr lang="en-US" altLang="zh-CN" sz="1400" dirty="0"/>
              <a:t>    leaf name {</a:t>
            </a:r>
          </a:p>
          <a:p>
            <a:r>
              <a:rPr lang="en-US" altLang="zh-CN" sz="1400" dirty="0"/>
              <a:t>      type: string;</a:t>
            </a:r>
          </a:p>
          <a:p>
            <a:r>
              <a:rPr lang="en-US" altLang="zh-CN" sz="1400" dirty="0"/>
              <a:t>    }</a:t>
            </a:r>
          </a:p>
        </p:txBody>
      </p:sp>
      <p:sp>
        <p:nvSpPr>
          <p:cNvPr id="8" name="矩形 7">
            <a:extLst>
              <a:ext uri="{FF2B5EF4-FFF2-40B4-BE49-F238E27FC236}">
                <a16:creationId xmlns:a16="http://schemas.microsoft.com/office/drawing/2014/main" id="{1A971F6C-0CFF-4E13-A246-414E6616F679}"/>
              </a:ext>
            </a:extLst>
          </p:cNvPr>
          <p:cNvSpPr/>
          <p:nvPr/>
        </p:nvSpPr>
        <p:spPr bwMode="gray">
          <a:xfrm>
            <a:off x="8453929" y="1335904"/>
            <a:ext cx="3295158" cy="4616648"/>
          </a:xfrm>
          <a:prstGeom prst="rect">
            <a:avLst/>
          </a:prstGeom>
        </p:spPr>
        <p:txBody>
          <a:bodyPr wrap="square">
            <a:spAutoFit/>
          </a:bodyPr>
          <a:lstStyle/>
          <a:p>
            <a:r>
              <a:rPr lang="en-US" altLang="zh-CN" sz="1400" dirty="0"/>
              <a:t>    leaf address {</a:t>
            </a:r>
          </a:p>
          <a:p>
            <a:r>
              <a:rPr lang="en-US" altLang="zh-CN" sz="1400" dirty="0"/>
              <a:t>      type: </a:t>
            </a:r>
            <a:r>
              <a:rPr lang="en-US" altLang="zh-CN" sz="1400" dirty="0" err="1"/>
              <a:t>inet</a:t>
            </a:r>
            <a:r>
              <a:rPr lang="en-US" altLang="zh-CN" sz="1400" dirty="0"/>
              <a:t>;</a:t>
            </a:r>
          </a:p>
          <a:p>
            <a:r>
              <a:rPr lang="en-US" altLang="zh-CN" sz="1400" dirty="0"/>
              <a:t>    }</a:t>
            </a:r>
          </a:p>
          <a:p>
            <a:r>
              <a:rPr lang="en-US" altLang="zh-CN" sz="1400" dirty="0"/>
              <a:t>    </a:t>
            </a:r>
          </a:p>
          <a:p>
            <a:r>
              <a:rPr lang="en-US" altLang="zh-CN" sz="1400" dirty="0"/>
              <a:t>    leaf location {</a:t>
            </a:r>
          </a:p>
          <a:p>
            <a:r>
              <a:rPr lang="en-US" altLang="zh-CN" sz="1400" dirty="0"/>
              <a:t>      type: string;</a:t>
            </a:r>
          </a:p>
          <a:p>
            <a:r>
              <a:rPr lang="en-US" altLang="zh-CN" sz="1400" dirty="0"/>
              <a:t>    }</a:t>
            </a:r>
          </a:p>
          <a:p>
            <a:endParaRPr lang="en-US" altLang="zh-CN" sz="1400" dirty="0"/>
          </a:p>
          <a:p>
            <a:r>
              <a:rPr lang="en-US" altLang="zh-CN" sz="1400" b="1" dirty="0"/>
              <a:t>    action reset </a:t>
            </a:r>
            <a:r>
              <a:rPr lang="en-US" altLang="zh-CN" sz="1400" dirty="0"/>
              <a:t>{</a:t>
            </a:r>
          </a:p>
          <a:p>
            <a:r>
              <a:rPr lang="en-US" altLang="zh-CN" sz="1400" dirty="0"/>
              <a:t>     </a:t>
            </a:r>
            <a:r>
              <a:rPr lang="en-US" altLang="zh-CN" sz="1400" b="1" dirty="0"/>
              <a:t> input </a:t>
            </a:r>
            <a:r>
              <a:rPr lang="en-US" altLang="zh-CN" sz="1400" dirty="0"/>
              <a:t>{</a:t>
            </a:r>
          </a:p>
          <a:p>
            <a:r>
              <a:rPr lang="en-US" altLang="zh-CN" sz="1400" dirty="0"/>
              <a:t>        leaf reset-at {</a:t>
            </a:r>
          </a:p>
          <a:p>
            <a:r>
              <a:rPr lang="en-US" altLang="zh-CN" sz="1400" dirty="0"/>
              <a:t>          type: </a:t>
            </a:r>
            <a:r>
              <a:rPr lang="en-US" altLang="zh-CN" sz="1400" dirty="0" err="1"/>
              <a:t>yang:date-and-time</a:t>
            </a:r>
            <a:r>
              <a:rPr lang="en-US" altLang="zh-CN" sz="1400" dirty="0"/>
              <a:t>;</a:t>
            </a:r>
          </a:p>
          <a:p>
            <a:r>
              <a:rPr lang="en-US" altLang="zh-CN" sz="1400" dirty="0"/>
              <a:t>        }</a:t>
            </a:r>
          </a:p>
          <a:p>
            <a:r>
              <a:rPr lang="en-US" altLang="zh-CN" sz="1400" dirty="0"/>
              <a:t>      }</a:t>
            </a:r>
          </a:p>
          <a:p>
            <a:endParaRPr lang="en-US" altLang="zh-CN" sz="1400" dirty="0"/>
          </a:p>
          <a:p>
            <a:r>
              <a:rPr lang="en-US" altLang="zh-CN" sz="1400" dirty="0"/>
              <a:t>      </a:t>
            </a:r>
            <a:r>
              <a:rPr lang="en-US" altLang="zh-CN" sz="1400" b="1" dirty="0"/>
              <a:t>output</a:t>
            </a:r>
            <a:r>
              <a:rPr lang="en-US" altLang="zh-CN" sz="1400" dirty="0"/>
              <a:t> {</a:t>
            </a:r>
          </a:p>
          <a:p>
            <a:r>
              <a:rPr lang="en-US" altLang="zh-CN" sz="1400" dirty="0"/>
              <a:t>        leaf complete-at {</a:t>
            </a:r>
          </a:p>
          <a:p>
            <a:r>
              <a:rPr lang="en-US" altLang="zh-CN" sz="1400" dirty="0"/>
              <a:t>          type: </a:t>
            </a:r>
            <a:r>
              <a:rPr lang="en-US" altLang="zh-CN" sz="1400" dirty="0" err="1"/>
              <a:t>yang:date-and-time</a:t>
            </a:r>
            <a:r>
              <a:rPr lang="en-US" altLang="zh-CN" sz="1400" dirty="0"/>
              <a:t>;</a:t>
            </a:r>
          </a:p>
          <a:p>
            <a:r>
              <a:rPr lang="en-US" altLang="zh-CN" sz="1400" dirty="0"/>
              <a:t>        }</a:t>
            </a:r>
          </a:p>
          <a:p>
            <a:r>
              <a:rPr lang="en-US" altLang="zh-CN" sz="1400" dirty="0"/>
              <a:t>      }</a:t>
            </a:r>
          </a:p>
          <a:p>
            <a:r>
              <a:rPr lang="en-US" altLang="zh-CN" sz="1400" dirty="0"/>
              <a:t>    }</a:t>
            </a:r>
          </a:p>
        </p:txBody>
      </p:sp>
    </p:spTree>
    <p:extLst>
      <p:ext uri="{BB962C8B-B14F-4D97-AF65-F5344CB8AC3E}">
        <p14:creationId xmlns:p14="http://schemas.microsoft.com/office/powerpoint/2010/main" val="18609688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272752-601C-49CA-ADB4-69D4D9077DBC}"/>
              </a:ext>
            </a:extLst>
          </p:cNvPr>
          <p:cNvSpPr>
            <a:spLocks noGrp="1"/>
          </p:cNvSpPr>
          <p:nvPr>
            <p:ph type="title"/>
          </p:nvPr>
        </p:nvSpPr>
        <p:spPr bwMode="gray"/>
        <p:txBody>
          <a:bodyPr/>
          <a:lstStyle/>
          <a:p>
            <a:r>
              <a:rPr lang="zh-CN" altLang="en-US"/>
              <a:t>模板语言</a:t>
            </a:r>
            <a:r>
              <a:rPr lang="en-US" altLang="zh-CN"/>
              <a:t>Jinja2</a:t>
            </a:r>
            <a:endParaRPr lang="zh-CN" altLang="en-US" dirty="0"/>
          </a:p>
        </p:txBody>
      </p:sp>
      <p:grpSp>
        <p:nvGrpSpPr>
          <p:cNvPr id="3" name="组合 2">
            <a:extLst>
              <a:ext uri="{FF2B5EF4-FFF2-40B4-BE49-F238E27FC236}">
                <a16:creationId xmlns:a16="http://schemas.microsoft.com/office/drawing/2014/main" id="{3FEFCB00-EC49-446E-8B90-0003352C0397}"/>
              </a:ext>
            </a:extLst>
          </p:cNvPr>
          <p:cNvGrpSpPr/>
          <p:nvPr/>
        </p:nvGrpSpPr>
        <p:grpSpPr bwMode="gray">
          <a:xfrm>
            <a:off x="922454" y="1063978"/>
            <a:ext cx="3439405" cy="4982276"/>
            <a:chOff x="368563" y="2659684"/>
            <a:chExt cx="3466837" cy="4982276"/>
          </a:xfrm>
        </p:grpSpPr>
        <p:sp>
          <p:nvSpPr>
            <p:cNvPr id="4" name="圆角矩形 3">
              <a:extLst>
                <a:ext uri="{FF2B5EF4-FFF2-40B4-BE49-F238E27FC236}">
                  <a16:creationId xmlns:a16="http://schemas.microsoft.com/office/drawing/2014/main" id="{55AFD905-E635-499F-903E-4477C13A4E68}"/>
                </a:ext>
              </a:extLst>
            </p:cNvPr>
            <p:cNvSpPr/>
            <p:nvPr/>
          </p:nvSpPr>
          <p:spPr bwMode="gray">
            <a:xfrm>
              <a:off x="368563" y="2850197"/>
              <a:ext cx="3466837" cy="4791763"/>
            </a:xfrm>
            <a:prstGeom prst="roundRect">
              <a:avLst>
                <a:gd name="adj" fmla="val 5992"/>
              </a:avLst>
            </a:pr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文本框 4">
              <a:extLst>
                <a:ext uri="{FF2B5EF4-FFF2-40B4-BE49-F238E27FC236}">
                  <a16:creationId xmlns:a16="http://schemas.microsoft.com/office/drawing/2014/main" id="{802BC6ED-9EEC-4475-867F-65731727527B}"/>
                </a:ext>
              </a:extLst>
            </p:cNvPr>
            <p:cNvSpPr txBox="1"/>
            <p:nvPr/>
          </p:nvSpPr>
          <p:spPr bwMode="gray">
            <a:xfrm>
              <a:off x="714462" y="2659684"/>
              <a:ext cx="2145139" cy="369332"/>
            </a:xfrm>
            <a:prstGeom prst="rect">
              <a:avLst/>
            </a:prstGeom>
            <a:solidFill>
              <a:schemeClr val="bg1"/>
            </a:solidFill>
          </p:spPr>
          <p:txBody>
            <a:bodyPr wrap="none" rtlCol="0">
              <a:spAutoFit/>
            </a:bodyPr>
            <a:lstStyle/>
            <a:p>
              <a:r>
                <a:rPr lang="zh-CN" altLang="en-US" b="1">
                  <a:solidFill>
                    <a:prstClr val="black"/>
                  </a:solidFill>
                </a:rPr>
                <a:t>模板语言</a:t>
              </a:r>
              <a:r>
                <a:rPr lang="zh-CN" altLang="en-US" sz="1600" b="1">
                  <a:solidFill>
                    <a:prstClr val="black"/>
                  </a:solidFill>
                </a:rPr>
                <a:t>（</a:t>
              </a:r>
              <a:r>
                <a:rPr lang="en-US" altLang="zh-CN" sz="1600" b="1">
                  <a:solidFill>
                    <a:prstClr val="black"/>
                  </a:solidFill>
                </a:rPr>
                <a:t>Jinja2</a:t>
              </a:r>
              <a:r>
                <a:rPr lang="zh-CN" altLang="en-US" sz="1600" b="1" dirty="0">
                  <a:solidFill>
                    <a:prstClr val="black"/>
                  </a:solidFill>
                </a:rPr>
                <a:t>）</a:t>
              </a:r>
              <a:endParaRPr lang="zh-CN" altLang="en-US" sz="1100" b="1" dirty="0">
                <a:solidFill>
                  <a:prstClr val="black"/>
                </a:solidFill>
              </a:endParaRPr>
            </a:p>
          </p:txBody>
        </p:sp>
      </p:grpSp>
      <p:sp>
        <p:nvSpPr>
          <p:cNvPr id="6" name="矩形 5">
            <a:extLst>
              <a:ext uri="{FF2B5EF4-FFF2-40B4-BE49-F238E27FC236}">
                <a16:creationId xmlns:a16="http://schemas.microsoft.com/office/drawing/2014/main" id="{94E75A2E-34D1-4B3F-A7E5-BB67A32EAC33}"/>
              </a:ext>
            </a:extLst>
          </p:cNvPr>
          <p:cNvSpPr/>
          <p:nvPr/>
        </p:nvSpPr>
        <p:spPr bwMode="gray">
          <a:xfrm>
            <a:off x="1059582" y="1389943"/>
            <a:ext cx="3217718" cy="4247317"/>
          </a:xfrm>
          <a:prstGeom prst="rect">
            <a:avLst/>
          </a:prstGeom>
        </p:spPr>
        <p:txBody>
          <a:bodyPr wrap="square">
            <a:spAutoFit/>
          </a:bodyPr>
          <a:lstStyle/>
          <a:p>
            <a:pPr>
              <a:lnSpc>
                <a:spcPct val="200000"/>
              </a:lnSpc>
            </a:pPr>
            <a:r>
              <a:rPr lang="en-US" altLang="zh-CN" sz="1500" dirty="0">
                <a:solidFill>
                  <a:prstClr val="black"/>
                </a:solidFill>
              </a:rPr>
              <a:t>Jinja2</a:t>
            </a:r>
            <a:r>
              <a:rPr lang="zh-CN" altLang="en-US" sz="1500" dirty="0">
                <a:solidFill>
                  <a:prstClr val="black"/>
                </a:solidFill>
              </a:rPr>
              <a:t>是一款现代化的、设计友好的</a:t>
            </a:r>
            <a:r>
              <a:rPr lang="en-US" altLang="zh-CN" sz="1500" dirty="0">
                <a:solidFill>
                  <a:prstClr val="black"/>
                </a:solidFill>
              </a:rPr>
              <a:t>Python</a:t>
            </a:r>
            <a:r>
              <a:rPr lang="zh-CN" altLang="en-US" sz="1500" dirty="0">
                <a:solidFill>
                  <a:prstClr val="black"/>
                </a:solidFill>
              </a:rPr>
              <a:t>模板引擎。</a:t>
            </a:r>
            <a:r>
              <a:rPr lang="en-US" altLang="zh-CN" sz="1500" dirty="0">
                <a:solidFill>
                  <a:prstClr val="black"/>
                </a:solidFill>
              </a:rPr>
              <a:t>NCE</a:t>
            </a:r>
            <a:r>
              <a:rPr lang="zh-CN" altLang="en-US" sz="1500" dirty="0">
                <a:solidFill>
                  <a:prstClr val="black"/>
                </a:solidFill>
              </a:rPr>
              <a:t>业务开放</a:t>
            </a:r>
            <a:r>
              <a:rPr lang="zh-CN" altLang="en-US" sz="1500">
                <a:solidFill>
                  <a:prstClr val="black"/>
                </a:solidFill>
              </a:rPr>
              <a:t>可编程使用</a:t>
            </a:r>
            <a:r>
              <a:rPr lang="en-US" altLang="zh-CN" sz="1500">
                <a:solidFill>
                  <a:prstClr val="black"/>
                </a:solidFill>
              </a:rPr>
              <a:t>Jinja2</a:t>
            </a:r>
            <a:r>
              <a:rPr lang="zh-CN" altLang="en-US" sz="1500" dirty="0">
                <a:solidFill>
                  <a:prstClr val="black"/>
                </a:solidFill>
              </a:rPr>
              <a:t>快速完成业务报文的模板化处理。</a:t>
            </a:r>
            <a:endParaRPr lang="en-US" altLang="zh-CN" sz="1500" dirty="0">
              <a:solidFill>
                <a:prstClr val="black"/>
              </a:solidFill>
            </a:endParaRPr>
          </a:p>
          <a:p>
            <a:pPr>
              <a:lnSpc>
                <a:spcPct val="200000"/>
              </a:lnSpc>
            </a:pPr>
            <a:r>
              <a:rPr lang="zh-CN" altLang="en-US" sz="1500" dirty="0">
                <a:solidFill>
                  <a:prstClr val="black"/>
                </a:solidFill>
              </a:rPr>
              <a:t>具体来说，它是一个包含了标签、变量和表达式的文本文件。文件中的</a:t>
            </a:r>
            <a:r>
              <a:rPr lang="zh-CN" altLang="en-US" sz="1500">
                <a:solidFill>
                  <a:prstClr val="black"/>
                </a:solidFill>
              </a:rPr>
              <a:t>标签用来</a:t>
            </a:r>
            <a:r>
              <a:rPr lang="zh-CN" altLang="en-US" sz="1500" dirty="0">
                <a:solidFill>
                  <a:prstClr val="black"/>
                </a:solidFill>
              </a:rPr>
              <a:t>控制模板的内在逻辑，变量和表达式则会在模板被渲染时被替换成对应的值。 </a:t>
            </a:r>
          </a:p>
        </p:txBody>
      </p:sp>
      <p:sp>
        <p:nvSpPr>
          <p:cNvPr id="8" name="矩形 7">
            <a:extLst>
              <a:ext uri="{FF2B5EF4-FFF2-40B4-BE49-F238E27FC236}">
                <a16:creationId xmlns:a16="http://schemas.microsoft.com/office/drawing/2014/main" id="{0C1847EE-0663-4189-8456-ADA87ABD9BA5}"/>
              </a:ext>
            </a:extLst>
          </p:cNvPr>
          <p:cNvSpPr/>
          <p:nvPr/>
        </p:nvSpPr>
        <p:spPr bwMode="gray">
          <a:xfrm>
            <a:off x="4395209" y="1152891"/>
            <a:ext cx="6813565" cy="5004447"/>
          </a:xfrm>
          <a:prstGeom prst="rect">
            <a:avLst/>
          </a:prstGeom>
          <a:solidFill>
            <a:schemeClr val="bg1">
              <a:alpha val="55000"/>
            </a:schemeClr>
          </a:solidFill>
        </p:spPr>
        <p:txBody>
          <a:bodyPr wrap="square">
            <a:spAutoFit/>
          </a:bodyPr>
          <a:lstStyle/>
          <a:p>
            <a:pPr>
              <a:lnSpc>
                <a:spcPct val="120000"/>
              </a:lnSpc>
            </a:pPr>
            <a:r>
              <a:rPr lang="zh-CN" altLang="en-US" sz="1400" dirty="0"/>
              <a:t>&lt;inventory-cfg xmlns="urn:huawei:yang:huawei-ac-nes"&gt;</a:t>
            </a:r>
          </a:p>
          <a:p>
            <a:pPr>
              <a:lnSpc>
                <a:spcPct val="120000"/>
              </a:lnSpc>
            </a:pPr>
            <a:r>
              <a:rPr lang="zh-CN" altLang="en-US" sz="1400" dirty="0"/>
              <a:t>  &lt;nes&gt;</a:t>
            </a:r>
          </a:p>
          <a:p>
            <a:pPr>
              <a:lnSpc>
                <a:spcPct val="120000"/>
              </a:lnSpc>
            </a:pPr>
            <a:r>
              <a:rPr lang="zh-CN" altLang="en-US" sz="1400" dirty="0"/>
              <a:t>   </a:t>
            </a:r>
            <a:r>
              <a:rPr lang="zh-CN" altLang="en-US" sz="1400" b="1" dirty="0"/>
              <a:t> {% </a:t>
            </a:r>
            <a:r>
              <a:rPr lang="zh-CN" altLang="en-US" sz="1400" dirty="0"/>
              <a:t>for dev in nesInterfacesCfg.nes </a:t>
            </a:r>
            <a:r>
              <a:rPr lang="zh-CN" altLang="en-US" sz="1400" b="1" dirty="0"/>
              <a:t>%}</a:t>
            </a:r>
          </a:p>
          <a:p>
            <a:pPr>
              <a:lnSpc>
                <a:spcPct val="120000"/>
              </a:lnSpc>
            </a:pPr>
            <a:r>
              <a:rPr lang="zh-CN" altLang="en-US" sz="1400" dirty="0"/>
              <a:t>    &lt;ne&gt;</a:t>
            </a:r>
          </a:p>
          <a:p>
            <a:pPr>
              <a:lnSpc>
                <a:spcPct val="120000"/>
              </a:lnSpc>
            </a:pPr>
            <a:r>
              <a:rPr lang="zh-CN" altLang="en-US" sz="1400" dirty="0"/>
              <a:t>      &lt;neid&gt;</a:t>
            </a:r>
            <a:r>
              <a:rPr lang="zh-CN" altLang="en-US" sz="1400" b="1" dirty="0"/>
              <a:t>{{</a:t>
            </a:r>
            <a:r>
              <a:rPr lang="zh-CN" altLang="en-US" sz="1400" dirty="0"/>
              <a:t>dev.neName | to_ne_id</a:t>
            </a:r>
            <a:r>
              <a:rPr lang="zh-CN" altLang="en-US" sz="1400" b="1" dirty="0"/>
              <a:t>}}</a:t>
            </a:r>
            <a:r>
              <a:rPr lang="zh-CN" altLang="en-US" sz="1400" dirty="0"/>
              <a:t>&lt;/neid&gt;</a:t>
            </a:r>
          </a:p>
          <a:p>
            <a:pPr>
              <a:lnSpc>
                <a:spcPct val="120000"/>
              </a:lnSpc>
            </a:pPr>
            <a:r>
              <a:rPr lang="zh-CN" altLang="en-US" sz="1400" dirty="0"/>
              <a:t>      &lt;ifm xmlns="urn:huawei:yang:huawei-ifm"&gt;</a:t>
            </a:r>
          </a:p>
          <a:p>
            <a:pPr>
              <a:lnSpc>
                <a:spcPct val="120000"/>
              </a:lnSpc>
            </a:pPr>
            <a:r>
              <a:rPr lang="zh-CN" altLang="en-US" sz="1400" dirty="0"/>
              <a:t>        &lt;interfaces&gt;</a:t>
            </a:r>
          </a:p>
          <a:p>
            <a:pPr>
              <a:lnSpc>
                <a:spcPct val="120000"/>
              </a:lnSpc>
            </a:pPr>
            <a:r>
              <a:rPr lang="zh-CN" altLang="en-US" sz="1400" dirty="0"/>
              <a:t>            </a:t>
            </a:r>
            <a:r>
              <a:rPr lang="zh-CN" altLang="en-US" sz="1400" b="1" dirty="0"/>
              <a:t>{%</a:t>
            </a:r>
            <a:r>
              <a:rPr lang="zh-CN" altLang="en-US" sz="1400" dirty="0"/>
              <a:t> for ifName in dev.ifNames </a:t>
            </a:r>
            <a:r>
              <a:rPr lang="zh-CN" altLang="en-US" sz="1400" b="1" dirty="0"/>
              <a:t>%}</a:t>
            </a:r>
          </a:p>
          <a:p>
            <a:pPr>
              <a:lnSpc>
                <a:spcPct val="120000"/>
              </a:lnSpc>
            </a:pPr>
            <a:r>
              <a:rPr lang="zh-CN" altLang="en-US" sz="1400" dirty="0"/>
              <a:t>            &lt;interface xmlns:ns0="urn:ietf:params:xml:ns:netconf:base:1.0"ns0:operation="merge"&gt;</a:t>
            </a:r>
          </a:p>
          <a:p>
            <a:pPr>
              <a:lnSpc>
                <a:spcPct val="120000"/>
              </a:lnSpc>
            </a:pPr>
            <a:r>
              <a:rPr lang="zh-CN" altLang="en-US" sz="1400" dirty="0"/>
              <a:t>            </a:t>
            </a:r>
            <a:r>
              <a:rPr lang="en-US" altLang="zh-CN" sz="1400" dirty="0"/>
              <a:t>…</a:t>
            </a:r>
            <a:endParaRPr lang="zh-CN" altLang="en-US" sz="1400" dirty="0"/>
          </a:p>
          <a:p>
            <a:pPr>
              <a:lnSpc>
                <a:spcPct val="120000"/>
              </a:lnSpc>
            </a:pPr>
            <a:r>
              <a:rPr lang="zh-CN" altLang="en-US" sz="1400" dirty="0"/>
              <a:t>          &lt;/interface&gt;</a:t>
            </a:r>
          </a:p>
          <a:p>
            <a:pPr>
              <a:lnSpc>
                <a:spcPct val="120000"/>
              </a:lnSpc>
            </a:pPr>
            <a:r>
              <a:rPr lang="zh-CN" altLang="en-US" sz="1400" dirty="0"/>
              <a:t>         </a:t>
            </a:r>
            <a:r>
              <a:rPr lang="zh-CN" altLang="en-US" sz="1400" b="1" dirty="0"/>
              <a:t> {% </a:t>
            </a:r>
            <a:r>
              <a:rPr lang="zh-CN" altLang="en-US" sz="1400" dirty="0"/>
              <a:t>endfor </a:t>
            </a:r>
            <a:r>
              <a:rPr lang="zh-CN" altLang="en-US" sz="1400" b="1" dirty="0"/>
              <a:t>%}</a:t>
            </a:r>
          </a:p>
          <a:p>
            <a:pPr>
              <a:lnSpc>
                <a:spcPct val="120000"/>
              </a:lnSpc>
            </a:pPr>
            <a:r>
              <a:rPr lang="zh-CN" altLang="en-US" sz="1400" dirty="0"/>
              <a:t>        &lt;/interfaces&gt;</a:t>
            </a:r>
          </a:p>
          <a:p>
            <a:pPr>
              <a:lnSpc>
                <a:spcPct val="120000"/>
              </a:lnSpc>
            </a:pPr>
            <a:r>
              <a:rPr lang="zh-CN" altLang="en-US" sz="1400" dirty="0"/>
              <a:t>      &lt;/ifm&gt;</a:t>
            </a:r>
          </a:p>
          <a:p>
            <a:pPr>
              <a:lnSpc>
                <a:spcPct val="120000"/>
              </a:lnSpc>
            </a:pPr>
            <a:r>
              <a:rPr lang="zh-CN" altLang="en-US" sz="1400" dirty="0"/>
              <a:t>     </a:t>
            </a:r>
            <a:r>
              <a:rPr lang="zh-CN" altLang="en-US" sz="1400" b="1" dirty="0"/>
              <a:t> {% </a:t>
            </a:r>
            <a:r>
              <a:rPr lang="zh-CN" altLang="en-US" sz="1400" dirty="0"/>
              <a:t>endfor </a:t>
            </a:r>
            <a:r>
              <a:rPr lang="zh-CN" altLang="en-US" sz="1400" b="1" dirty="0"/>
              <a:t>%}</a:t>
            </a:r>
          </a:p>
          <a:p>
            <a:pPr>
              <a:lnSpc>
                <a:spcPct val="120000"/>
              </a:lnSpc>
            </a:pPr>
            <a:r>
              <a:rPr lang="zh-CN" altLang="en-US" sz="1400" dirty="0"/>
              <a:t>    &lt;/ne&gt;</a:t>
            </a:r>
          </a:p>
          <a:p>
            <a:pPr>
              <a:lnSpc>
                <a:spcPct val="120000"/>
              </a:lnSpc>
            </a:pPr>
            <a:r>
              <a:rPr lang="zh-CN" altLang="en-US" sz="1400" dirty="0"/>
              <a:t>  &lt;/nes&gt;</a:t>
            </a:r>
          </a:p>
          <a:p>
            <a:pPr>
              <a:lnSpc>
                <a:spcPct val="120000"/>
              </a:lnSpc>
            </a:pPr>
            <a:r>
              <a:rPr lang="zh-CN" altLang="en-US" sz="1400" dirty="0"/>
              <a:t>&lt;/inventory-cfg&gt;</a:t>
            </a:r>
          </a:p>
        </p:txBody>
      </p:sp>
    </p:spTree>
    <p:extLst>
      <p:ext uri="{BB962C8B-B14F-4D97-AF65-F5344CB8AC3E}">
        <p14:creationId xmlns:p14="http://schemas.microsoft.com/office/powerpoint/2010/main" val="2437510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sym typeface="Huawei Sans" panose="020C0503030203020204" pitchFamily="34" charset="0"/>
              </a:rPr>
              <a:t>背景</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业务开放可编程简介</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业务开放可编程关键能力</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NCE</a:t>
            </a:r>
            <a:r>
              <a:rPr lang="zh-CN" altLang="en-US" dirty="0">
                <a:solidFill>
                  <a:schemeClr val="bg1">
                    <a:lumMod val="50000"/>
                  </a:schemeClr>
                </a:solidFill>
                <a:sym typeface="Huawei Sans" panose="020C0503030203020204" pitchFamily="34" charset="0"/>
              </a:rPr>
              <a:t>业务开放可编程相关概念</a:t>
            </a:r>
            <a:endParaRPr lang="en-US" altLang="zh-CN" dirty="0">
              <a:solidFill>
                <a:schemeClr val="bg1">
                  <a:lumMod val="50000"/>
                </a:schemeClr>
              </a:solidFill>
              <a:sym typeface="Huawei Sans" panose="020C0503030203020204" pitchFamily="34" charset="0"/>
            </a:endParaRPr>
          </a:p>
          <a:p>
            <a:r>
              <a:rPr lang="zh-CN" altLang="en-US" b="1" dirty="0">
                <a:sym typeface="Huawei Sans" panose="020C0503030203020204" pitchFamily="34" charset="0"/>
              </a:rPr>
              <a:t>实践用例</a:t>
            </a:r>
          </a:p>
        </p:txBody>
      </p:sp>
    </p:spTree>
    <p:extLst>
      <p:ext uri="{BB962C8B-B14F-4D97-AF65-F5344CB8AC3E}">
        <p14:creationId xmlns:p14="http://schemas.microsoft.com/office/powerpoint/2010/main" val="25470134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952FA7-5BCB-4331-8A31-D642FC1275CF}"/>
              </a:ext>
            </a:extLst>
          </p:cNvPr>
          <p:cNvSpPr>
            <a:spLocks noGrp="1"/>
          </p:cNvSpPr>
          <p:nvPr>
            <p:ph type="title"/>
          </p:nvPr>
        </p:nvSpPr>
        <p:spPr bwMode="gray"/>
        <p:txBody>
          <a:bodyPr/>
          <a:lstStyle/>
          <a:p>
            <a:r>
              <a:rPr lang="zh-CN" altLang="en-US"/>
              <a:t>用例</a:t>
            </a:r>
            <a:r>
              <a:rPr lang="en-US" altLang="zh-CN"/>
              <a:t>1</a:t>
            </a:r>
            <a:r>
              <a:rPr lang="zh-CN" altLang="en-US"/>
              <a:t>：快速对接新设备，自动生成北向接口</a:t>
            </a:r>
          </a:p>
        </p:txBody>
      </p:sp>
      <p:grpSp>
        <p:nvGrpSpPr>
          <p:cNvPr id="76" name="组 250">
            <a:extLst>
              <a:ext uri="{FF2B5EF4-FFF2-40B4-BE49-F238E27FC236}">
                <a16:creationId xmlns:a16="http://schemas.microsoft.com/office/drawing/2014/main" id="{D282EE04-7130-4833-BC4B-97AF6C80D53C}"/>
              </a:ext>
            </a:extLst>
          </p:cNvPr>
          <p:cNvGrpSpPr/>
          <p:nvPr/>
        </p:nvGrpSpPr>
        <p:grpSpPr bwMode="gray">
          <a:xfrm>
            <a:off x="1114544" y="1184245"/>
            <a:ext cx="4853111" cy="3755340"/>
            <a:chOff x="1055963" y="1251811"/>
            <a:chExt cx="4855007" cy="3756806"/>
          </a:xfrm>
        </p:grpSpPr>
        <p:sp>
          <p:nvSpPr>
            <p:cNvPr id="77" name="矩形 76">
              <a:extLst>
                <a:ext uri="{FF2B5EF4-FFF2-40B4-BE49-F238E27FC236}">
                  <a16:creationId xmlns:a16="http://schemas.microsoft.com/office/drawing/2014/main" id="{5156E8A5-EE42-47B1-AFCB-F8CA48890E2C}"/>
                </a:ext>
              </a:extLst>
            </p:cNvPr>
            <p:cNvSpPr/>
            <p:nvPr/>
          </p:nvSpPr>
          <p:spPr bwMode="gray">
            <a:xfrm>
              <a:off x="1055963" y="1592365"/>
              <a:ext cx="4855006" cy="3416252"/>
            </a:xfrm>
            <a:prstGeom prst="rect">
              <a:avLst/>
            </a:prstGeom>
            <a:solidFill>
              <a:srgbClr val="F3FBFE">
                <a:lumMod val="95000"/>
              </a:srgbClr>
            </a:solidFill>
            <a:ln w="254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78" name="矩形 77">
              <a:extLst>
                <a:ext uri="{FF2B5EF4-FFF2-40B4-BE49-F238E27FC236}">
                  <a16:creationId xmlns:a16="http://schemas.microsoft.com/office/drawing/2014/main" id="{929BE85C-BEFB-4786-BF32-A9D9F182E8DB}"/>
                </a:ext>
              </a:extLst>
            </p:cNvPr>
            <p:cNvSpPr/>
            <p:nvPr/>
          </p:nvSpPr>
          <p:spPr bwMode="gray">
            <a:xfrm>
              <a:off x="1235555" y="4498629"/>
              <a:ext cx="3432502" cy="404798"/>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79" name="矩形 78">
              <a:extLst>
                <a:ext uri="{FF2B5EF4-FFF2-40B4-BE49-F238E27FC236}">
                  <a16:creationId xmlns:a16="http://schemas.microsoft.com/office/drawing/2014/main" id="{EAD2C792-ED3B-4E7D-8CF3-08D45F1737E1}"/>
                </a:ext>
              </a:extLst>
            </p:cNvPr>
            <p:cNvSpPr/>
            <p:nvPr/>
          </p:nvSpPr>
          <p:spPr bwMode="gray">
            <a:xfrm>
              <a:off x="1055964" y="1251811"/>
              <a:ext cx="4855006" cy="294379"/>
            </a:xfrm>
            <a:prstGeom prst="rect">
              <a:avLst/>
            </a:prstGeom>
            <a:solidFill>
              <a:srgbClr val="8BC9A0">
                <a:lumMod val="7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F3FBFE"/>
                  </a:solidFill>
                  <a:effectLst/>
                  <a:uLnTx/>
                  <a:uFillTx/>
                  <a:cs typeface="Microsoft YaHei" charset="-122"/>
                </a:rPr>
                <a:t>OSS/</a:t>
              </a:r>
              <a:r>
                <a:rPr kumimoji="0" lang="zh-CN" altLang="en-US" sz="1400" b="1" i="0" u="none" strike="noStrike" kern="0" cap="none" spc="0" normalizeH="0" baseline="0" noProof="0" dirty="0">
                  <a:ln>
                    <a:noFill/>
                  </a:ln>
                  <a:solidFill>
                    <a:srgbClr val="F3FBFE"/>
                  </a:solidFill>
                  <a:effectLst/>
                  <a:uLnTx/>
                  <a:uFillTx/>
                  <a:cs typeface="Microsoft YaHei" charset="-122"/>
                </a:rPr>
                <a:t>编排器</a:t>
              </a:r>
            </a:p>
          </p:txBody>
        </p:sp>
        <p:cxnSp>
          <p:nvCxnSpPr>
            <p:cNvPr id="99" name="直接连接符 201">
              <a:extLst>
                <a:ext uri="{FF2B5EF4-FFF2-40B4-BE49-F238E27FC236}">
                  <a16:creationId xmlns:a16="http://schemas.microsoft.com/office/drawing/2014/main" id="{449F3F1E-0E04-4BD4-A53D-756862C77B71}"/>
                </a:ext>
              </a:extLst>
            </p:cNvPr>
            <p:cNvCxnSpPr/>
            <p:nvPr/>
          </p:nvCxnSpPr>
          <p:spPr bwMode="gray">
            <a:xfrm flipH="1">
              <a:off x="3483466" y="1498545"/>
              <a:ext cx="1" cy="93820"/>
            </a:xfrm>
            <a:prstGeom prst="line">
              <a:avLst/>
            </a:prstGeom>
            <a:noFill/>
            <a:ln w="9525" cap="flat" cmpd="sng" algn="ctr">
              <a:solidFill>
                <a:srgbClr val="D9D9D9"/>
              </a:solidFill>
              <a:prstDash val="solid"/>
            </a:ln>
            <a:effectLst/>
          </p:spPr>
        </p:cxnSp>
        <p:sp>
          <p:nvSpPr>
            <p:cNvPr id="100" name="矩形 99">
              <a:extLst>
                <a:ext uri="{FF2B5EF4-FFF2-40B4-BE49-F238E27FC236}">
                  <a16:creationId xmlns:a16="http://schemas.microsoft.com/office/drawing/2014/main" id="{5FA96D23-AA2F-4AF3-9273-A22FD43ACCF8}"/>
                </a:ext>
              </a:extLst>
            </p:cNvPr>
            <p:cNvSpPr/>
            <p:nvPr/>
          </p:nvSpPr>
          <p:spPr bwMode="gray">
            <a:xfrm>
              <a:off x="1194016" y="1991504"/>
              <a:ext cx="4578900" cy="454467"/>
            </a:xfrm>
            <a:prstGeom prst="rect">
              <a:avLst/>
            </a:prstGeom>
            <a:noFill/>
            <a:ln w="22225" cap="flat" cmpd="sng" algn="ctr">
              <a:solidFill>
                <a:srgbClr val="F3FBFE">
                  <a:lumMod val="85000"/>
                </a:srgbClr>
              </a:solidFill>
              <a:prstDash val="sysDot"/>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en-US" altLang="zh-CN" sz="1200" b="1" i="0" u="none" strike="noStrike" kern="0" cap="none" spc="0" normalizeH="0" baseline="0" noProof="0">
                <a:ln>
                  <a:noFill/>
                </a:ln>
                <a:solidFill>
                  <a:prstClr val="black"/>
                </a:solidFill>
                <a:effectLst/>
                <a:uLnTx/>
                <a:uFillTx/>
                <a:cs typeface="Calibri" pitchFamily="34" charset="0"/>
              </a:endParaRPr>
            </a:p>
          </p:txBody>
        </p:sp>
        <p:sp>
          <p:nvSpPr>
            <p:cNvPr id="102" name="矩形 101">
              <a:extLst>
                <a:ext uri="{FF2B5EF4-FFF2-40B4-BE49-F238E27FC236}">
                  <a16:creationId xmlns:a16="http://schemas.microsoft.com/office/drawing/2014/main" id="{1652F53A-FCE9-459D-990D-8F1B2402717B}"/>
                </a:ext>
              </a:extLst>
            </p:cNvPr>
            <p:cNvSpPr/>
            <p:nvPr/>
          </p:nvSpPr>
          <p:spPr bwMode="gray">
            <a:xfrm>
              <a:off x="1229791" y="3561873"/>
              <a:ext cx="3438267" cy="375764"/>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03" name="矩形 102">
              <a:extLst>
                <a:ext uri="{FF2B5EF4-FFF2-40B4-BE49-F238E27FC236}">
                  <a16:creationId xmlns:a16="http://schemas.microsoft.com/office/drawing/2014/main" id="{16C6A8CC-9260-4BF8-9B68-E2A82A7C6903}"/>
                </a:ext>
              </a:extLst>
            </p:cNvPr>
            <p:cNvSpPr/>
            <p:nvPr/>
          </p:nvSpPr>
          <p:spPr bwMode="gray">
            <a:xfrm>
              <a:off x="1153490" y="3611995"/>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Huawei Sans"/>
                  <a:ea typeface="方正兰亭黑简体"/>
                  <a:cs typeface="Microsoft YaHei" charset="-122"/>
                </a:rPr>
                <a:t>网元管理</a:t>
              </a:r>
            </a:p>
          </p:txBody>
        </p:sp>
        <p:sp>
          <p:nvSpPr>
            <p:cNvPr id="104" name="矩形 103">
              <a:extLst>
                <a:ext uri="{FF2B5EF4-FFF2-40B4-BE49-F238E27FC236}">
                  <a16:creationId xmlns:a16="http://schemas.microsoft.com/office/drawing/2014/main" id="{F39268D6-FDFF-40EA-B7A0-9C9076DDBDAB}"/>
                </a:ext>
              </a:extLst>
            </p:cNvPr>
            <p:cNvSpPr/>
            <p:nvPr/>
          </p:nvSpPr>
          <p:spPr bwMode="gray">
            <a:xfrm>
              <a:off x="1225589" y="4012098"/>
              <a:ext cx="3442468" cy="398392"/>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05" name="矩形 104">
              <a:extLst>
                <a:ext uri="{FF2B5EF4-FFF2-40B4-BE49-F238E27FC236}">
                  <a16:creationId xmlns:a16="http://schemas.microsoft.com/office/drawing/2014/main" id="{FF154A95-B135-4541-8BA6-4455F6B944BB}"/>
                </a:ext>
              </a:extLst>
            </p:cNvPr>
            <p:cNvSpPr/>
            <p:nvPr/>
          </p:nvSpPr>
          <p:spPr bwMode="gray">
            <a:xfrm>
              <a:off x="1935851" y="4042702"/>
              <a:ext cx="1149714" cy="34592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Huawei NE Driver</a:t>
              </a:r>
            </a:p>
          </p:txBody>
        </p:sp>
        <p:sp>
          <p:nvSpPr>
            <p:cNvPr id="106" name="矩形 105">
              <a:extLst>
                <a:ext uri="{FF2B5EF4-FFF2-40B4-BE49-F238E27FC236}">
                  <a16:creationId xmlns:a16="http://schemas.microsoft.com/office/drawing/2014/main" id="{AFBCF35E-B2E3-4192-9000-4AB57C73B646}"/>
                </a:ext>
              </a:extLst>
            </p:cNvPr>
            <p:cNvSpPr/>
            <p:nvPr/>
          </p:nvSpPr>
          <p:spPr bwMode="gray">
            <a:xfrm>
              <a:off x="3424977" y="4088424"/>
              <a:ext cx="1143644" cy="29010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3rd NE Driver</a:t>
              </a:r>
            </a:p>
          </p:txBody>
        </p:sp>
        <p:sp>
          <p:nvSpPr>
            <p:cNvPr id="107" name="矩形 106">
              <a:extLst>
                <a:ext uri="{FF2B5EF4-FFF2-40B4-BE49-F238E27FC236}">
                  <a16:creationId xmlns:a16="http://schemas.microsoft.com/office/drawing/2014/main" id="{8576E1A9-64D8-4489-BFED-F54E3DF4A320}"/>
                </a:ext>
              </a:extLst>
            </p:cNvPr>
            <p:cNvSpPr/>
            <p:nvPr/>
          </p:nvSpPr>
          <p:spPr bwMode="gray">
            <a:xfrm>
              <a:off x="1226521" y="3072436"/>
              <a:ext cx="3441537" cy="405606"/>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08" name="矩形 107">
              <a:extLst>
                <a:ext uri="{FF2B5EF4-FFF2-40B4-BE49-F238E27FC236}">
                  <a16:creationId xmlns:a16="http://schemas.microsoft.com/office/drawing/2014/main" id="{87FD828C-5BE3-4403-B802-FE969425E4C8}"/>
                </a:ext>
              </a:extLst>
            </p:cNvPr>
            <p:cNvSpPr/>
            <p:nvPr/>
          </p:nvSpPr>
          <p:spPr bwMode="gray">
            <a:xfrm>
              <a:off x="1154696" y="3130655"/>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auto"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Huawei Sans"/>
                  <a:ea typeface="方正兰亭黑简体"/>
                  <a:cs typeface="Microsoft YaHei" charset="-122"/>
                </a:rPr>
                <a:t>业务管理</a:t>
              </a:r>
              <a:endParaRPr kumimoji="0" lang="en-US" altLang="zh-CN" sz="1200" b="1" i="0" u="none" strike="noStrike" kern="0" cap="none" spc="0" normalizeH="0" baseline="0" noProof="0" dirty="0">
                <a:ln>
                  <a:noFill/>
                </a:ln>
                <a:solidFill>
                  <a:srgbClr val="000000"/>
                </a:solidFill>
                <a:effectLst/>
                <a:uLnTx/>
                <a:uFillTx/>
                <a:latin typeface="Huawei Sans"/>
                <a:ea typeface="方正兰亭黑简体"/>
                <a:cs typeface="Microsoft YaHei" charset="-122"/>
              </a:endParaRPr>
            </a:p>
          </p:txBody>
        </p:sp>
        <p:sp>
          <p:nvSpPr>
            <p:cNvPr id="109" name="矩形 108">
              <a:extLst>
                <a:ext uri="{FF2B5EF4-FFF2-40B4-BE49-F238E27FC236}">
                  <a16:creationId xmlns:a16="http://schemas.microsoft.com/office/drawing/2014/main" id="{A4466140-9E55-48B5-AB4D-4EF2B98D8DD4}"/>
                </a:ext>
              </a:extLst>
            </p:cNvPr>
            <p:cNvSpPr/>
            <p:nvPr/>
          </p:nvSpPr>
          <p:spPr bwMode="gray">
            <a:xfrm>
              <a:off x="1308280" y="2074702"/>
              <a:ext cx="2212154" cy="276308"/>
            </a:xfrm>
            <a:prstGeom prst="rect">
              <a:avLst/>
            </a:prstGeom>
            <a:solidFill>
              <a:srgbClr val="56C4D2"/>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a:ln>
                    <a:noFill/>
                  </a:ln>
                  <a:solidFill>
                    <a:srgbClr val="F3FBFE"/>
                  </a:solidFill>
                  <a:effectLst/>
                  <a:uLnTx/>
                  <a:uFillTx/>
                  <a:cs typeface="Microsoft YaHei" charset="-122"/>
                </a:rPr>
                <a:t>GUI</a:t>
              </a:r>
            </a:p>
          </p:txBody>
        </p:sp>
        <p:sp>
          <p:nvSpPr>
            <p:cNvPr id="110" name="矩形 109">
              <a:extLst>
                <a:ext uri="{FF2B5EF4-FFF2-40B4-BE49-F238E27FC236}">
                  <a16:creationId xmlns:a16="http://schemas.microsoft.com/office/drawing/2014/main" id="{525B32FB-721B-43F5-95BE-1080760C40DC}"/>
                </a:ext>
              </a:extLst>
            </p:cNvPr>
            <p:cNvSpPr/>
            <p:nvPr/>
          </p:nvSpPr>
          <p:spPr bwMode="gray">
            <a:xfrm>
              <a:off x="1937941" y="3094460"/>
              <a:ext cx="945701" cy="371780"/>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HVPN Service</a:t>
              </a:r>
            </a:p>
          </p:txBody>
        </p:sp>
        <p:sp>
          <p:nvSpPr>
            <p:cNvPr id="111" name="矩形 110">
              <a:extLst>
                <a:ext uri="{FF2B5EF4-FFF2-40B4-BE49-F238E27FC236}">
                  <a16:creationId xmlns:a16="http://schemas.microsoft.com/office/drawing/2014/main" id="{620669FF-A722-499F-8442-F6912D262243}"/>
                </a:ext>
              </a:extLst>
            </p:cNvPr>
            <p:cNvSpPr/>
            <p:nvPr/>
          </p:nvSpPr>
          <p:spPr bwMode="gray">
            <a:xfrm>
              <a:off x="3016064" y="3108920"/>
              <a:ext cx="896547" cy="359677"/>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SRV6 Service</a:t>
              </a:r>
            </a:p>
          </p:txBody>
        </p:sp>
        <p:sp>
          <p:nvSpPr>
            <p:cNvPr id="112" name="矩形 111">
              <a:extLst>
                <a:ext uri="{FF2B5EF4-FFF2-40B4-BE49-F238E27FC236}">
                  <a16:creationId xmlns:a16="http://schemas.microsoft.com/office/drawing/2014/main" id="{FF79639F-E966-4143-813D-D52C6695D708}"/>
                </a:ext>
              </a:extLst>
            </p:cNvPr>
            <p:cNvSpPr/>
            <p:nvPr/>
          </p:nvSpPr>
          <p:spPr bwMode="gray">
            <a:xfrm>
              <a:off x="1244325" y="4118155"/>
              <a:ext cx="557287" cy="289358"/>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l" defTabSz="977412" rtl="0" eaLnBrk="1" fontAlgn="base" latinLnBrk="0" hangingPunct="1">
                <a:lnSpc>
                  <a:spcPct val="90000"/>
                </a:lnSpc>
                <a:spcBef>
                  <a:spcPct val="0"/>
                </a:spcBef>
                <a:spcAft>
                  <a:spcPct val="3500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a:ea typeface="方正兰亭黑简体"/>
                  <a:cs typeface="Arial" charset="0"/>
                  <a:sym typeface="+mn-lt"/>
                </a:rPr>
                <a:t>SND</a:t>
              </a:r>
              <a:endParaRPr kumimoji="0" lang="zh-CN" altLang="en-US" sz="1200" b="0" i="0" u="none" strike="noStrike" kern="0" cap="none" spc="0" normalizeH="0" baseline="0" noProof="0" dirty="0">
                <a:ln>
                  <a:noFill/>
                </a:ln>
                <a:solidFill>
                  <a:srgbClr val="000000"/>
                </a:solidFill>
                <a:effectLst/>
                <a:uLnTx/>
                <a:uFillTx/>
                <a:latin typeface="Huawei Sans"/>
                <a:ea typeface="方正兰亭黑简体"/>
                <a:cs typeface="Arial" charset="0"/>
                <a:sym typeface="+mn-lt"/>
              </a:endParaRPr>
            </a:p>
          </p:txBody>
        </p:sp>
        <p:sp>
          <p:nvSpPr>
            <p:cNvPr id="113" name="矩形 112">
              <a:extLst>
                <a:ext uri="{FF2B5EF4-FFF2-40B4-BE49-F238E27FC236}">
                  <a16:creationId xmlns:a16="http://schemas.microsoft.com/office/drawing/2014/main" id="{8ACBC6E9-874C-4336-BD8B-A6B7D3F16657}"/>
                </a:ext>
              </a:extLst>
            </p:cNvPr>
            <p:cNvSpPr/>
            <p:nvPr/>
          </p:nvSpPr>
          <p:spPr bwMode="gray">
            <a:xfrm>
              <a:off x="3680542" y="2075044"/>
              <a:ext cx="1983808" cy="275966"/>
            </a:xfrm>
            <a:prstGeom prst="rect">
              <a:avLst/>
            </a:prstGeom>
            <a:solidFill>
              <a:srgbClr val="56C4D2"/>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F3FBFE"/>
                  </a:solidFill>
                  <a:effectLst/>
                  <a:uLnTx/>
                  <a:uFillTx/>
                  <a:cs typeface="Microsoft YaHei" charset="-122"/>
                </a:rPr>
                <a:t>NBI</a:t>
              </a:r>
            </a:p>
          </p:txBody>
        </p:sp>
        <p:sp>
          <p:nvSpPr>
            <p:cNvPr id="114" name="TextBox 197">
              <a:extLst>
                <a:ext uri="{FF2B5EF4-FFF2-40B4-BE49-F238E27FC236}">
                  <a16:creationId xmlns:a16="http://schemas.microsoft.com/office/drawing/2014/main" id="{2BECC55C-4626-41F0-8F80-3172AC84450D}"/>
                </a:ext>
              </a:extLst>
            </p:cNvPr>
            <p:cNvSpPr txBox="1"/>
            <p:nvPr/>
          </p:nvSpPr>
          <p:spPr bwMode="gray">
            <a:xfrm>
              <a:off x="1194016" y="1664937"/>
              <a:ext cx="2050225" cy="307818"/>
            </a:xfrm>
            <a:prstGeom prst="rect">
              <a:avLst/>
            </a:prstGeom>
            <a:noFill/>
          </p:spPr>
          <p:txBody>
            <a:bodyPr wrap="square" lIns="91365" tIns="45681" rIns="91365" bIns="45681" rtlCol="0">
              <a:spAutoFit/>
            </a:bodyPr>
            <a:lstStyle>
              <a:defPPr>
                <a:defRPr lang="en-US"/>
              </a:defPPr>
              <a:lvl1pPr defTabSz="1624029" fontAlgn="base">
                <a:spcBef>
                  <a:spcPct val="0"/>
                </a:spcBef>
                <a:spcAft>
                  <a:spcPct val="0"/>
                </a:spcAft>
                <a:defRPr sz="1200" b="1">
                  <a:solidFill>
                    <a:schemeClr val="tx1">
                      <a:lumMod val="50000"/>
                      <a:lumOff val="50000"/>
                    </a:schemeClr>
                  </a:solidFill>
                  <a:cs typeface="Calibri" pitchFamily="34" charset="0"/>
                </a:defRPr>
              </a:lvl1pPr>
              <a:lvl2pPr marL="609636" defTabSz="1219272">
                <a:defRPr sz="2400"/>
              </a:lvl2pPr>
              <a:lvl3pPr marL="1219272" defTabSz="1219272">
                <a:defRPr sz="2400"/>
              </a:lvl3pPr>
              <a:lvl4pPr marL="1828908" defTabSz="1219272">
                <a:defRPr sz="2400"/>
              </a:lvl4pPr>
              <a:lvl5pPr marL="2438545" defTabSz="1219272">
                <a:defRPr sz="2400"/>
              </a:lvl5pPr>
              <a:lvl6pPr marL="3048180" defTabSz="1219272">
                <a:defRPr sz="2400"/>
              </a:lvl6pPr>
              <a:lvl7pPr marL="3657816" defTabSz="1219272">
                <a:defRPr sz="2400"/>
              </a:lvl7pPr>
              <a:lvl8pPr marL="4267452" defTabSz="1219272">
                <a:defRPr sz="2400"/>
              </a:lvl8pPr>
              <a:lvl9pPr marL="4877087" defTabSz="1219272">
                <a:defRPr sz="2400"/>
              </a:lvl9pPr>
            </a:lstStyle>
            <a:p>
              <a:pPr marL="0" marR="0" lvl="0" indent="0" defTabSz="1624029" eaLnBrk="1" fontAlgn="base" latinLnBrk="0" hangingPunct="1">
                <a:lnSpc>
                  <a:spcPct val="100000"/>
                </a:lnSpc>
                <a:spcBef>
                  <a:spcPct val="0"/>
                </a:spcBef>
                <a:spcAft>
                  <a:spcPct val="0"/>
                </a:spcAft>
                <a:buClrTx/>
                <a:buSzTx/>
                <a:buFontTx/>
                <a:buNone/>
                <a:tabLst/>
                <a:defRPr/>
              </a:pPr>
              <a:r>
                <a:rPr kumimoji="0" lang="en-US" altLang="zh-CN" sz="1400" b="1" i="0" u="none" strike="noStrike" kern="0" cap="none" spc="0" normalizeH="0" baseline="0" noProof="0">
                  <a:ln>
                    <a:noFill/>
                  </a:ln>
                  <a:solidFill>
                    <a:prstClr val="black"/>
                  </a:solidFill>
                  <a:effectLst/>
                  <a:uLnTx/>
                  <a:uFillTx/>
                  <a:cs typeface="Arial" charset="0"/>
                </a:rPr>
                <a:t>iMaster NCE</a:t>
              </a:r>
              <a:endParaRPr kumimoji="0" lang="en-US" altLang="zh-CN" sz="1400" b="1" i="0" u="none" strike="noStrike" kern="0" cap="none" spc="0" normalizeH="0" baseline="0" noProof="0" dirty="0">
                <a:ln>
                  <a:noFill/>
                </a:ln>
                <a:solidFill>
                  <a:prstClr val="black"/>
                </a:solidFill>
                <a:effectLst/>
                <a:uLnTx/>
                <a:uFillTx/>
                <a:cs typeface="Arial" charset="0"/>
              </a:endParaRPr>
            </a:p>
          </p:txBody>
        </p:sp>
        <p:sp>
          <p:nvSpPr>
            <p:cNvPr id="115" name="圆角矩形 75">
              <a:extLst>
                <a:ext uri="{FF2B5EF4-FFF2-40B4-BE49-F238E27FC236}">
                  <a16:creationId xmlns:a16="http://schemas.microsoft.com/office/drawing/2014/main" id="{C108BC4A-FC7E-459C-9F66-DD411E01E90E}"/>
                </a:ext>
              </a:extLst>
            </p:cNvPr>
            <p:cNvSpPr/>
            <p:nvPr/>
          </p:nvSpPr>
          <p:spPr bwMode="gray">
            <a:xfrm>
              <a:off x="1922900" y="4547147"/>
              <a:ext cx="1061352" cy="287363"/>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sym typeface="+mn-lt"/>
                </a:rPr>
                <a:t>NETCONF</a:t>
              </a:r>
              <a:endParaRPr kumimoji="0" lang="zh-CN" altLang="en-US" sz="1200" b="0" i="0" u="none" strike="noStrike" kern="0" cap="none" spc="0" normalizeH="0" baseline="0" noProof="0" dirty="0">
                <a:ln>
                  <a:noFill/>
                </a:ln>
                <a:solidFill>
                  <a:sysClr val="windowText" lastClr="000000"/>
                </a:solidFill>
                <a:effectLst/>
                <a:uLnTx/>
                <a:uFillTx/>
                <a:cs typeface="Arial" charset="0"/>
                <a:sym typeface="+mn-lt"/>
              </a:endParaRPr>
            </a:p>
          </p:txBody>
        </p:sp>
        <p:sp>
          <p:nvSpPr>
            <p:cNvPr id="116" name="圆角矩形 38">
              <a:extLst>
                <a:ext uri="{FF2B5EF4-FFF2-40B4-BE49-F238E27FC236}">
                  <a16:creationId xmlns:a16="http://schemas.microsoft.com/office/drawing/2014/main" id="{9C5A91ED-5A03-48F0-895D-1C5E6C659C0E}"/>
                </a:ext>
              </a:extLst>
            </p:cNvPr>
            <p:cNvSpPr/>
            <p:nvPr/>
          </p:nvSpPr>
          <p:spPr bwMode="gray">
            <a:xfrm>
              <a:off x="3310826" y="4547147"/>
              <a:ext cx="956849" cy="287363"/>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err="1">
                  <a:ln>
                    <a:noFill/>
                  </a:ln>
                  <a:solidFill>
                    <a:sysClr val="windowText" lastClr="000000"/>
                  </a:solidFill>
                  <a:effectLst/>
                  <a:uLnTx/>
                  <a:uFillTx/>
                  <a:cs typeface="Arial" charset="0"/>
                  <a:sym typeface="+mn-lt"/>
                </a:rPr>
                <a:t>STelnet</a:t>
              </a:r>
              <a:endParaRPr kumimoji="0" lang="zh-CN" altLang="en-US" sz="1200" b="0" i="0" u="none" strike="noStrike" kern="0" cap="none" spc="0" normalizeH="0" baseline="0" noProof="0" dirty="0">
                <a:ln>
                  <a:noFill/>
                </a:ln>
                <a:solidFill>
                  <a:sysClr val="windowText" lastClr="000000"/>
                </a:solidFill>
                <a:effectLst/>
                <a:uLnTx/>
                <a:uFillTx/>
                <a:cs typeface="Arial" charset="0"/>
                <a:sym typeface="+mn-lt"/>
              </a:endParaRPr>
            </a:p>
          </p:txBody>
        </p:sp>
        <p:sp>
          <p:nvSpPr>
            <p:cNvPr id="117" name="圆角矩形 72">
              <a:extLst>
                <a:ext uri="{FF2B5EF4-FFF2-40B4-BE49-F238E27FC236}">
                  <a16:creationId xmlns:a16="http://schemas.microsoft.com/office/drawing/2014/main" id="{4675D3CC-AE1C-4F52-8F18-39DE660F0803}"/>
                </a:ext>
              </a:extLst>
            </p:cNvPr>
            <p:cNvSpPr/>
            <p:nvPr/>
          </p:nvSpPr>
          <p:spPr bwMode="gray">
            <a:xfrm>
              <a:off x="1937941" y="3607027"/>
              <a:ext cx="1147839" cy="29153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sym typeface="+mn-lt"/>
                </a:rPr>
                <a:t>设备管理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sym typeface="+mn-lt"/>
              </a:endParaRPr>
            </a:p>
          </p:txBody>
        </p:sp>
        <p:sp>
          <p:nvSpPr>
            <p:cNvPr id="118" name="矩形 117">
              <a:extLst>
                <a:ext uri="{FF2B5EF4-FFF2-40B4-BE49-F238E27FC236}">
                  <a16:creationId xmlns:a16="http://schemas.microsoft.com/office/drawing/2014/main" id="{4E3D9748-0D45-4F26-BFEF-C88AF272AA7D}"/>
                </a:ext>
              </a:extLst>
            </p:cNvPr>
            <p:cNvSpPr/>
            <p:nvPr/>
          </p:nvSpPr>
          <p:spPr bwMode="gray">
            <a:xfrm>
              <a:off x="4002598" y="3142095"/>
              <a:ext cx="566023" cy="273907"/>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Microsoft YaHei" charset="-122"/>
                </a:rPr>
                <a:t>…</a:t>
              </a:r>
            </a:p>
          </p:txBody>
        </p:sp>
        <p:sp>
          <p:nvSpPr>
            <p:cNvPr id="119" name="圆角矩形 94">
              <a:extLst>
                <a:ext uri="{FF2B5EF4-FFF2-40B4-BE49-F238E27FC236}">
                  <a16:creationId xmlns:a16="http://schemas.microsoft.com/office/drawing/2014/main" id="{B4D98775-C9F7-4536-8F99-E508DD15237E}"/>
                </a:ext>
              </a:extLst>
            </p:cNvPr>
            <p:cNvSpPr/>
            <p:nvPr/>
          </p:nvSpPr>
          <p:spPr bwMode="gray">
            <a:xfrm>
              <a:off x="3424976" y="3602161"/>
              <a:ext cx="1143643" cy="298458"/>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sym typeface="+mn-lt"/>
                </a:rPr>
                <a:t>设备组</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sym typeface="+mn-lt"/>
              </a:endParaRPr>
            </a:p>
          </p:txBody>
        </p:sp>
        <p:sp>
          <p:nvSpPr>
            <p:cNvPr id="120" name="矩形 119">
              <a:extLst>
                <a:ext uri="{FF2B5EF4-FFF2-40B4-BE49-F238E27FC236}">
                  <a16:creationId xmlns:a16="http://schemas.microsoft.com/office/drawing/2014/main" id="{6BDA2DF7-B01F-47A9-81FA-EF581FBAD0CB}"/>
                </a:ext>
              </a:extLst>
            </p:cNvPr>
            <p:cNvSpPr/>
            <p:nvPr/>
          </p:nvSpPr>
          <p:spPr bwMode="gray">
            <a:xfrm>
              <a:off x="1221359" y="2591437"/>
              <a:ext cx="3446699" cy="402764"/>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31" name="矩形 130">
              <a:extLst>
                <a:ext uri="{FF2B5EF4-FFF2-40B4-BE49-F238E27FC236}">
                  <a16:creationId xmlns:a16="http://schemas.microsoft.com/office/drawing/2014/main" id="{18647D6E-D70B-4FCC-82E4-A9D598126413}"/>
                </a:ext>
              </a:extLst>
            </p:cNvPr>
            <p:cNvSpPr/>
            <p:nvPr/>
          </p:nvSpPr>
          <p:spPr bwMode="gray">
            <a:xfrm>
              <a:off x="1937941" y="2650113"/>
              <a:ext cx="1279892" cy="27698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软件包管理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33" name="矩形 132">
              <a:extLst>
                <a:ext uri="{FF2B5EF4-FFF2-40B4-BE49-F238E27FC236}">
                  <a16:creationId xmlns:a16="http://schemas.microsoft.com/office/drawing/2014/main" id="{32D5A04A-116F-41FD-AB9E-3C526CE77863}"/>
                </a:ext>
              </a:extLst>
            </p:cNvPr>
            <p:cNvSpPr/>
            <p:nvPr/>
          </p:nvSpPr>
          <p:spPr bwMode="gray">
            <a:xfrm>
              <a:off x="3303777" y="2658117"/>
              <a:ext cx="1264845" cy="27367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公钥管理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34" name="矩形 133">
              <a:extLst>
                <a:ext uri="{FF2B5EF4-FFF2-40B4-BE49-F238E27FC236}">
                  <a16:creationId xmlns:a16="http://schemas.microsoft.com/office/drawing/2014/main" id="{F521FE9F-5BFE-454A-866B-EE11EF646774}"/>
                </a:ext>
              </a:extLst>
            </p:cNvPr>
            <p:cNvSpPr/>
            <p:nvPr/>
          </p:nvSpPr>
          <p:spPr bwMode="gray">
            <a:xfrm>
              <a:off x="1235556" y="4568746"/>
              <a:ext cx="554079" cy="289358"/>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l" defTabSz="977412" rtl="0" eaLnBrk="1" fontAlgn="base" latinLnBrk="0" hangingPunct="1">
                <a:lnSpc>
                  <a:spcPct val="90000"/>
                </a:lnSpc>
                <a:spcBef>
                  <a:spcPct val="0"/>
                </a:spcBef>
                <a:spcAft>
                  <a:spcPct val="350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Huawei Sans"/>
                  <a:ea typeface="方正兰亭黑简体"/>
                  <a:cs typeface="Microsoft YaHei" charset="-122"/>
                  <a:sym typeface="+mn-lt"/>
                </a:rPr>
                <a:t>协议</a:t>
              </a:r>
            </a:p>
          </p:txBody>
        </p:sp>
        <p:sp>
          <p:nvSpPr>
            <p:cNvPr id="136" name="矩形 135">
              <a:extLst>
                <a:ext uri="{FF2B5EF4-FFF2-40B4-BE49-F238E27FC236}">
                  <a16:creationId xmlns:a16="http://schemas.microsoft.com/office/drawing/2014/main" id="{B9C40D52-36A1-409D-8CA8-3B00A8C32B4E}"/>
                </a:ext>
              </a:extLst>
            </p:cNvPr>
            <p:cNvSpPr/>
            <p:nvPr/>
          </p:nvSpPr>
          <p:spPr bwMode="gray">
            <a:xfrm>
              <a:off x="4824952" y="2597270"/>
              <a:ext cx="931032" cy="2286588"/>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37" name="矩形 136">
              <a:extLst>
                <a:ext uri="{FF2B5EF4-FFF2-40B4-BE49-F238E27FC236}">
                  <a16:creationId xmlns:a16="http://schemas.microsoft.com/office/drawing/2014/main" id="{1543A37B-1758-4011-934A-45F811078396}"/>
                </a:ext>
              </a:extLst>
            </p:cNvPr>
            <p:cNvSpPr/>
            <p:nvPr/>
          </p:nvSpPr>
          <p:spPr bwMode="gray">
            <a:xfrm>
              <a:off x="4859481" y="2673787"/>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auto"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Huawei Sans"/>
                  <a:ea typeface="方正兰亭黑简体"/>
                  <a:cs typeface="Calibri" pitchFamily="34" charset="0"/>
                </a:rPr>
                <a:t>系统配置</a:t>
              </a:r>
              <a:endParaRPr kumimoji="0" lang="en-US" altLang="zh-CN" sz="1200" b="1" i="0" u="none" strike="noStrike" kern="0" cap="none" spc="0" normalizeH="0" baseline="0" noProof="0" dirty="0">
                <a:ln>
                  <a:noFill/>
                </a:ln>
                <a:solidFill>
                  <a:srgbClr val="000000"/>
                </a:solidFill>
                <a:effectLst/>
                <a:uLnTx/>
                <a:uFillTx/>
                <a:latin typeface="Huawei Sans"/>
                <a:ea typeface="方正兰亭黑简体"/>
                <a:cs typeface="Calibri" pitchFamily="34" charset="0"/>
              </a:endParaRPr>
            </a:p>
          </p:txBody>
        </p:sp>
        <p:sp>
          <p:nvSpPr>
            <p:cNvPr id="139" name="矩形 138">
              <a:extLst>
                <a:ext uri="{FF2B5EF4-FFF2-40B4-BE49-F238E27FC236}">
                  <a16:creationId xmlns:a16="http://schemas.microsoft.com/office/drawing/2014/main" id="{5FB7E766-0CAC-4030-9908-D6791F94374D}"/>
                </a:ext>
              </a:extLst>
            </p:cNvPr>
            <p:cNvSpPr/>
            <p:nvPr/>
          </p:nvSpPr>
          <p:spPr bwMode="gray">
            <a:xfrm>
              <a:off x="1153648" y="2650113"/>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auto"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Huawei Sans"/>
                  <a:ea typeface="方正兰亭黑简体"/>
                  <a:cs typeface="Microsoft YaHei" charset="-122"/>
                </a:rPr>
                <a:t>工程管理</a:t>
              </a:r>
              <a:endParaRPr kumimoji="0" lang="en-US" altLang="zh-CN" sz="1200" b="1" i="0" u="none" strike="noStrike" kern="0" cap="none" spc="0" normalizeH="0" baseline="0" noProof="0" dirty="0">
                <a:ln>
                  <a:noFill/>
                </a:ln>
                <a:solidFill>
                  <a:srgbClr val="000000"/>
                </a:solidFill>
                <a:effectLst/>
                <a:uLnTx/>
                <a:uFillTx/>
                <a:latin typeface="Huawei Sans"/>
                <a:ea typeface="方正兰亭黑简体"/>
                <a:cs typeface="Microsoft YaHei" charset="-122"/>
              </a:endParaRPr>
            </a:p>
          </p:txBody>
        </p:sp>
        <p:sp>
          <p:nvSpPr>
            <p:cNvPr id="140" name="矩形 139">
              <a:extLst>
                <a:ext uri="{FF2B5EF4-FFF2-40B4-BE49-F238E27FC236}">
                  <a16:creationId xmlns:a16="http://schemas.microsoft.com/office/drawing/2014/main" id="{8D00D68E-7FB0-484B-82CA-A6952064F515}"/>
                </a:ext>
              </a:extLst>
            </p:cNvPr>
            <p:cNvSpPr/>
            <p:nvPr/>
          </p:nvSpPr>
          <p:spPr bwMode="gray">
            <a:xfrm>
              <a:off x="4951092" y="3125279"/>
              <a:ext cx="697417" cy="30554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业务模板</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41" name="矩形 140">
              <a:extLst>
                <a:ext uri="{FF2B5EF4-FFF2-40B4-BE49-F238E27FC236}">
                  <a16:creationId xmlns:a16="http://schemas.microsoft.com/office/drawing/2014/main" id="{8858BFD9-0DE3-47B7-9461-EFB0283888E0}"/>
                </a:ext>
              </a:extLst>
            </p:cNvPr>
            <p:cNvSpPr/>
            <p:nvPr/>
          </p:nvSpPr>
          <p:spPr bwMode="gray">
            <a:xfrm>
              <a:off x="4951092" y="4466640"/>
              <a:ext cx="697417" cy="30554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协议参数</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42" name="矩形 141">
              <a:extLst>
                <a:ext uri="{FF2B5EF4-FFF2-40B4-BE49-F238E27FC236}">
                  <a16:creationId xmlns:a16="http://schemas.microsoft.com/office/drawing/2014/main" id="{C34F3F47-FCE2-44E5-B877-29C3CA028108}"/>
                </a:ext>
              </a:extLst>
            </p:cNvPr>
            <p:cNvSpPr/>
            <p:nvPr/>
          </p:nvSpPr>
          <p:spPr bwMode="gray">
            <a:xfrm>
              <a:off x="4951092" y="3578528"/>
              <a:ext cx="697417" cy="30554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网元模板</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grpSp>
      <p:cxnSp>
        <p:nvCxnSpPr>
          <p:cNvPr id="144" name="直接连接符 143">
            <a:extLst>
              <a:ext uri="{FF2B5EF4-FFF2-40B4-BE49-F238E27FC236}">
                <a16:creationId xmlns:a16="http://schemas.microsoft.com/office/drawing/2014/main" id="{92EB80A3-E7E9-40C9-94F9-8F67A98B1DAE}"/>
              </a:ext>
            </a:extLst>
          </p:cNvPr>
          <p:cNvCxnSpPr>
            <a:cxnSpLocks/>
          </p:cNvCxnSpPr>
          <p:nvPr/>
        </p:nvCxnSpPr>
        <p:spPr bwMode="gray">
          <a:xfrm flipV="1">
            <a:off x="3009027" y="4939585"/>
            <a:ext cx="532071" cy="350511"/>
          </a:xfrm>
          <a:prstGeom prst="line">
            <a:avLst/>
          </a:prstGeom>
          <a:noFill/>
          <a:ln w="9525" cap="flat" cmpd="sng" algn="ctr">
            <a:solidFill>
              <a:schemeClr val="tx1"/>
            </a:solidFill>
            <a:prstDash val="dash"/>
          </a:ln>
          <a:effectLst/>
        </p:spPr>
      </p:cxnSp>
      <p:cxnSp>
        <p:nvCxnSpPr>
          <p:cNvPr id="145" name="直接连接符 144">
            <a:extLst>
              <a:ext uri="{FF2B5EF4-FFF2-40B4-BE49-F238E27FC236}">
                <a16:creationId xmlns:a16="http://schemas.microsoft.com/office/drawing/2014/main" id="{24D64F74-0159-4948-BE55-77DDBCBE036B}"/>
              </a:ext>
            </a:extLst>
          </p:cNvPr>
          <p:cNvCxnSpPr>
            <a:cxnSpLocks/>
          </p:cNvCxnSpPr>
          <p:nvPr/>
        </p:nvCxnSpPr>
        <p:spPr bwMode="gray">
          <a:xfrm flipH="1" flipV="1">
            <a:off x="3541099" y="4939585"/>
            <a:ext cx="708894" cy="380241"/>
          </a:xfrm>
          <a:prstGeom prst="line">
            <a:avLst/>
          </a:prstGeom>
          <a:noFill/>
          <a:ln w="9525" cap="flat" cmpd="sng" algn="ctr">
            <a:solidFill>
              <a:schemeClr val="tx1"/>
            </a:solidFill>
            <a:prstDash val="dash"/>
          </a:ln>
          <a:effectLst/>
        </p:spPr>
      </p:cxnSp>
      <p:cxnSp>
        <p:nvCxnSpPr>
          <p:cNvPr id="146" name="直接连接符 145">
            <a:extLst>
              <a:ext uri="{FF2B5EF4-FFF2-40B4-BE49-F238E27FC236}">
                <a16:creationId xmlns:a16="http://schemas.microsoft.com/office/drawing/2014/main" id="{378CA573-C95C-4F9E-941A-BF39DF4B917B}"/>
              </a:ext>
            </a:extLst>
          </p:cNvPr>
          <p:cNvCxnSpPr>
            <a:cxnSpLocks/>
          </p:cNvCxnSpPr>
          <p:nvPr/>
        </p:nvCxnSpPr>
        <p:spPr bwMode="gray">
          <a:xfrm flipV="1">
            <a:off x="1874205" y="4939585"/>
            <a:ext cx="1666893" cy="601173"/>
          </a:xfrm>
          <a:prstGeom prst="line">
            <a:avLst/>
          </a:prstGeom>
          <a:noFill/>
          <a:ln w="9525" cap="flat" cmpd="sng" algn="ctr">
            <a:solidFill>
              <a:schemeClr val="tx1"/>
            </a:solidFill>
            <a:prstDash val="dash"/>
          </a:ln>
          <a:effectLst/>
        </p:spPr>
      </p:cxnSp>
      <p:cxnSp>
        <p:nvCxnSpPr>
          <p:cNvPr id="147" name="直接连接符 146">
            <a:extLst>
              <a:ext uri="{FF2B5EF4-FFF2-40B4-BE49-F238E27FC236}">
                <a16:creationId xmlns:a16="http://schemas.microsoft.com/office/drawing/2014/main" id="{E9E462D5-AB1C-4E1A-9F59-2366E7719078}"/>
              </a:ext>
            </a:extLst>
          </p:cNvPr>
          <p:cNvCxnSpPr>
            <a:cxnSpLocks/>
          </p:cNvCxnSpPr>
          <p:nvPr/>
        </p:nvCxnSpPr>
        <p:spPr bwMode="gray">
          <a:xfrm flipH="1" flipV="1">
            <a:off x="3541098" y="4939587"/>
            <a:ext cx="1936622" cy="570832"/>
          </a:xfrm>
          <a:prstGeom prst="line">
            <a:avLst/>
          </a:prstGeom>
          <a:noFill/>
          <a:ln w="9525" cap="flat" cmpd="sng" algn="ctr">
            <a:solidFill>
              <a:schemeClr val="tx1"/>
            </a:solidFill>
            <a:prstDash val="dash"/>
          </a:ln>
          <a:effectLst/>
        </p:spPr>
      </p:cxnSp>
      <p:sp>
        <p:nvSpPr>
          <p:cNvPr id="148" name="任意多边形 91">
            <a:extLst>
              <a:ext uri="{FF2B5EF4-FFF2-40B4-BE49-F238E27FC236}">
                <a16:creationId xmlns:a16="http://schemas.microsoft.com/office/drawing/2014/main" id="{84080072-165C-497B-B198-F024B345FA9C}"/>
              </a:ext>
            </a:extLst>
          </p:cNvPr>
          <p:cNvSpPr/>
          <p:nvPr/>
        </p:nvSpPr>
        <p:spPr bwMode="gray">
          <a:xfrm>
            <a:off x="1745884" y="2120931"/>
            <a:ext cx="585698" cy="562637"/>
          </a:xfrm>
          <a:custGeom>
            <a:avLst/>
            <a:gdLst>
              <a:gd name="connsiteX0" fmla="*/ 0 w 585927"/>
              <a:gd name="connsiteY0" fmla="*/ 0 h 736847"/>
              <a:gd name="connsiteX1" fmla="*/ 488272 w 585927"/>
              <a:gd name="connsiteY1" fmla="*/ 736847 h 736847"/>
              <a:gd name="connsiteX2" fmla="*/ 488272 w 585927"/>
              <a:gd name="connsiteY2" fmla="*/ 736847 h 736847"/>
              <a:gd name="connsiteX3" fmla="*/ 585927 w 585927"/>
              <a:gd name="connsiteY3" fmla="*/ 727969 h 736847"/>
              <a:gd name="connsiteX0" fmla="*/ 0 w 585927"/>
              <a:gd name="connsiteY0" fmla="*/ 0 h 747798"/>
              <a:gd name="connsiteX1" fmla="*/ 488272 w 585927"/>
              <a:gd name="connsiteY1" fmla="*/ 736847 h 747798"/>
              <a:gd name="connsiteX2" fmla="*/ 285072 w 585927"/>
              <a:gd name="connsiteY2" fmla="*/ 747798 h 747798"/>
              <a:gd name="connsiteX3" fmla="*/ 585927 w 585927"/>
              <a:gd name="connsiteY3" fmla="*/ 727969 h 747798"/>
              <a:gd name="connsiteX0" fmla="*/ 0 w 585927"/>
              <a:gd name="connsiteY0" fmla="*/ 0 h 865853"/>
              <a:gd name="connsiteX1" fmla="*/ 488272 w 585927"/>
              <a:gd name="connsiteY1" fmla="*/ 736847 h 865853"/>
              <a:gd name="connsiteX2" fmla="*/ 285072 w 585927"/>
              <a:gd name="connsiteY2" fmla="*/ 747798 h 865853"/>
              <a:gd name="connsiteX3" fmla="*/ 585927 w 585927"/>
              <a:gd name="connsiteY3" fmla="*/ 727969 h 865853"/>
              <a:gd name="connsiteX0" fmla="*/ 0 w 818161"/>
              <a:gd name="connsiteY0" fmla="*/ 0 h 1185815"/>
              <a:gd name="connsiteX1" fmla="*/ 488272 w 818161"/>
              <a:gd name="connsiteY1" fmla="*/ 736847 h 1185815"/>
              <a:gd name="connsiteX2" fmla="*/ 649138 w 818161"/>
              <a:gd name="connsiteY2" fmla="*/ 1120109 h 1185815"/>
              <a:gd name="connsiteX3" fmla="*/ 585927 w 818161"/>
              <a:gd name="connsiteY3" fmla="*/ 727969 h 1185815"/>
              <a:gd name="connsiteX0" fmla="*/ 0 w 784813"/>
              <a:gd name="connsiteY0" fmla="*/ 0 h 1172713"/>
              <a:gd name="connsiteX1" fmla="*/ 234272 w 784813"/>
              <a:gd name="connsiteY1" fmla="*/ 528790 h 1172713"/>
              <a:gd name="connsiteX2" fmla="*/ 649138 w 784813"/>
              <a:gd name="connsiteY2" fmla="*/ 1120109 h 1172713"/>
              <a:gd name="connsiteX3" fmla="*/ 585927 w 784813"/>
              <a:gd name="connsiteY3" fmla="*/ 727969 h 1172713"/>
              <a:gd name="connsiteX0" fmla="*/ 0 w 657956"/>
              <a:gd name="connsiteY0" fmla="*/ 0 h 1172714"/>
              <a:gd name="connsiteX1" fmla="*/ 234272 w 657956"/>
              <a:gd name="connsiteY1" fmla="*/ 528790 h 1172714"/>
              <a:gd name="connsiteX2" fmla="*/ 505204 w 657956"/>
              <a:gd name="connsiteY2" fmla="*/ 1120109 h 1172714"/>
              <a:gd name="connsiteX3" fmla="*/ 585927 w 657956"/>
              <a:gd name="connsiteY3" fmla="*/ 727969 h 1172714"/>
              <a:gd name="connsiteX0" fmla="*/ 0 w 585927"/>
              <a:gd name="connsiteY0" fmla="*/ 0 h 727969"/>
              <a:gd name="connsiteX1" fmla="*/ 234272 w 585927"/>
              <a:gd name="connsiteY1" fmla="*/ 528790 h 727969"/>
              <a:gd name="connsiteX2" fmla="*/ 585927 w 585927"/>
              <a:gd name="connsiteY2" fmla="*/ 727969 h 727969"/>
              <a:gd name="connsiteX0" fmla="*/ 0 w 585927"/>
              <a:gd name="connsiteY0" fmla="*/ 0 h 727969"/>
              <a:gd name="connsiteX1" fmla="*/ 234272 w 585927"/>
              <a:gd name="connsiteY1" fmla="*/ 528790 h 727969"/>
              <a:gd name="connsiteX2" fmla="*/ 585927 w 585927"/>
              <a:gd name="connsiteY2" fmla="*/ 727969 h 727969"/>
              <a:gd name="connsiteX0" fmla="*/ 0 w 585927"/>
              <a:gd name="connsiteY0" fmla="*/ 0 h 727969"/>
              <a:gd name="connsiteX1" fmla="*/ 234272 w 585927"/>
              <a:gd name="connsiteY1" fmla="*/ 528790 h 727969"/>
              <a:gd name="connsiteX2" fmla="*/ 585927 w 585927"/>
              <a:gd name="connsiteY2" fmla="*/ 727969 h 727969"/>
              <a:gd name="connsiteX0" fmla="*/ 0 w 585927"/>
              <a:gd name="connsiteY0" fmla="*/ 0 h 727969"/>
              <a:gd name="connsiteX1" fmla="*/ 234272 w 585927"/>
              <a:gd name="connsiteY1" fmla="*/ 528790 h 727969"/>
              <a:gd name="connsiteX2" fmla="*/ 585927 w 585927"/>
              <a:gd name="connsiteY2" fmla="*/ 727969 h 727969"/>
              <a:gd name="connsiteX0" fmla="*/ 0 w 585927"/>
              <a:gd name="connsiteY0" fmla="*/ 0 h 727969"/>
              <a:gd name="connsiteX1" fmla="*/ 234272 w 585927"/>
              <a:gd name="connsiteY1" fmla="*/ 528790 h 727969"/>
              <a:gd name="connsiteX2" fmla="*/ 585927 w 585927"/>
              <a:gd name="connsiteY2" fmla="*/ 727969 h 727969"/>
            </a:gdLst>
            <a:ahLst/>
            <a:cxnLst>
              <a:cxn ang="0">
                <a:pos x="connsiteX0" y="connsiteY0"/>
              </a:cxn>
              <a:cxn ang="0">
                <a:pos x="connsiteX1" y="connsiteY1"/>
              </a:cxn>
              <a:cxn ang="0">
                <a:pos x="connsiteX2" y="connsiteY2"/>
              </a:cxn>
            </a:cxnLst>
            <a:rect l="l" t="t" r="r" b="b"/>
            <a:pathLst>
              <a:path w="585927" h="727969">
                <a:moveTo>
                  <a:pt x="0" y="0"/>
                </a:moveTo>
                <a:cubicBezTo>
                  <a:pt x="78091" y="176263"/>
                  <a:pt x="102751" y="374610"/>
                  <a:pt x="234272" y="528790"/>
                </a:cubicBezTo>
                <a:cubicBezTo>
                  <a:pt x="365793" y="682970"/>
                  <a:pt x="512666" y="686474"/>
                  <a:pt x="585927" y="727969"/>
                </a:cubicBezTo>
              </a:path>
            </a:pathLst>
          </a:custGeom>
          <a:noFill/>
          <a:ln w="25400" cap="flat" cmpd="sng" algn="ctr">
            <a:solidFill>
              <a:srgbClr val="40BFC8">
                <a:alpha val="50000"/>
              </a:srgbClr>
            </a:solidFill>
            <a:prstDash val="solid"/>
            <a:round/>
            <a:headEnd type="none" w="med" len="med"/>
            <a:tailEnd type="triangle" w="med" len="me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000000"/>
              </a:solidFill>
              <a:effectLst/>
              <a:uLnTx/>
              <a:uFillTx/>
            </a:endParaRPr>
          </a:p>
        </p:txBody>
      </p:sp>
      <p:sp>
        <p:nvSpPr>
          <p:cNvPr id="149" name="椭圆 148">
            <a:extLst>
              <a:ext uri="{FF2B5EF4-FFF2-40B4-BE49-F238E27FC236}">
                <a16:creationId xmlns:a16="http://schemas.microsoft.com/office/drawing/2014/main" id="{9F78A98C-5398-4818-A9F3-B8900D7B1101}"/>
              </a:ext>
            </a:extLst>
          </p:cNvPr>
          <p:cNvSpPr/>
          <p:nvPr/>
        </p:nvSpPr>
        <p:spPr bwMode="gray">
          <a:xfrm>
            <a:off x="1811731" y="2330997"/>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1</a:t>
            </a:r>
            <a:endParaRPr kumimoji="0" lang="zh-CN" altLang="en-US" sz="1200" b="1" i="0" u="none" strike="noStrike" kern="0" cap="none" spc="0" normalizeH="0" baseline="0" noProof="0" dirty="0">
              <a:ln>
                <a:noFill/>
              </a:ln>
              <a:solidFill>
                <a:srgbClr val="FFFFFF"/>
              </a:solidFill>
              <a:effectLst/>
              <a:uLnTx/>
              <a:uFillTx/>
            </a:endParaRPr>
          </a:p>
        </p:txBody>
      </p:sp>
      <p:sp>
        <p:nvSpPr>
          <p:cNvPr id="150" name="任意多边形 93">
            <a:extLst>
              <a:ext uri="{FF2B5EF4-FFF2-40B4-BE49-F238E27FC236}">
                <a16:creationId xmlns:a16="http://schemas.microsoft.com/office/drawing/2014/main" id="{B8C832C1-1163-4D51-8378-DD4DC10C6FB6}"/>
              </a:ext>
            </a:extLst>
          </p:cNvPr>
          <p:cNvSpPr/>
          <p:nvPr/>
        </p:nvSpPr>
        <p:spPr bwMode="gray">
          <a:xfrm>
            <a:off x="2553858" y="2275565"/>
            <a:ext cx="131760" cy="1267944"/>
          </a:xfrm>
          <a:custGeom>
            <a:avLst/>
            <a:gdLst>
              <a:gd name="connsiteX0" fmla="*/ 122423 w 1232132"/>
              <a:gd name="connsiteY0" fmla="*/ 0 h 1979720"/>
              <a:gd name="connsiteX1" fmla="*/ 33647 w 1232132"/>
              <a:gd name="connsiteY1" fmla="*/ 648070 h 1979720"/>
              <a:gd name="connsiteX2" fmla="*/ 619573 w 1232132"/>
              <a:gd name="connsiteY2" fmla="*/ 994299 h 1979720"/>
              <a:gd name="connsiteX3" fmla="*/ 1232132 w 1232132"/>
              <a:gd name="connsiteY3" fmla="*/ 1979720 h 1979720"/>
              <a:gd name="connsiteX4" fmla="*/ 1232132 w 1232132"/>
              <a:gd name="connsiteY4" fmla="*/ 1979720 h 1979720"/>
              <a:gd name="connsiteX0" fmla="*/ 150572 w 1260281"/>
              <a:gd name="connsiteY0" fmla="*/ 0 h 1979720"/>
              <a:gd name="connsiteX1" fmla="*/ 27929 w 1260281"/>
              <a:gd name="connsiteY1" fmla="*/ 639873 h 1979720"/>
              <a:gd name="connsiteX2" fmla="*/ 647722 w 1260281"/>
              <a:gd name="connsiteY2" fmla="*/ 994299 h 1979720"/>
              <a:gd name="connsiteX3" fmla="*/ 1260281 w 1260281"/>
              <a:gd name="connsiteY3" fmla="*/ 1979720 h 1979720"/>
              <a:gd name="connsiteX4" fmla="*/ 1260281 w 1260281"/>
              <a:gd name="connsiteY4" fmla="*/ 1979720 h 1979720"/>
              <a:gd name="connsiteX0" fmla="*/ 155277 w 1264986"/>
              <a:gd name="connsiteY0" fmla="*/ 0 h 1979720"/>
              <a:gd name="connsiteX1" fmla="*/ 32634 w 1264986"/>
              <a:gd name="connsiteY1" fmla="*/ 639873 h 1979720"/>
              <a:gd name="connsiteX2" fmla="*/ 720160 w 1264986"/>
              <a:gd name="connsiteY2" fmla="*/ 920527 h 1979720"/>
              <a:gd name="connsiteX3" fmla="*/ 1264986 w 1264986"/>
              <a:gd name="connsiteY3" fmla="*/ 1979720 h 1979720"/>
              <a:gd name="connsiteX4" fmla="*/ 1264986 w 1264986"/>
              <a:gd name="connsiteY4" fmla="*/ 1979720 h 1979720"/>
              <a:gd name="connsiteX0" fmla="*/ 155868 w 1265577"/>
              <a:gd name="connsiteY0" fmla="*/ 0 h 1979720"/>
              <a:gd name="connsiteX1" fmla="*/ 33225 w 1265577"/>
              <a:gd name="connsiteY1" fmla="*/ 639873 h 1979720"/>
              <a:gd name="connsiteX2" fmla="*/ 729218 w 1265577"/>
              <a:gd name="connsiteY2" fmla="*/ 904134 h 1979720"/>
              <a:gd name="connsiteX3" fmla="*/ 1265577 w 1265577"/>
              <a:gd name="connsiteY3" fmla="*/ 1979720 h 1979720"/>
              <a:gd name="connsiteX4" fmla="*/ 1265577 w 1265577"/>
              <a:gd name="connsiteY4" fmla="*/ 1979720 h 1979720"/>
              <a:gd name="connsiteX0" fmla="*/ 155868 w 1265577"/>
              <a:gd name="connsiteY0" fmla="*/ 0 h 1979720"/>
              <a:gd name="connsiteX1" fmla="*/ 33225 w 1265577"/>
              <a:gd name="connsiteY1" fmla="*/ 639873 h 1979720"/>
              <a:gd name="connsiteX2" fmla="*/ 729218 w 1265577"/>
              <a:gd name="connsiteY2" fmla="*/ 904134 h 1979720"/>
              <a:gd name="connsiteX3" fmla="*/ 1265577 w 1265577"/>
              <a:gd name="connsiteY3" fmla="*/ 1979720 h 1979720"/>
              <a:gd name="connsiteX4" fmla="*/ 1104710 w 1265577"/>
              <a:gd name="connsiteY4" fmla="*/ 1881357 h 1979720"/>
              <a:gd name="connsiteX0" fmla="*/ 155868 w 1104710"/>
              <a:gd name="connsiteY0" fmla="*/ 0 h 1881357"/>
              <a:gd name="connsiteX1" fmla="*/ 33225 w 1104710"/>
              <a:gd name="connsiteY1" fmla="*/ 639873 h 1881357"/>
              <a:gd name="connsiteX2" fmla="*/ 729218 w 1104710"/>
              <a:gd name="connsiteY2" fmla="*/ 904134 h 1881357"/>
              <a:gd name="connsiteX3" fmla="*/ 1028510 w 1104710"/>
              <a:gd name="connsiteY3" fmla="*/ 1676433 h 1881357"/>
              <a:gd name="connsiteX4" fmla="*/ 1104710 w 1104710"/>
              <a:gd name="connsiteY4" fmla="*/ 1881357 h 1881357"/>
              <a:gd name="connsiteX0" fmla="*/ 155868 w 1079310"/>
              <a:gd name="connsiteY0" fmla="*/ 0 h 1889553"/>
              <a:gd name="connsiteX1" fmla="*/ 33225 w 1079310"/>
              <a:gd name="connsiteY1" fmla="*/ 639873 h 1889553"/>
              <a:gd name="connsiteX2" fmla="*/ 729218 w 1079310"/>
              <a:gd name="connsiteY2" fmla="*/ 904134 h 1889553"/>
              <a:gd name="connsiteX3" fmla="*/ 1028510 w 1079310"/>
              <a:gd name="connsiteY3" fmla="*/ 1676433 h 1889553"/>
              <a:gd name="connsiteX4" fmla="*/ 1079310 w 1079310"/>
              <a:gd name="connsiteY4" fmla="*/ 1889553 h 1889553"/>
              <a:gd name="connsiteX0" fmla="*/ 155868 w 1079310"/>
              <a:gd name="connsiteY0" fmla="*/ 0 h 1889553"/>
              <a:gd name="connsiteX1" fmla="*/ 33225 w 1079310"/>
              <a:gd name="connsiteY1" fmla="*/ 639873 h 1889553"/>
              <a:gd name="connsiteX2" fmla="*/ 729218 w 1079310"/>
              <a:gd name="connsiteY2" fmla="*/ 904134 h 1889553"/>
              <a:gd name="connsiteX3" fmla="*/ 1011576 w 1079310"/>
              <a:gd name="connsiteY3" fmla="*/ 1586266 h 1889553"/>
              <a:gd name="connsiteX4" fmla="*/ 1079310 w 1079310"/>
              <a:gd name="connsiteY4" fmla="*/ 1889553 h 1889553"/>
              <a:gd name="connsiteX0" fmla="*/ 155868 w 1079310"/>
              <a:gd name="connsiteY0" fmla="*/ 0 h 1889553"/>
              <a:gd name="connsiteX1" fmla="*/ 33225 w 1079310"/>
              <a:gd name="connsiteY1" fmla="*/ 639873 h 1889553"/>
              <a:gd name="connsiteX2" fmla="*/ 729218 w 1079310"/>
              <a:gd name="connsiteY2" fmla="*/ 904134 h 1889553"/>
              <a:gd name="connsiteX3" fmla="*/ 1079310 w 1079310"/>
              <a:gd name="connsiteY3" fmla="*/ 1889553 h 1889553"/>
              <a:gd name="connsiteX0" fmla="*/ 158243 w 1081685"/>
              <a:gd name="connsiteY0" fmla="*/ 0 h 1889553"/>
              <a:gd name="connsiteX1" fmla="*/ 35600 w 1081685"/>
              <a:gd name="connsiteY1" fmla="*/ 639873 h 1889553"/>
              <a:gd name="connsiteX2" fmla="*/ 765460 w 1081685"/>
              <a:gd name="connsiteY2" fmla="*/ 977906 h 1889553"/>
              <a:gd name="connsiteX3" fmla="*/ 1081685 w 1081685"/>
              <a:gd name="connsiteY3" fmla="*/ 1889553 h 1889553"/>
              <a:gd name="connsiteX0" fmla="*/ 35930 w 959372"/>
              <a:gd name="connsiteY0" fmla="*/ 0 h 1889553"/>
              <a:gd name="connsiteX1" fmla="*/ 133420 w 959372"/>
              <a:gd name="connsiteY1" fmla="*/ 656266 h 1889553"/>
              <a:gd name="connsiteX2" fmla="*/ 643147 w 959372"/>
              <a:gd name="connsiteY2" fmla="*/ 977906 h 1889553"/>
              <a:gd name="connsiteX3" fmla="*/ 959372 w 959372"/>
              <a:gd name="connsiteY3" fmla="*/ 1889553 h 1889553"/>
              <a:gd name="connsiteX0" fmla="*/ 35930 w 1086372"/>
              <a:gd name="connsiteY0" fmla="*/ 0 h 1946932"/>
              <a:gd name="connsiteX1" fmla="*/ 133420 w 1086372"/>
              <a:gd name="connsiteY1" fmla="*/ 656266 h 1946932"/>
              <a:gd name="connsiteX2" fmla="*/ 643147 w 1086372"/>
              <a:gd name="connsiteY2" fmla="*/ 977906 h 1946932"/>
              <a:gd name="connsiteX3" fmla="*/ 1086372 w 1086372"/>
              <a:gd name="connsiteY3" fmla="*/ 1946932 h 1946932"/>
              <a:gd name="connsiteX0" fmla="*/ 35930 w 1086372"/>
              <a:gd name="connsiteY0" fmla="*/ 0 h 1946932"/>
              <a:gd name="connsiteX1" fmla="*/ 133420 w 1086372"/>
              <a:gd name="connsiteY1" fmla="*/ 656266 h 1946932"/>
              <a:gd name="connsiteX2" fmla="*/ 643147 w 1086372"/>
              <a:gd name="connsiteY2" fmla="*/ 977906 h 1946932"/>
              <a:gd name="connsiteX3" fmla="*/ 1086372 w 1086372"/>
              <a:gd name="connsiteY3" fmla="*/ 1946932 h 1946932"/>
              <a:gd name="connsiteX0" fmla="*/ 35930 w 1187972"/>
              <a:gd name="connsiteY0" fmla="*/ 0 h 1930537"/>
              <a:gd name="connsiteX1" fmla="*/ 133420 w 1187972"/>
              <a:gd name="connsiteY1" fmla="*/ 656266 h 1930537"/>
              <a:gd name="connsiteX2" fmla="*/ 643147 w 1187972"/>
              <a:gd name="connsiteY2" fmla="*/ 977906 h 1930537"/>
              <a:gd name="connsiteX3" fmla="*/ 1187972 w 1187972"/>
              <a:gd name="connsiteY3" fmla="*/ 1930537 h 1930537"/>
              <a:gd name="connsiteX0" fmla="*/ 35930 w 1187972"/>
              <a:gd name="connsiteY0" fmla="*/ 0 h 1931527"/>
              <a:gd name="connsiteX1" fmla="*/ 133420 w 1187972"/>
              <a:gd name="connsiteY1" fmla="*/ 656266 h 1931527"/>
              <a:gd name="connsiteX2" fmla="*/ 643147 w 1187972"/>
              <a:gd name="connsiteY2" fmla="*/ 977906 h 1931527"/>
              <a:gd name="connsiteX3" fmla="*/ 1187972 w 1187972"/>
              <a:gd name="connsiteY3" fmla="*/ 1930537 h 1931527"/>
              <a:gd name="connsiteX0" fmla="*/ 49785 w 1201827"/>
              <a:gd name="connsiteY0" fmla="*/ 0 h 1931539"/>
              <a:gd name="connsiteX1" fmla="*/ 96475 w 1201827"/>
              <a:gd name="connsiteY1" fmla="*/ 598888 h 1931539"/>
              <a:gd name="connsiteX2" fmla="*/ 657002 w 1201827"/>
              <a:gd name="connsiteY2" fmla="*/ 977906 h 1931539"/>
              <a:gd name="connsiteX3" fmla="*/ 1201827 w 1201827"/>
              <a:gd name="connsiteY3" fmla="*/ 1930537 h 1931539"/>
              <a:gd name="connsiteX0" fmla="*/ 66131 w 1218173"/>
              <a:gd name="connsiteY0" fmla="*/ 0 h 1931539"/>
              <a:gd name="connsiteX1" fmla="*/ 112821 w 1218173"/>
              <a:gd name="connsiteY1" fmla="*/ 598888 h 1931539"/>
              <a:gd name="connsiteX2" fmla="*/ 673348 w 1218173"/>
              <a:gd name="connsiteY2" fmla="*/ 977906 h 1931539"/>
              <a:gd name="connsiteX3" fmla="*/ 1218173 w 1218173"/>
              <a:gd name="connsiteY3" fmla="*/ 1930537 h 1931539"/>
              <a:gd name="connsiteX0" fmla="*/ 30452 w 1182494"/>
              <a:gd name="connsiteY0" fmla="*/ 0 h 1931541"/>
              <a:gd name="connsiteX1" fmla="*/ 204142 w 1182494"/>
              <a:gd name="connsiteY1" fmla="*/ 590691 h 1931541"/>
              <a:gd name="connsiteX2" fmla="*/ 637669 w 1182494"/>
              <a:gd name="connsiteY2" fmla="*/ 977906 h 1931541"/>
              <a:gd name="connsiteX3" fmla="*/ 1182494 w 1182494"/>
              <a:gd name="connsiteY3" fmla="*/ 1930537 h 1931541"/>
            </a:gdLst>
            <a:ahLst/>
            <a:cxnLst>
              <a:cxn ang="0">
                <a:pos x="connsiteX0" y="connsiteY0"/>
              </a:cxn>
              <a:cxn ang="0">
                <a:pos x="connsiteX1" y="connsiteY1"/>
              </a:cxn>
              <a:cxn ang="0">
                <a:pos x="connsiteX2" y="connsiteY2"/>
              </a:cxn>
              <a:cxn ang="0">
                <a:pos x="connsiteX3" y="connsiteY3"/>
              </a:cxn>
            </a:cxnLst>
            <a:rect l="l" t="t" r="r" b="b"/>
            <a:pathLst>
              <a:path w="1182494" h="1931541">
                <a:moveTo>
                  <a:pt x="30452" y="0"/>
                </a:moveTo>
                <a:cubicBezTo>
                  <a:pt x="-55365" y="241177"/>
                  <a:pt x="52139" y="411314"/>
                  <a:pt x="204142" y="590691"/>
                </a:cubicBezTo>
                <a:cubicBezTo>
                  <a:pt x="356145" y="770068"/>
                  <a:pt x="474610" y="754598"/>
                  <a:pt x="637669" y="977906"/>
                </a:cubicBezTo>
                <a:cubicBezTo>
                  <a:pt x="800728" y="1201214"/>
                  <a:pt x="864025" y="1962953"/>
                  <a:pt x="1182494" y="1930537"/>
                </a:cubicBezTo>
              </a:path>
            </a:pathLst>
          </a:custGeom>
          <a:noFill/>
          <a:ln w="25400" cap="flat" cmpd="sng" algn="ctr">
            <a:solidFill>
              <a:srgbClr val="40BFC8">
                <a:alpha val="50000"/>
              </a:srgbClr>
            </a:solidFill>
            <a:prstDash val="solid"/>
            <a:round/>
            <a:headEnd type="none" w="med" len="med"/>
            <a:tailEnd type="triangle" w="med" len="me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000000"/>
              </a:solidFill>
              <a:effectLst/>
              <a:uLnTx/>
              <a:uFillTx/>
            </a:endParaRPr>
          </a:p>
        </p:txBody>
      </p:sp>
      <p:sp>
        <p:nvSpPr>
          <p:cNvPr id="153" name="任意多边形 96">
            <a:extLst>
              <a:ext uri="{FF2B5EF4-FFF2-40B4-BE49-F238E27FC236}">
                <a16:creationId xmlns:a16="http://schemas.microsoft.com/office/drawing/2014/main" id="{0E4D99A2-6856-4879-8281-8FCAB5D60FA2}"/>
              </a:ext>
            </a:extLst>
          </p:cNvPr>
          <p:cNvSpPr/>
          <p:nvPr/>
        </p:nvSpPr>
        <p:spPr bwMode="gray">
          <a:xfrm>
            <a:off x="856556" y="2755709"/>
            <a:ext cx="1404032" cy="2611711"/>
          </a:xfrm>
          <a:custGeom>
            <a:avLst/>
            <a:gdLst>
              <a:gd name="connsiteX0" fmla="*/ 1509204 w 1509204"/>
              <a:gd name="connsiteY0" fmla="*/ 0 h 2982897"/>
              <a:gd name="connsiteX1" fmla="*/ 0 w 1509204"/>
              <a:gd name="connsiteY1" fmla="*/ 2982897 h 2982897"/>
              <a:gd name="connsiteX2" fmla="*/ 0 w 1509204"/>
              <a:gd name="connsiteY2" fmla="*/ 2982897 h 2982897"/>
              <a:gd name="connsiteX0" fmla="*/ 1509204 w 1509204"/>
              <a:gd name="connsiteY0" fmla="*/ 0 h 2982897"/>
              <a:gd name="connsiteX1" fmla="*/ 707433 w 1509204"/>
              <a:gd name="connsiteY1" fmla="*/ 1551136 h 2982897"/>
              <a:gd name="connsiteX2" fmla="*/ 0 w 1509204"/>
              <a:gd name="connsiteY2" fmla="*/ 2982897 h 2982897"/>
              <a:gd name="connsiteX3" fmla="*/ 0 w 1509204"/>
              <a:gd name="connsiteY3" fmla="*/ 2982897 h 2982897"/>
              <a:gd name="connsiteX0" fmla="*/ 1509204 w 1509204"/>
              <a:gd name="connsiteY0" fmla="*/ 0 h 2982897"/>
              <a:gd name="connsiteX1" fmla="*/ 589168 w 1509204"/>
              <a:gd name="connsiteY1" fmla="*/ 1232151 h 2982897"/>
              <a:gd name="connsiteX2" fmla="*/ 0 w 1509204"/>
              <a:gd name="connsiteY2" fmla="*/ 2982897 h 2982897"/>
              <a:gd name="connsiteX3" fmla="*/ 0 w 1509204"/>
              <a:gd name="connsiteY3" fmla="*/ 2982897 h 2982897"/>
              <a:gd name="connsiteX0" fmla="*/ 1509204 w 1509204"/>
              <a:gd name="connsiteY0" fmla="*/ 0 h 2982897"/>
              <a:gd name="connsiteX1" fmla="*/ 589168 w 1509204"/>
              <a:gd name="connsiteY1" fmla="*/ 1232151 h 2982897"/>
              <a:gd name="connsiteX2" fmla="*/ 0 w 1509204"/>
              <a:gd name="connsiteY2" fmla="*/ 2982897 h 2982897"/>
              <a:gd name="connsiteX3" fmla="*/ 0 w 1509204"/>
              <a:gd name="connsiteY3" fmla="*/ 2982897 h 2982897"/>
              <a:gd name="connsiteX0" fmla="*/ 1509204 w 1509204"/>
              <a:gd name="connsiteY0" fmla="*/ 0 h 2982897"/>
              <a:gd name="connsiteX1" fmla="*/ 652850 w 1509204"/>
              <a:gd name="connsiteY1" fmla="*/ 1357811 h 2982897"/>
              <a:gd name="connsiteX2" fmla="*/ 0 w 1509204"/>
              <a:gd name="connsiteY2" fmla="*/ 2982897 h 2982897"/>
              <a:gd name="connsiteX3" fmla="*/ 0 w 1509204"/>
              <a:gd name="connsiteY3" fmla="*/ 2982897 h 2982897"/>
            </a:gdLst>
            <a:ahLst/>
            <a:cxnLst>
              <a:cxn ang="0">
                <a:pos x="connsiteX0" y="connsiteY0"/>
              </a:cxn>
              <a:cxn ang="0">
                <a:pos x="connsiteX1" y="connsiteY1"/>
              </a:cxn>
              <a:cxn ang="0">
                <a:pos x="connsiteX2" y="connsiteY2"/>
              </a:cxn>
              <a:cxn ang="0">
                <a:pos x="connsiteX3" y="connsiteY3"/>
              </a:cxn>
            </a:cxnLst>
            <a:rect l="l" t="t" r="r" b="b"/>
            <a:pathLst>
              <a:path w="1509204" h="2982897">
                <a:moveTo>
                  <a:pt x="1509204" y="0"/>
                </a:moveTo>
                <a:cubicBezTo>
                  <a:pt x="1202525" y="410717"/>
                  <a:pt x="904384" y="860662"/>
                  <a:pt x="652850" y="1357811"/>
                </a:cubicBezTo>
                <a:cubicBezTo>
                  <a:pt x="401316" y="1854961"/>
                  <a:pt x="98195" y="2691106"/>
                  <a:pt x="0" y="2982897"/>
                </a:cubicBezTo>
                <a:lnTo>
                  <a:pt x="0" y="2982897"/>
                </a:lnTo>
              </a:path>
            </a:pathLst>
          </a:custGeom>
          <a:noFill/>
          <a:ln w="25400" cap="flat" cmpd="sng" algn="ctr">
            <a:solidFill>
              <a:srgbClr val="40BFC8">
                <a:alpha val="50000"/>
              </a:srgbClr>
            </a:solidFill>
            <a:prstDash val="solid"/>
            <a:round/>
            <a:headEnd type="none" w="med" len="med"/>
            <a:tailEnd type="triangle" w="med" len="me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000000"/>
              </a:solidFill>
              <a:effectLst/>
              <a:uLnTx/>
              <a:uFillTx/>
            </a:endParaRPr>
          </a:p>
        </p:txBody>
      </p:sp>
      <p:sp>
        <p:nvSpPr>
          <p:cNvPr id="154" name="椭圆 153">
            <a:extLst>
              <a:ext uri="{FF2B5EF4-FFF2-40B4-BE49-F238E27FC236}">
                <a16:creationId xmlns:a16="http://schemas.microsoft.com/office/drawing/2014/main" id="{BD6027B4-455D-4787-BA00-640A345929E2}"/>
              </a:ext>
            </a:extLst>
          </p:cNvPr>
          <p:cNvSpPr/>
          <p:nvPr/>
        </p:nvSpPr>
        <p:spPr bwMode="gray">
          <a:xfrm>
            <a:off x="1414261" y="3808879"/>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2</a:t>
            </a:r>
            <a:endParaRPr kumimoji="0" lang="zh-CN" altLang="en-US" sz="1200" b="1" i="0" u="none" strike="noStrike" kern="0" cap="none" spc="0" normalizeH="0" baseline="0" noProof="0" dirty="0">
              <a:ln>
                <a:noFill/>
              </a:ln>
              <a:solidFill>
                <a:srgbClr val="FFFFFF"/>
              </a:solidFill>
              <a:effectLst/>
              <a:uLnTx/>
              <a:uFillTx/>
            </a:endParaRPr>
          </a:p>
        </p:txBody>
      </p:sp>
      <p:sp>
        <p:nvSpPr>
          <p:cNvPr id="155" name="椭圆 154">
            <a:extLst>
              <a:ext uri="{FF2B5EF4-FFF2-40B4-BE49-F238E27FC236}">
                <a16:creationId xmlns:a16="http://schemas.microsoft.com/office/drawing/2014/main" id="{923EA44D-6D2C-4B3C-B49F-4AF99BC62E11}"/>
              </a:ext>
            </a:extLst>
          </p:cNvPr>
          <p:cNvSpPr/>
          <p:nvPr/>
        </p:nvSpPr>
        <p:spPr bwMode="gray">
          <a:xfrm>
            <a:off x="2772732" y="3319635"/>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3</a:t>
            </a:r>
            <a:endParaRPr kumimoji="0" lang="zh-CN" altLang="en-US" sz="1200" b="1" i="0" u="none" strike="noStrike" kern="0" cap="none" spc="0" normalizeH="0" baseline="0" noProof="0" dirty="0">
              <a:ln>
                <a:noFill/>
              </a:ln>
              <a:solidFill>
                <a:srgbClr val="FFFFFF"/>
              </a:solidFill>
              <a:effectLst/>
              <a:uLnTx/>
              <a:uFillTx/>
            </a:endParaRPr>
          </a:p>
        </p:txBody>
      </p:sp>
      <p:sp>
        <p:nvSpPr>
          <p:cNvPr id="156" name="矩形 155">
            <a:extLst>
              <a:ext uri="{FF2B5EF4-FFF2-40B4-BE49-F238E27FC236}">
                <a16:creationId xmlns:a16="http://schemas.microsoft.com/office/drawing/2014/main" id="{D48E3754-8C42-4B06-8A18-0E087F82574B}"/>
              </a:ext>
            </a:extLst>
          </p:cNvPr>
          <p:cNvSpPr/>
          <p:nvPr/>
        </p:nvSpPr>
        <p:spPr bwMode="gray">
          <a:xfrm>
            <a:off x="6639320" y="1933864"/>
            <a:ext cx="4792965" cy="689728"/>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89965" tIns="45702" rIns="91404" bIns="45702" numCol="1" rtlCol="0" anchor="ctr"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进入</a:t>
            </a:r>
            <a:r>
              <a:rPr kumimoji="0" lang="en-US" altLang="zh-CN" sz="1400" b="0" i="0" u="none" strike="noStrike" kern="0" cap="none" spc="0" normalizeH="0" baseline="0" noProof="0" dirty="0">
                <a:ln>
                  <a:noFill/>
                </a:ln>
                <a:solidFill>
                  <a:prstClr val="black"/>
                </a:solidFill>
                <a:effectLst/>
                <a:uLnTx/>
                <a:uFillTx/>
                <a:cs typeface="Microsoft YaHei" charset="-122"/>
              </a:rPr>
              <a:t>NCE</a:t>
            </a:r>
            <a:r>
              <a:rPr kumimoji="0" lang="zh-CN" altLang="en-US" sz="1400" b="0" i="0" u="none" strike="noStrike" kern="0" cap="none" spc="0" normalizeH="0" baseline="0" noProof="0" dirty="0">
                <a:ln>
                  <a:noFill/>
                </a:ln>
                <a:solidFill>
                  <a:prstClr val="black"/>
                </a:solidFill>
                <a:effectLst/>
                <a:uLnTx/>
                <a:uFillTx/>
                <a:cs typeface="Microsoft YaHei" charset="-122"/>
              </a:rPr>
              <a:t>业务开放可编程系统的“工程管理</a:t>
            </a:r>
            <a:r>
              <a:rPr kumimoji="0" lang="en-US" altLang="zh-CN" sz="1400" b="0" i="0" u="none" strike="noStrike" kern="0" cap="none" spc="0" normalizeH="0" baseline="0" noProof="0" dirty="0">
                <a:ln>
                  <a:noFill/>
                </a:ln>
                <a:solidFill>
                  <a:prstClr val="black"/>
                </a:solidFill>
                <a:effectLst/>
                <a:uLnTx/>
                <a:uFillTx/>
                <a:cs typeface="Microsoft YaHei" charset="-122"/>
              </a:rPr>
              <a:t>-</a:t>
            </a:r>
            <a:r>
              <a:rPr kumimoji="0" lang="zh-CN" altLang="en-US" sz="1400" b="0" i="0" u="none" strike="noStrike" kern="0" cap="none" spc="0" normalizeH="0" baseline="0" noProof="0" dirty="0">
                <a:ln>
                  <a:noFill/>
                </a:ln>
                <a:solidFill>
                  <a:prstClr val="black"/>
                </a:solidFill>
                <a:effectLst/>
                <a:uLnTx/>
                <a:uFillTx/>
                <a:cs typeface="Microsoft YaHei" charset="-122"/>
              </a:rPr>
              <a:t>软件包管理” 页面，生成一个</a:t>
            </a:r>
            <a:r>
              <a:rPr kumimoji="0" lang="en-US" altLang="zh-CN" sz="1400" b="0" i="0" u="none" strike="noStrike" kern="0" cap="none" spc="0" normalizeH="0" baseline="0" noProof="0" dirty="0">
                <a:ln>
                  <a:noFill/>
                </a:ln>
                <a:solidFill>
                  <a:prstClr val="black"/>
                </a:solidFill>
                <a:effectLst/>
                <a:uLnTx/>
                <a:uFillTx/>
                <a:cs typeface="Microsoft YaHei" charset="-122"/>
              </a:rPr>
              <a:t>SND</a:t>
            </a:r>
            <a:r>
              <a:rPr kumimoji="0" lang="zh-CN" altLang="en-US" sz="1400" b="0" i="0" u="none" strike="noStrike" kern="0" cap="none" spc="0" normalizeH="0" baseline="0" noProof="0" dirty="0">
                <a:ln>
                  <a:noFill/>
                </a:ln>
                <a:solidFill>
                  <a:prstClr val="black"/>
                </a:solidFill>
                <a:effectLst/>
                <a:uLnTx/>
                <a:uFillTx/>
                <a:cs typeface="Microsoft YaHei" charset="-122"/>
              </a:rPr>
              <a:t>模板</a:t>
            </a:r>
            <a:endParaRPr kumimoji="0" lang="en-US" altLang="zh-CN" sz="1400" b="0" i="0" u="none" strike="noStrike" kern="0" cap="none" spc="0" normalizeH="0" baseline="0" noProof="0" dirty="0">
              <a:ln>
                <a:noFill/>
              </a:ln>
              <a:solidFill>
                <a:prstClr val="black"/>
              </a:solidFill>
              <a:effectLst/>
              <a:uLnTx/>
              <a:uFillTx/>
              <a:cs typeface="Microsoft YaHei" charset="-122"/>
            </a:endParaRPr>
          </a:p>
        </p:txBody>
      </p:sp>
      <p:sp>
        <p:nvSpPr>
          <p:cNvPr id="157" name="矩形 156">
            <a:extLst>
              <a:ext uri="{FF2B5EF4-FFF2-40B4-BE49-F238E27FC236}">
                <a16:creationId xmlns:a16="http://schemas.microsoft.com/office/drawing/2014/main" id="{2FBF0B4C-422C-4409-8C6C-0FFB02742473}"/>
              </a:ext>
            </a:extLst>
          </p:cNvPr>
          <p:cNvSpPr/>
          <p:nvPr/>
        </p:nvSpPr>
        <p:spPr bwMode="gray">
          <a:xfrm>
            <a:off x="6639321" y="3041284"/>
            <a:ext cx="4792964" cy="739433"/>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下载生成好的</a:t>
            </a:r>
            <a:r>
              <a:rPr kumimoji="0" lang="en-US" altLang="zh-CN" sz="1400" b="0" i="0" u="none" strike="noStrike" kern="0" cap="none" spc="0" normalizeH="0" baseline="0" noProof="0" dirty="0">
                <a:ln>
                  <a:noFill/>
                </a:ln>
                <a:solidFill>
                  <a:prstClr val="black"/>
                </a:solidFill>
                <a:effectLst/>
                <a:uLnTx/>
                <a:uFillTx/>
                <a:cs typeface="Microsoft YaHei" charset="-122"/>
              </a:rPr>
              <a:t>SND</a:t>
            </a:r>
            <a:r>
              <a:rPr kumimoji="0" lang="zh-CN" altLang="en-US" sz="1400" b="0" i="0" u="none" strike="noStrike" kern="0" cap="none" spc="0" normalizeH="0" baseline="0" noProof="0" dirty="0">
                <a:ln>
                  <a:noFill/>
                </a:ln>
                <a:solidFill>
                  <a:prstClr val="black"/>
                </a:solidFill>
                <a:effectLst/>
                <a:uLnTx/>
                <a:uFillTx/>
                <a:cs typeface="Microsoft YaHei" charset="-122"/>
              </a:rPr>
              <a:t>模板，导入本地</a:t>
            </a:r>
            <a:r>
              <a:rPr kumimoji="0" lang="en-US" altLang="zh-CN" sz="1400" b="0" i="0" u="none" strike="noStrike" kern="0" cap="none" spc="0" normalizeH="0" baseline="0" noProof="0" dirty="0">
                <a:ln>
                  <a:noFill/>
                </a:ln>
                <a:solidFill>
                  <a:prstClr val="black"/>
                </a:solidFill>
                <a:effectLst/>
                <a:uLnTx/>
                <a:uFillTx/>
                <a:cs typeface="Microsoft YaHei" charset="-122"/>
              </a:rPr>
              <a:t>IDE</a:t>
            </a:r>
            <a:r>
              <a:rPr kumimoji="0" lang="zh-CN" altLang="en-US" sz="1400" b="0" i="0" u="none" strike="noStrike" kern="0" cap="none" spc="0" normalizeH="0" baseline="0" noProof="0" dirty="0">
                <a:ln>
                  <a:noFill/>
                </a:ln>
                <a:solidFill>
                  <a:prstClr val="black"/>
                </a:solidFill>
                <a:effectLst/>
                <a:uLnTx/>
                <a:uFillTx/>
                <a:cs typeface="Microsoft YaHei" charset="-122"/>
              </a:rPr>
              <a:t>工具中</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根据设备类型，开发对应的</a:t>
            </a:r>
            <a:r>
              <a:rPr kumimoji="0" lang="en-US" altLang="zh-CN" sz="1400" b="0" i="0" u="none" strike="noStrike" kern="0" cap="none" spc="0" normalizeH="0" baseline="0" noProof="0" dirty="0">
                <a:ln>
                  <a:noFill/>
                </a:ln>
                <a:solidFill>
                  <a:prstClr val="black"/>
                </a:solidFill>
                <a:effectLst/>
                <a:uLnTx/>
                <a:uFillTx/>
                <a:cs typeface="Microsoft YaHei" charset="-122"/>
              </a:rPr>
              <a:t>SND</a:t>
            </a:r>
            <a:r>
              <a:rPr kumimoji="0" lang="zh-CN" altLang="en-US" sz="1400" b="0" i="0" u="none" strike="noStrike" kern="0" cap="none" spc="0" normalizeH="0" baseline="0" noProof="0" dirty="0">
                <a:ln>
                  <a:noFill/>
                </a:ln>
                <a:solidFill>
                  <a:prstClr val="black"/>
                </a:solidFill>
                <a:effectLst/>
                <a:uLnTx/>
                <a:uFillTx/>
                <a:cs typeface="Microsoft YaHei" charset="-122"/>
              </a:rPr>
              <a:t>包</a:t>
            </a:r>
            <a:endParaRPr kumimoji="0" lang="en-US" altLang="zh-CN" sz="1400" b="0" i="0" u="none" strike="noStrike" kern="0" cap="none" spc="0" normalizeH="0" baseline="0" noProof="0" dirty="0">
              <a:ln>
                <a:noFill/>
              </a:ln>
              <a:solidFill>
                <a:prstClr val="black"/>
              </a:solidFill>
              <a:effectLst/>
              <a:uLnTx/>
              <a:uFillTx/>
              <a:cs typeface="Microsoft YaHei" charset="-122"/>
            </a:endParaRPr>
          </a:p>
        </p:txBody>
      </p:sp>
      <p:sp>
        <p:nvSpPr>
          <p:cNvPr id="158" name="矩形 157">
            <a:extLst>
              <a:ext uri="{FF2B5EF4-FFF2-40B4-BE49-F238E27FC236}">
                <a16:creationId xmlns:a16="http://schemas.microsoft.com/office/drawing/2014/main" id="{206E05B5-9A02-4EAD-BA5D-67A6647B42F0}"/>
              </a:ext>
            </a:extLst>
          </p:cNvPr>
          <p:cNvSpPr/>
          <p:nvPr/>
        </p:nvSpPr>
        <p:spPr bwMode="gray">
          <a:xfrm>
            <a:off x="6639321" y="4231556"/>
            <a:ext cx="4792964" cy="1069082"/>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a:ln>
                  <a:noFill/>
                </a:ln>
                <a:solidFill>
                  <a:prstClr val="black"/>
                </a:solidFill>
                <a:effectLst/>
                <a:uLnTx/>
                <a:uFillTx/>
                <a:cs typeface="Microsoft YaHei" charset="-122"/>
              </a:rPr>
              <a:t>加载</a:t>
            </a:r>
            <a:r>
              <a:rPr kumimoji="0" lang="zh-CN" altLang="en-US" sz="1400" b="0" i="0" u="none" strike="noStrike" kern="0" cap="none" spc="0" normalizeH="0" baseline="0" noProof="0" dirty="0">
                <a:ln>
                  <a:noFill/>
                </a:ln>
                <a:solidFill>
                  <a:prstClr val="black"/>
                </a:solidFill>
                <a:effectLst/>
                <a:uLnTx/>
                <a:uFillTx/>
                <a:cs typeface="Microsoft YaHei" charset="-122"/>
              </a:rPr>
              <a:t>开发完成的</a:t>
            </a:r>
            <a:r>
              <a:rPr kumimoji="0" lang="en-US" altLang="zh-CN" sz="1400" b="0" i="0" u="none" strike="noStrike" kern="0" cap="none" spc="0" normalizeH="0" baseline="0" noProof="0">
                <a:ln>
                  <a:noFill/>
                </a:ln>
                <a:solidFill>
                  <a:prstClr val="black"/>
                </a:solidFill>
                <a:effectLst/>
                <a:uLnTx/>
                <a:uFillTx/>
                <a:cs typeface="Microsoft YaHei" charset="-122"/>
              </a:rPr>
              <a:t>SND</a:t>
            </a:r>
            <a:r>
              <a:rPr kumimoji="0" lang="zh-CN" altLang="en-US" sz="1400" b="0" i="0" u="none" strike="noStrike" kern="0" cap="none" spc="0" normalizeH="0" baseline="0" noProof="0">
                <a:ln>
                  <a:noFill/>
                </a:ln>
                <a:solidFill>
                  <a:prstClr val="black"/>
                </a:solidFill>
                <a:effectLst/>
                <a:uLnTx/>
                <a:uFillTx/>
                <a:cs typeface="Microsoft YaHei" charset="-122"/>
              </a:rPr>
              <a:t>包到</a:t>
            </a:r>
            <a:r>
              <a:rPr kumimoji="0" lang="en-US" altLang="zh-CN" sz="1400" b="0" i="0" u="none" strike="noStrike" kern="0" cap="none" spc="0" normalizeH="0" baseline="0" noProof="0">
                <a:ln>
                  <a:noFill/>
                </a:ln>
                <a:solidFill>
                  <a:prstClr val="black"/>
                </a:solidFill>
                <a:effectLst/>
                <a:uLnTx/>
                <a:uFillTx/>
                <a:cs typeface="Microsoft YaHei" charset="-122"/>
              </a:rPr>
              <a:t>NCE</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a:ln>
                  <a:noFill/>
                </a:ln>
                <a:solidFill>
                  <a:prstClr val="black"/>
                </a:solidFill>
                <a:effectLst/>
                <a:uLnTx/>
                <a:uFillTx/>
                <a:cs typeface="Microsoft YaHei" charset="-122"/>
              </a:rPr>
              <a:t>添加新设备</a:t>
            </a:r>
            <a:r>
              <a:rPr kumimoji="0" lang="zh-CN" altLang="en-US" sz="1400" b="0" i="0" u="none" strike="noStrike" kern="0" cap="none" spc="0" normalizeH="0" baseline="0" noProof="0" dirty="0">
                <a:ln>
                  <a:noFill/>
                </a:ln>
                <a:solidFill>
                  <a:prstClr val="black"/>
                </a:solidFill>
                <a:effectLst/>
                <a:uLnTx/>
                <a:uFillTx/>
                <a:cs typeface="Microsoft YaHei" charset="-122"/>
              </a:rPr>
              <a:t>，相关信息与导入的</a:t>
            </a:r>
            <a:r>
              <a:rPr kumimoji="0" lang="en-US" altLang="zh-CN" sz="1400" b="0" i="0" u="none" strike="noStrike" kern="0" cap="none" spc="0" normalizeH="0" baseline="0" noProof="0" dirty="0">
                <a:ln>
                  <a:noFill/>
                </a:ln>
                <a:solidFill>
                  <a:prstClr val="black"/>
                </a:solidFill>
                <a:effectLst/>
                <a:uLnTx/>
                <a:uFillTx/>
                <a:cs typeface="Microsoft YaHei" charset="-122"/>
              </a:rPr>
              <a:t>SND</a:t>
            </a:r>
            <a:r>
              <a:rPr kumimoji="0" lang="zh-CN" altLang="en-US" sz="1400" b="0" i="0" u="none" strike="noStrike" kern="0" cap="none" spc="0" normalizeH="0" baseline="0" noProof="0" dirty="0">
                <a:ln>
                  <a:noFill/>
                </a:ln>
                <a:solidFill>
                  <a:prstClr val="black"/>
                </a:solidFill>
                <a:effectLst/>
                <a:uLnTx/>
                <a:uFillTx/>
                <a:cs typeface="Microsoft YaHei" charset="-122"/>
              </a:rPr>
              <a:t>包</a:t>
            </a:r>
            <a:r>
              <a:rPr kumimoji="0" lang="zh-CN" altLang="en-US" sz="1400" b="0" i="0" u="none" strike="noStrike" kern="0" cap="none" spc="0" normalizeH="0" baseline="0" noProof="0">
                <a:ln>
                  <a:noFill/>
                </a:ln>
                <a:solidFill>
                  <a:prstClr val="black"/>
                </a:solidFill>
                <a:effectLst/>
                <a:uLnTx/>
                <a:uFillTx/>
                <a:cs typeface="Microsoft YaHei" charset="-122"/>
              </a:rPr>
              <a:t>中一致</a:t>
            </a:r>
            <a:endParaRPr kumimoji="0" lang="en-US" altLang="zh-CN" sz="1400" b="0" i="0" u="none" strike="noStrike" kern="0" cap="none" spc="0" normalizeH="0" baseline="0" noProof="0">
              <a:ln>
                <a:noFill/>
              </a:ln>
              <a:solidFill>
                <a:prstClr val="black"/>
              </a:solidFill>
              <a:effectLst/>
              <a:uLnTx/>
              <a:uFillTx/>
              <a:cs typeface="Microsoft YaHei" charset="-122"/>
            </a:endParaRPr>
          </a:p>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a:ln>
                  <a:noFill/>
                </a:ln>
                <a:solidFill>
                  <a:prstClr val="black"/>
                </a:solidFill>
                <a:effectLst/>
                <a:uLnTx/>
                <a:uFillTx/>
                <a:cs typeface="Microsoft YaHei" charset="-122"/>
              </a:rPr>
              <a:t>自动生成新设备的配置页面和北向接口</a:t>
            </a:r>
            <a:endParaRPr kumimoji="0" lang="en-US" altLang="zh-CN" sz="1400" b="0" i="0" u="none" strike="noStrike" kern="0" cap="none" spc="0" normalizeH="0" baseline="0" noProof="0">
              <a:ln>
                <a:noFill/>
              </a:ln>
              <a:solidFill>
                <a:prstClr val="black"/>
              </a:solidFill>
              <a:effectLst/>
              <a:uLnTx/>
              <a:uFillTx/>
              <a:cs typeface="Microsoft YaHei" charset="-122"/>
            </a:endParaRPr>
          </a:p>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endParaRPr kumimoji="0" lang="en-US" altLang="zh-CN" sz="1400" b="0" i="0" u="none" strike="noStrike" kern="0" cap="none" spc="0" normalizeH="0" baseline="0" noProof="0" dirty="0">
              <a:ln>
                <a:noFill/>
              </a:ln>
              <a:solidFill>
                <a:prstClr val="black"/>
              </a:solidFill>
              <a:effectLst/>
              <a:uLnTx/>
              <a:uFillTx/>
              <a:cs typeface="Microsoft YaHei" charset="-122"/>
            </a:endParaRPr>
          </a:p>
        </p:txBody>
      </p:sp>
      <p:sp>
        <p:nvSpPr>
          <p:cNvPr id="159" name="矩形 158">
            <a:extLst>
              <a:ext uri="{FF2B5EF4-FFF2-40B4-BE49-F238E27FC236}">
                <a16:creationId xmlns:a16="http://schemas.microsoft.com/office/drawing/2014/main" id="{D619AF07-FACE-4AF5-878B-FAB80BBD5EF4}"/>
              </a:ext>
            </a:extLst>
          </p:cNvPr>
          <p:cNvSpPr/>
          <p:nvPr/>
        </p:nvSpPr>
        <p:spPr bwMode="gray">
          <a:xfrm>
            <a:off x="6626621" y="1438245"/>
            <a:ext cx="2970068" cy="440803"/>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生成设备驱动包</a:t>
            </a:r>
            <a:r>
              <a:rPr lang="en-US" altLang="zh-CN" sz="1600" b="1" kern="0" dirty="0">
                <a:solidFill>
                  <a:srgbClr val="000000"/>
                </a:solidFill>
                <a:cs typeface="Microsoft YaHei" charset="-122"/>
              </a:rPr>
              <a:t>SND</a:t>
            </a:r>
            <a:r>
              <a:rPr lang="zh-CN" altLang="en-US" sz="1600" b="1" kern="0" dirty="0">
                <a:solidFill>
                  <a:srgbClr val="000000"/>
                </a:solidFill>
                <a:cs typeface="Microsoft YaHei" charset="-122"/>
              </a:rPr>
              <a:t>模板</a:t>
            </a:r>
            <a:endParaRPr lang="en-US" altLang="zh-CN" sz="1600" b="1" kern="0" dirty="0">
              <a:solidFill>
                <a:srgbClr val="000000"/>
              </a:solidFill>
              <a:cs typeface="Microsoft YaHei" charset="-122"/>
            </a:endParaRPr>
          </a:p>
        </p:txBody>
      </p:sp>
      <p:sp>
        <p:nvSpPr>
          <p:cNvPr id="160" name="椭圆 159">
            <a:extLst>
              <a:ext uri="{FF2B5EF4-FFF2-40B4-BE49-F238E27FC236}">
                <a16:creationId xmlns:a16="http://schemas.microsoft.com/office/drawing/2014/main" id="{6C79C252-0ED4-4C61-8B42-50D2E7E5AE5E}"/>
              </a:ext>
            </a:extLst>
          </p:cNvPr>
          <p:cNvSpPr>
            <a:spLocks/>
          </p:cNvSpPr>
          <p:nvPr/>
        </p:nvSpPr>
        <p:spPr bwMode="gray">
          <a:xfrm>
            <a:off x="6323918" y="1614959"/>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1</a:t>
            </a:r>
            <a:endParaRPr kumimoji="0" lang="zh-CN" altLang="en-US" sz="1200" b="1" i="0" u="none" strike="noStrike" kern="0" cap="none" spc="0" normalizeH="0" baseline="0" noProof="0" dirty="0">
              <a:ln>
                <a:noFill/>
              </a:ln>
              <a:solidFill>
                <a:srgbClr val="FFFFFF"/>
              </a:solidFill>
              <a:effectLst/>
              <a:uLnTx/>
              <a:uFillTx/>
            </a:endParaRPr>
          </a:p>
        </p:txBody>
      </p:sp>
      <p:sp>
        <p:nvSpPr>
          <p:cNvPr id="161" name="椭圆 160">
            <a:extLst>
              <a:ext uri="{FF2B5EF4-FFF2-40B4-BE49-F238E27FC236}">
                <a16:creationId xmlns:a16="http://schemas.microsoft.com/office/drawing/2014/main" id="{11335059-A986-436E-A3C4-30B0AC68AD1B}"/>
              </a:ext>
            </a:extLst>
          </p:cNvPr>
          <p:cNvSpPr>
            <a:spLocks/>
          </p:cNvSpPr>
          <p:nvPr/>
        </p:nvSpPr>
        <p:spPr bwMode="gray">
          <a:xfrm>
            <a:off x="6323918" y="2737325"/>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2</a:t>
            </a:r>
            <a:endParaRPr kumimoji="0" lang="zh-CN" altLang="en-US" sz="1200" b="1" i="0" u="none" strike="noStrike" kern="0" cap="none" spc="0" normalizeH="0" baseline="0" noProof="0" dirty="0">
              <a:ln>
                <a:noFill/>
              </a:ln>
              <a:solidFill>
                <a:srgbClr val="FFFFFF"/>
              </a:solidFill>
              <a:effectLst/>
              <a:uLnTx/>
              <a:uFillTx/>
            </a:endParaRPr>
          </a:p>
        </p:txBody>
      </p:sp>
      <p:sp>
        <p:nvSpPr>
          <p:cNvPr id="162" name="椭圆 161">
            <a:extLst>
              <a:ext uri="{FF2B5EF4-FFF2-40B4-BE49-F238E27FC236}">
                <a16:creationId xmlns:a16="http://schemas.microsoft.com/office/drawing/2014/main" id="{6C9E20F9-5407-49E8-AC2F-3C68C4201722}"/>
              </a:ext>
            </a:extLst>
          </p:cNvPr>
          <p:cNvSpPr>
            <a:spLocks/>
          </p:cNvSpPr>
          <p:nvPr/>
        </p:nvSpPr>
        <p:spPr bwMode="gray">
          <a:xfrm>
            <a:off x="6323918" y="3896687"/>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3</a:t>
            </a:r>
            <a:endParaRPr kumimoji="0" lang="zh-CN" altLang="en-US" sz="1200" b="1" i="0" u="none" strike="noStrike" kern="0" cap="none" spc="0" normalizeH="0" baseline="0" noProof="0" dirty="0">
              <a:ln>
                <a:noFill/>
              </a:ln>
              <a:solidFill>
                <a:srgbClr val="FFFFFF"/>
              </a:solidFill>
              <a:effectLst/>
              <a:uLnTx/>
              <a:uFillTx/>
            </a:endParaRPr>
          </a:p>
        </p:txBody>
      </p:sp>
      <p:sp>
        <p:nvSpPr>
          <p:cNvPr id="163" name="矩形 162">
            <a:extLst>
              <a:ext uri="{FF2B5EF4-FFF2-40B4-BE49-F238E27FC236}">
                <a16:creationId xmlns:a16="http://schemas.microsoft.com/office/drawing/2014/main" id="{B7F0A0F0-6810-4FCA-A152-7A08626C1ECF}"/>
              </a:ext>
            </a:extLst>
          </p:cNvPr>
          <p:cNvSpPr/>
          <p:nvPr/>
        </p:nvSpPr>
        <p:spPr bwMode="gray">
          <a:xfrm>
            <a:off x="6639321" y="2589839"/>
            <a:ext cx="3196795" cy="440803"/>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开发设备驱动包</a:t>
            </a:r>
            <a:r>
              <a:rPr lang="en-US" altLang="zh-CN" sz="1600" b="1" kern="0" dirty="0">
                <a:solidFill>
                  <a:srgbClr val="000000"/>
                </a:solidFill>
                <a:cs typeface="Microsoft YaHei" charset="-122"/>
              </a:rPr>
              <a:t>SND</a:t>
            </a:r>
            <a:endParaRPr lang="zh-CN" altLang="en-US" sz="1600" b="1" kern="0" dirty="0">
              <a:solidFill>
                <a:srgbClr val="000000"/>
              </a:solidFill>
              <a:cs typeface="Microsoft YaHei" charset="-122"/>
            </a:endParaRPr>
          </a:p>
        </p:txBody>
      </p:sp>
      <p:sp>
        <p:nvSpPr>
          <p:cNvPr id="164" name="矩形 163">
            <a:extLst>
              <a:ext uri="{FF2B5EF4-FFF2-40B4-BE49-F238E27FC236}">
                <a16:creationId xmlns:a16="http://schemas.microsoft.com/office/drawing/2014/main" id="{ACDEA714-A956-4717-8277-C14470A6F8DC}"/>
              </a:ext>
            </a:extLst>
          </p:cNvPr>
          <p:cNvSpPr/>
          <p:nvPr/>
        </p:nvSpPr>
        <p:spPr bwMode="gray">
          <a:xfrm>
            <a:off x="6639321" y="3780716"/>
            <a:ext cx="3196795" cy="440803"/>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加载设备驱动包</a:t>
            </a:r>
            <a:r>
              <a:rPr lang="en-US" altLang="zh-CN" sz="1600" b="1" kern="0" dirty="0">
                <a:solidFill>
                  <a:srgbClr val="000000"/>
                </a:solidFill>
                <a:cs typeface="Microsoft YaHei" charset="-122"/>
              </a:rPr>
              <a:t>SND</a:t>
            </a:r>
          </a:p>
        </p:txBody>
      </p:sp>
      <p:cxnSp>
        <p:nvCxnSpPr>
          <p:cNvPr id="165" name="直线连接符 19">
            <a:extLst>
              <a:ext uri="{FF2B5EF4-FFF2-40B4-BE49-F238E27FC236}">
                <a16:creationId xmlns:a16="http://schemas.microsoft.com/office/drawing/2014/main" id="{FA072787-9E6C-453A-9B78-3DFEA99BF5F1}"/>
              </a:ext>
            </a:extLst>
          </p:cNvPr>
          <p:cNvCxnSpPr>
            <a:stCxn id="160" idx="4"/>
            <a:endCxn id="161" idx="0"/>
          </p:cNvCxnSpPr>
          <p:nvPr/>
        </p:nvCxnSpPr>
        <p:spPr bwMode="gray">
          <a:xfrm>
            <a:off x="6413872" y="1794866"/>
            <a:ext cx="0" cy="942459"/>
          </a:xfrm>
          <a:prstGeom prst="line">
            <a:avLst/>
          </a:prstGeom>
          <a:noFill/>
          <a:ln w="25400" cap="flat" cmpd="sng" algn="ctr">
            <a:solidFill>
              <a:srgbClr val="40BFC8"/>
            </a:solidFill>
            <a:prstDash val="solid"/>
            <a:miter lim="800000"/>
          </a:ln>
          <a:effectLst/>
        </p:spPr>
      </p:cxnSp>
      <p:cxnSp>
        <p:nvCxnSpPr>
          <p:cNvPr id="166" name="直线连接符 21">
            <a:extLst>
              <a:ext uri="{FF2B5EF4-FFF2-40B4-BE49-F238E27FC236}">
                <a16:creationId xmlns:a16="http://schemas.microsoft.com/office/drawing/2014/main" id="{472638D2-DD58-4BD5-9CC8-3F1EAFECED13}"/>
              </a:ext>
            </a:extLst>
          </p:cNvPr>
          <p:cNvCxnSpPr>
            <a:stCxn id="161" idx="4"/>
            <a:endCxn id="162" idx="0"/>
          </p:cNvCxnSpPr>
          <p:nvPr/>
        </p:nvCxnSpPr>
        <p:spPr bwMode="gray">
          <a:xfrm>
            <a:off x="6413872" y="2917232"/>
            <a:ext cx="0" cy="979455"/>
          </a:xfrm>
          <a:prstGeom prst="line">
            <a:avLst/>
          </a:prstGeom>
          <a:noFill/>
          <a:ln w="25400" cap="flat" cmpd="sng" algn="ctr">
            <a:solidFill>
              <a:srgbClr val="40BFC8"/>
            </a:solidFill>
            <a:prstDash val="solid"/>
            <a:miter lim="800000"/>
          </a:ln>
          <a:effectLst/>
        </p:spPr>
      </p:cxnSp>
      <p:sp>
        <p:nvSpPr>
          <p:cNvPr id="167" name="矩形 166">
            <a:extLst>
              <a:ext uri="{FF2B5EF4-FFF2-40B4-BE49-F238E27FC236}">
                <a16:creationId xmlns:a16="http://schemas.microsoft.com/office/drawing/2014/main" id="{411E3D18-444F-442B-A68C-7F26E32E0D7E}"/>
              </a:ext>
            </a:extLst>
          </p:cNvPr>
          <p:cNvSpPr/>
          <p:nvPr/>
        </p:nvSpPr>
        <p:spPr bwMode="gray">
          <a:xfrm>
            <a:off x="7592016" y="5872038"/>
            <a:ext cx="2449417" cy="294171"/>
          </a:xfrm>
          <a:prstGeom prst="rect">
            <a:avLst/>
          </a:prstGeom>
          <a:noFill/>
          <a:ln w="9525" cap="flat" cmpd="sng" algn="ctr">
            <a:noFill/>
            <a:prstDash val="solid"/>
            <a:round/>
            <a:headEnd type="none" w="med" len="med"/>
            <a:tailEnd type="none" w="med" len="med"/>
          </a:ln>
          <a:effectLst/>
        </p:spPr>
        <p:txBody>
          <a:bodyPr vert="horz" wrap="square" lIns="360000" tIns="0" rIns="0" bIns="0" numCol="1" rtlCol="0" anchor="ctr" anchorCtr="0" compatLnSpc="1">
            <a:prstTxWarp prst="textNoShape">
              <a:avLst/>
            </a:prstTxWarp>
          </a:bodyPr>
          <a:lstStyle/>
          <a:p>
            <a:pPr defTabSz="914400">
              <a:lnSpc>
                <a:spcPct val="150000"/>
              </a:lnSpc>
              <a:buClr>
                <a:srgbClr val="CC9900"/>
              </a:buClr>
            </a:pPr>
            <a:r>
              <a:rPr lang="zh-CN" altLang="en-US" sz="1600" b="1" dirty="0">
                <a:solidFill>
                  <a:srgbClr val="F3FBFE"/>
                </a:solidFill>
                <a:cs typeface="Microsoft YaHei" charset="-122"/>
              </a:rPr>
              <a:t>关键能力</a:t>
            </a:r>
            <a:endParaRPr lang="en-US" altLang="zh-CN" sz="1600" b="1" dirty="0">
              <a:solidFill>
                <a:srgbClr val="F3FBFE"/>
              </a:solidFill>
              <a:cs typeface="Microsoft YaHei" charset="-122"/>
            </a:endParaRPr>
          </a:p>
        </p:txBody>
      </p:sp>
      <p:sp>
        <p:nvSpPr>
          <p:cNvPr id="168" name="椭圆 167">
            <a:extLst>
              <a:ext uri="{FF2B5EF4-FFF2-40B4-BE49-F238E27FC236}">
                <a16:creationId xmlns:a16="http://schemas.microsoft.com/office/drawing/2014/main" id="{DCE040A5-5FDC-40FB-A0B0-519CF97B355C}"/>
              </a:ext>
            </a:extLst>
          </p:cNvPr>
          <p:cNvSpPr>
            <a:spLocks/>
          </p:cNvSpPr>
          <p:nvPr/>
        </p:nvSpPr>
        <p:spPr bwMode="gray">
          <a:xfrm>
            <a:off x="6340822" y="5360595"/>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4</a:t>
            </a:r>
            <a:endParaRPr kumimoji="0" lang="zh-CN" altLang="en-US" sz="1200" b="1" i="0" u="none" strike="noStrike" kern="0" cap="none" spc="0" normalizeH="0" baseline="0" noProof="0" dirty="0">
              <a:ln>
                <a:noFill/>
              </a:ln>
              <a:solidFill>
                <a:srgbClr val="FFFFFF"/>
              </a:solidFill>
              <a:effectLst/>
              <a:uLnTx/>
              <a:uFillTx/>
            </a:endParaRPr>
          </a:p>
        </p:txBody>
      </p:sp>
      <p:sp>
        <p:nvSpPr>
          <p:cNvPr id="169" name="矩形 168">
            <a:extLst>
              <a:ext uri="{FF2B5EF4-FFF2-40B4-BE49-F238E27FC236}">
                <a16:creationId xmlns:a16="http://schemas.microsoft.com/office/drawing/2014/main" id="{CD5ECABE-5D87-414C-A68B-E76C96B5455F}"/>
              </a:ext>
            </a:extLst>
          </p:cNvPr>
          <p:cNvSpPr/>
          <p:nvPr/>
        </p:nvSpPr>
        <p:spPr bwMode="gray">
          <a:xfrm>
            <a:off x="6624326" y="5269240"/>
            <a:ext cx="3196795" cy="440803"/>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下发设备基础配置</a:t>
            </a:r>
            <a:endParaRPr lang="en-US" altLang="zh-CN" sz="1600" b="1" kern="0" dirty="0">
              <a:solidFill>
                <a:srgbClr val="000000"/>
              </a:solidFill>
              <a:cs typeface="Microsoft YaHei" charset="-122"/>
            </a:endParaRPr>
          </a:p>
        </p:txBody>
      </p:sp>
      <p:cxnSp>
        <p:nvCxnSpPr>
          <p:cNvPr id="170" name="直线连接符 21">
            <a:extLst>
              <a:ext uri="{FF2B5EF4-FFF2-40B4-BE49-F238E27FC236}">
                <a16:creationId xmlns:a16="http://schemas.microsoft.com/office/drawing/2014/main" id="{164DDEB3-2961-4A76-B8BC-D51237D8ED61}"/>
              </a:ext>
            </a:extLst>
          </p:cNvPr>
          <p:cNvCxnSpPr>
            <a:endCxn id="168" idx="0"/>
          </p:cNvCxnSpPr>
          <p:nvPr/>
        </p:nvCxnSpPr>
        <p:spPr bwMode="gray">
          <a:xfrm>
            <a:off x="6413872" y="4104926"/>
            <a:ext cx="16904" cy="1255669"/>
          </a:xfrm>
          <a:prstGeom prst="line">
            <a:avLst/>
          </a:prstGeom>
          <a:noFill/>
          <a:ln w="25400" cap="flat" cmpd="sng" algn="ctr">
            <a:solidFill>
              <a:srgbClr val="40BFC8"/>
            </a:solidFill>
            <a:prstDash val="solid"/>
            <a:miter lim="800000"/>
          </a:ln>
          <a:effectLst/>
        </p:spPr>
      </p:cxnSp>
      <p:sp>
        <p:nvSpPr>
          <p:cNvPr id="171" name="矩形 170">
            <a:extLst>
              <a:ext uri="{FF2B5EF4-FFF2-40B4-BE49-F238E27FC236}">
                <a16:creationId xmlns:a16="http://schemas.microsoft.com/office/drawing/2014/main" id="{03169575-1456-4032-84DD-3FC4C06A5300}"/>
              </a:ext>
            </a:extLst>
          </p:cNvPr>
          <p:cNvSpPr/>
          <p:nvPr/>
        </p:nvSpPr>
        <p:spPr bwMode="gray">
          <a:xfrm>
            <a:off x="6652713" y="5724005"/>
            <a:ext cx="4779572" cy="444630"/>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通过界面或北向接口下发设备基础配置</a:t>
            </a:r>
            <a:endParaRPr kumimoji="0" lang="en-US" altLang="zh-CN" sz="1400" b="0" i="0" u="none" strike="noStrike" kern="0" cap="none" spc="0" normalizeH="0" baseline="0" noProof="0" dirty="0">
              <a:ln>
                <a:noFill/>
              </a:ln>
              <a:solidFill>
                <a:prstClr val="black"/>
              </a:solidFill>
              <a:effectLst/>
              <a:uLnTx/>
              <a:uFillTx/>
              <a:cs typeface="Microsoft YaHei" charset="-122"/>
            </a:endParaRPr>
          </a:p>
        </p:txBody>
      </p:sp>
      <p:sp>
        <p:nvSpPr>
          <p:cNvPr id="172" name="任意多边形 144">
            <a:extLst>
              <a:ext uri="{FF2B5EF4-FFF2-40B4-BE49-F238E27FC236}">
                <a16:creationId xmlns:a16="http://schemas.microsoft.com/office/drawing/2014/main" id="{F72981F8-3CDF-4716-B04C-83AF935D67CE}"/>
              </a:ext>
            </a:extLst>
          </p:cNvPr>
          <p:cNvSpPr/>
          <p:nvPr/>
        </p:nvSpPr>
        <p:spPr bwMode="gray">
          <a:xfrm>
            <a:off x="2617162" y="3801465"/>
            <a:ext cx="424918" cy="1618416"/>
          </a:xfrm>
          <a:custGeom>
            <a:avLst/>
            <a:gdLst>
              <a:gd name="connsiteX0" fmla="*/ 182485 w 568075"/>
              <a:gd name="connsiteY0" fmla="*/ 0 h 2196926"/>
              <a:gd name="connsiteX1" fmla="*/ 564225 w 568075"/>
              <a:gd name="connsiteY1" fmla="*/ 399495 h 2196926"/>
              <a:gd name="connsiteX2" fmla="*/ 360039 w 568075"/>
              <a:gd name="connsiteY2" fmla="*/ 914400 h 2196926"/>
              <a:gd name="connsiteX3" fmla="*/ 49320 w 568075"/>
              <a:gd name="connsiteY3" fmla="*/ 2015231 h 2196926"/>
              <a:gd name="connsiteX4" fmla="*/ 4932 w 568075"/>
              <a:gd name="connsiteY4" fmla="*/ 2183907 h 2196926"/>
              <a:gd name="connsiteX0" fmla="*/ 182485 w 609507"/>
              <a:gd name="connsiteY0" fmla="*/ 0 h 2196926"/>
              <a:gd name="connsiteX1" fmla="*/ 564225 w 609507"/>
              <a:gd name="connsiteY1" fmla="*/ 399495 h 2196926"/>
              <a:gd name="connsiteX2" fmla="*/ 544900 w 609507"/>
              <a:gd name="connsiteY2" fmla="*/ 1202361 h 2196926"/>
              <a:gd name="connsiteX3" fmla="*/ 49320 w 609507"/>
              <a:gd name="connsiteY3" fmla="*/ 2015231 h 2196926"/>
              <a:gd name="connsiteX4" fmla="*/ 4932 w 609507"/>
              <a:gd name="connsiteY4" fmla="*/ 2183907 h 2196926"/>
              <a:gd name="connsiteX0" fmla="*/ 177885 w 597805"/>
              <a:gd name="connsiteY0" fmla="*/ 0 h 2186243"/>
              <a:gd name="connsiteX1" fmla="*/ 559625 w 597805"/>
              <a:gd name="connsiteY1" fmla="*/ 399495 h 2186243"/>
              <a:gd name="connsiteX2" fmla="*/ 540300 w 597805"/>
              <a:gd name="connsiteY2" fmla="*/ 1202361 h 2186243"/>
              <a:gd name="connsiteX3" fmla="*/ 170426 w 597805"/>
              <a:gd name="connsiteY3" fmla="*/ 1865919 h 2186243"/>
              <a:gd name="connsiteX4" fmla="*/ 332 w 597805"/>
              <a:gd name="connsiteY4" fmla="*/ 2183907 h 2186243"/>
              <a:gd name="connsiteX0" fmla="*/ 177553 w 607257"/>
              <a:gd name="connsiteY0" fmla="*/ 0 h 2183908"/>
              <a:gd name="connsiteX1" fmla="*/ 559293 w 607257"/>
              <a:gd name="connsiteY1" fmla="*/ 399495 h 2183908"/>
              <a:gd name="connsiteX2" fmla="*/ 539968 w 607257"/>
              <a:gd name="connsiteY2" fmla="*/ 1202361 h 2183908"/>
              <a:gd name="connsiteX3" fmla="*/ 0 w 607257"/>
              <a:gd name="connsiteY3" fmla="*/ 2183907 h 2183908"/>
              <a:gd name="connsiteX0" fmla="*/ 177553 w 603113"/>
              <a:gd name="connsiteY0" fmla="*/ 0 h 2183907"/>
              <a:gd name="connsiteX1" fmla="*/ 551898 w 603113"/>
              <a:gd name="connsiteY1" fmla="*/ 420825 h 2183907"/>
              <a:gd name="connsiteX2" fmla="*/ 539968 w 603113"/>
              <a:gd name="connsiteY2" fmla="*/ 1202361 h 2183907"/>
              <a:gd name="connsiteX3" fmla="*/ 0 w 603113"/>
              <a:gd name="connsiteY3" fmla="*/ 2183907 h 2183907"/>
              <a:gd name="connsiteX0" fmla="*/ 295864 w 596198"/>
              <a:gd name="connsiteY0" fmla="*/ 0 h 2034593"/>
              <a:gd name="connsiteX1" fmla="*/ 551898 w 596198"/>
              <a:gd name="connsiteY1" fmla="*/ 271511 h 2034593"/>
              <a:gd name="connsiteX2" fmla="*/ 539968 w 596198"/>
              <a:gd name="connsiteY2" fmla="*/ 1053047 h 2034593"/>
              <a:gd name="connsiteX3" fmla="*/ 0 w 596198"/>
              <a:gd name="connsiteY3" fmla="*/ 2034593 h 2034593"/>
              <a:gd name="connsiteX0" fmla="*/ 295864 w 612820"/>
              <a:gd name="connsiteY0" fmla="*/ 0 h 2034593"/>
              <a:gd name="connsiteX1" fmla="*/ 581476 w 612820"/>
              <a:gd name="connsiteY1" fmla="*/ 484815 h 2034593"/>
              <a:gd name="connsiteX2" fmla="*/ 539968 w 612820"/>
              <a:gd name="connsiteY2" fmla="*/ 1053047 h 2034593"/>
              <a:gd name="connsiteX3" fmla="*/ 0 w 612820"/>
              <a:gd name="connsiteY3" fmla="*/ 2034593 h 2034593"/>
              <a:gd name="connsiteX0" fmla="*/ 295864 w 546543"/>
              <a:gd name="connsiteY0" fmla="*/ 0 h 2034593"/>
              <a:gd name="connsiteX1" fmla="*/ 539968 w 546543"/>
              <a:gd name="connsiteY1" fmla="*/ 1053047 h 2034593"/>
              <a:gd name="connsiteX2" fmla="*/ 0 w 546543"/>
              <a:gd name="connsiteY2" fmla="*/ 2034593 h 2034593"/>
              <a:gd name="connsiteX0" fmla="*/ 295864 w 546543"/>
              <a:gd name="connsiteY0" fmla="*/ 0 h 2034593"/>
              <a:gd name="connsiteX1" fmla="*/ 539968 w 546543"/>
              <a:gd name="connsiteY1" fmla="*/ 1053047 h 2034593"/>
              <a:gd name="connsiteX2" fmla="*/ 0 w 546543"/>
              <a:gd name="connsiteY2" fmla="*/ 2034593 h 2034593"/>
              <a:gd name="connsiteX0" fmla="*/ 295864 w 539328"/>
              <a:gd name="connsiteY0" fmla="*/ 0 h 2034593"/>
              <a:gd name="connsiteX1" fmla="*/ 532574 w 539328"/>
              <a:gd name="connsiteY1" fmla="*/ 967725 h 2034593"/>
              <a:gd name="connsiteX2" fmla="*/ 0 w 539328"/>
              <a:gd name="connsiteY2" fmla="*/ 2034593 h 2034593"/>
              <a:gd name="connsiteX0" fmla="*/ 295864 w 590009"/>
              <a:gd name="connsiteY0" fmla="*/ 0 h 2034593"/>
              <a:gd name="connsiteX1" fmla="*/ 584336 w 590009"/>
              <a:gd name="connsiteY1" fmla="*/ 711760 h 2034593"/>
              <a:gd name="connsiteX2" fmla="*/ 0 w 590009"/>
              <a:gd name="connsiteY2" fmla="*/ 2034593 h 2034593"/>
              <a:gd name="connsiteX0" fmla="*/ 295864 w 587352"/>
              <a:gd name="connsiteY0" fmla="*/ 0 h 2034593"/>
              <a:gd name="connsiteX1" fmla="*/ 584336 w 587352"/>
              <a:gd name="connsiteY1" fmla="*/ 711760 h 2034593"/>
              <a:gd name="connsiteX2" fmla="*/ 0 w 587352"/>
              <a:gd name="connsiteY2" fmla="*/ 2034593 h 2034593"/>
              <a:gd name="connsiteX0" fmla="*/ 295864 w 588311"/>
              <a:gd name="connsiteY0" fmla="*/ 0 h 2034593"/>
              <a:gd name="connsiteX1" fmla="*/ 584336 w 588311"/>
              <a:gd name="connsiteY1" fmla="*/ 711760 h 2034593"/>
              <a:gd name="connsiteX2" fmla="*/ 0 w 588311"/>
              <a:gd name="connsiteY2" fmla="*/ 2034593 h 2034593"/>
              <a:gd name="connsiteX0" fmla="*/ 273681 w 590202"/>
              <a:gd name="connsiteY0" fmla="*/ 0 h 1970602"/>
              <a:gd name="connsiteX1" fmla="*/ 584336 w 590202"/>
              <a:gd name="connsiteY1" fmla="*/ 647769 h 1970602"/>
              <a:gd name="connsiteX2" fmla="*/ 0 w 590202"/>
              <a:gd name="connsiteY2" fmla="*/ 1970602 h 1970602"/>
              <a:gd name="connsiteX0" fmla="*/ 118398 w 430376"/>
              <a:gd name="connsiteY0" fmla="*/ 0 h 2354549"/>
              <a:gd name="connsiteX1" fmla="*/ 429053 w 430376"/>
              <a:gd name="connsiteY1" fmla="*/ 647769 h 2354549"/>
              <a:gd name="connsiteX2" fmla="*/ 0 w 430376"/>
              <a:gd name="connsiteY2" fmla="*/ 2354549 h 2354549"/>
              <a:gd name="connsiteX0" fmla="*/ 118398 w 430376"/>
              <a:gd name="connsiteY0" fmla="*/ 0 h 2354549"/>
              <a:gd name="connsiteX1" fmla="*/ 429053 w 430376"/>
              <a:gd name="connsiteY1" fmla="*/ 647769 h 2354549"/>
              <a:gd name="connsiteX2" fmla="*/ 0 w 430376"/>
              <a:gd name="connsiteY2" fmla="*/ 2354549 h 2354549"/>
              <a:gd name="connsiteX0" fmla="*/ 118398 w 430376"/>
              <a:gd name="connsiteY0" fmla="*/ 0 h 2418540"/>
              <a:gd name="connsiteX1" fmla="*/ 429053 w 430376"/>
              <a:gd name="connsiteY1" fmla="*/ 647769 h 2418540"/>
              <a:gd name="connsiteX2" fmla="*/ 0 w 430376"/>
              <a:gd name="connsiteY2" fmla="*/ 2418540 h 2418540"/>
            </a:gdLst>
            <a:ahLst/>
            <a:cxnLst>
              <a:cxn ang="0">
                <a:pos x="connsiteX0" y="connsiteY0"/>
              </a:cxn>
              <a:cxn ang="0">
                <a:pos x="connsiteX1" y="connsiteY1"/>
              </a:cxn>
              <a:cxn ang="0">
                <a:pos x="connsiteX2" y="connsiteY2"/>
              </a:cxn>
            </a:cxnLst>
            <a:rect l="l" t="t" r="r" b="b"/>
            <a:pathLst>
              <a:path w="430376" h="2418540">
                <a:moveTo>
                  <a:pt x="118398" y="0"/>
                </a:moveTo>
                <a:cubicBezTo>
                  <a:pt x="243198" y="112733"/>
                  <a:pt x="448786" y="244679"/>
                  <a:pt x="429053" y="647769"/>
                </a:cubicBezTo>
                <a:cubicBezTo>
                  <a:pt x="409320" y="1050859"/>
                  <a:pt x="119888" y="1936755"/>
                  <a:pt x="0" y="2418540"/>
                </a:cubicBezTo>
              </a:path>
            </a:pathLst>
          </a:custGeom>
          <a:noFill/>
          <a:ln w="25400" cap="flat" cmpd="sng" algn="ctr">
            <a:solidFill>
              <a:srgbClr val="40BFC8">
                <a:alpha val="49000"/>
              </a:srgbClr>
            </a:solidFill>
            <a:prstDash val="solid"/>
            <a:round/>
            <a:headEnd type="none" w="med" len="med"/>
            <a:tailEnd type="triangle" w="med" len="me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000000"/>
              </a:solidFill>
              <a:effectLst/>
              <a:uLnTx/>
              <a:uFillTx/>
            </a:endParaRPr>
          </a:p>
        </p:txBody>
      </p:sp>
      <p:sp>
        <p:nvSpPr>
          <p:cNvPr id="173" name="椭圆 172">
            <a:extLst>
              <a:ext uri="{FF2B5EF4-FFF2-40B4-BE49-F238E27FC236}">
                <a16:creationId xmlns:a16="http://schemas.microsoft.com/office/drawing/2014/main" id="{EDF4D798-0F3B-48FE-B7B4-7A4F53939D54}"/>
              </a:ext>
            </a:extLst>
          </p:cNvPr>
          <p:cNvSpPr>
            <a:spLocks/>
          </p:cNvSpPr>
          <p:nvPr/>
        </p:nvSpPr>
        <p:spPr bwMode="gray">
          <a:xfrm>
            <a:off x="2488863" y="4939460"/>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4</a:t>
            </a:r>
            <a:endParaRPr kumimoji="0" lang="zh-CN" altLang="en-US" sz="1200" b="1" i="0" u="none" strike="noStrike" kern="0" cap="none" spc="0" normalizeH="0" baseline="0" noProof="0" dirty="0">
              <a:ln>
                <a:noFill/>
              </a:ln>
              <a:solidFill>
                <a:srgbClr val="FFFFFF"/>
              </a:solidFill>
              <a:effectLst/>
              <a:uLnTx/>
              <a:uFillTx/>
            </a:endParaRPr>
          </a:p>
        </p:txBody>
      </p:sp>
      <p:pic>
        <p:nvPicPr>
          <p:cNvPr id="174" name="图片 173">
            <a:extLst>
              <a:ext uri="{FF2B5EF4-FFF2-40B4-BE49-F238E27FC236}">
                <a16:creationId xmlns:a16="http://schemas.microsoft.com/office/drawing/2014/main" id="{52BE44E8-3470-4ED4-8A24-40D63FAEDBB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67181" y="5530050"/>
            <a:ext cx="469006" cy="384585"/>
          </a:xfrm>
          <a:prstGeom prst="rect">
            <a:avLst/>
          </a:prstGeom>
        </p:spPr>
      </p:pic>
      <p:pic>
        <p:nvPicPr>
          <p:cNvPr id="175" name="图片 174">
            <a:extLst>
              <a:ext uri="{FF2B5EF4-FFF2-40B4-BE49-F238E27FC236}">
                <a16:creationId xmlns:a16="http://schemas.microsoft.com/office/drawing/2014/main" id="{1BCBD186-2D41-4E83-B732-894D43BB4D0F}"/>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810506" y="5262034"/>
            <a:ext cx="469006" cy="384585"/>
          </a:xfrm>
          <a:prstGeom prst="rect">
            <a:avLst/>
          </a:prstGeom>
        </p:spPr>
      </p:pic>
      <p:pic>
        <p:nvPicPr>
          <p:cNvPr id="176" name="图片 175">
            <a:extLst>
              <a:ext uri="{FF2B5EF4-FFF2-40B4-BE49-F238E27FC236}">
                <a16:creationId xmlns:a16="http://schemas.microsoft.com/office/drawing/2014/main" id="{1D2404A0-0754-4A0D-93E4-872617DB22CC}"/>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913666" y="5262034"/>
            <a:ext cx="469006" cy="384585"/>
          </a:xfrm>
          <a:prstGeom prst="rect">
            <a:avLst/>
          </a:prstGeom>
        </p:spPr>
      </p:pic>
      <p:pic>
        <p:nvPicPr>
          <p:cNvPr id="177" name="图片 176">
            <a:extLst>
              <a:ext uri="{FF2B5EF4-FFF2-40B4-BE49-F238E27FC236}">
                <a16:creationId xmlns:a16="http://schemas.microsoft.com/office/drawing/2014/main" id="{29ABCB2B-5C40-460B-8E8E-AC437F6B47E5}"/>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203241" y="5469907"/>
            <a:ext cx="469006" cy="384585"/>
          </a:xfrm>
          <a:prstGeom prst="rect">
            <a:avLst/>
          </a:prstGeom>
        </p:spPr>
      </p:pic>
      <p:cxnSp>
        <p:nvCxnSpPr>
          <p:cNvPr id="178" name="直接连接符 177">
            <a:extLst>
              <a:ext uri="{FF2B5EF4-FFF2-40B4-BE49-F238E27FC236}">
                <a16:creationId xmlns:a16="http://schemas.microsoft.com/office/drawing/2014/main" id="{6C636F20-1267-433C-AAB0-0DCBEB7FDEF3}"/>
              </a:ext>
            </a:extLst>
          </p:cNvPr>
          <p:cNvCxnSpPr>
            <a:cxnSpLocks/>
            <a:stCxn id="174" idx="3"/>
            <a:endCxn id="175" idx="1"/>
          </p:cNvCxnSpPr>
          <p:nvPr/>
        </p:nvCxnSpPr>
        <p:spPr bwMode="gray">
          <a:xfrm flipV="1">
            <a:off x="2136187" y="5454327"/>
            <a:ext cx="674319" cy="268016"/>
          </a:xfrm>
          <a:prstGeom prst="line">
            <a:avLst/>
          </a:prstGeom>
          <a:noFill/>
          <a:ln w="19050" cap="flat" cmpd="sng" algn="ctr">
            <a:solidFill>
              <a:sysClr val="window" lastClr="FFFFFF">
                <a:lumMod val="65000"/>
              </a:sysClr>
            </a:solidFill>
            <a:prstDash val="solid"/>
            <a:miter lim="800000"/>
          </a:ln>
          <a:effectLst/>
        </p:spPr>
      </p:cxnSp>
      <p:cxnSp>
        <p:nvCxnSpPr>
          <p:cNvPr id="179" name="直接连接符 178">
            <a:extLst>
              <a:ext uri="{FF2B5EF4-FFF2-40B4-BE49-F238E27FC236}">
                <a16:creationId xmlns:a16="http://schemas.microsoft.com/office/drawing/2014/main" id="{CC688348-DB3B-41A9-8C10-28B040055C40}"/>
              </a:ext>
            </a:extLst>
          </p:cNvPr>
          <p:cNvCxnSpPr>
            <a:cxnSpLocks/>
            <a:stCxn id="175" idx="3"/>
            <a:endCxn id="176" idx="1"/>
          </p:cNvCxnSpPr>
          <p:nvPr/>
        </p:nvCxnSpPr>
        <p:spPr bwMode="gray">
          <a:xfrm>
            <a:off x="3279512" y="5454327"/>
            <a:ext cx="634154" cy="0"/>
          </a:xfrm>
          <a:prstGeom prst="line">
            <a:avLst/>
          </a:prstGeom>
          <a:noFill/>
          <a:ln w="19050" cap="flat" cmpd="sng" algn="ctr">
            <a:solidFill>
              <a:sysClr val="window" lastClr="FFFFFF">
                <a:lumMod val="65000"/>
              </a:sysClr>
            </a:solidFill>
            <a:prstDash val="solid"/>
            <a:miter lim="800000"/>
          </a:ln>
          <a:effectLst/>
        </p:spPr>
      </p:cxnSp>
      <p:cxnSp>
        <p:nvCxnSpPr>
          <p:cNvPr id="180" name="直接连接符 179">
            <a:extLst>
              <a:ext uri="{FF2B5EF4-FFF2-40B4-BE49-F238E27FC236}">
                <a16:creationId xmlns:a16="http://schemas.microsoft.com/office/drawing/2014/main" id="{844A0A8D-38BE-40A5-9644-9A38C16DD530}"/>
              </a:ext>
            </a:extLst>
          </p:cNvPr>
          <p:cNvCxnSpPr>
            <a:cxnSpLocks/>
            <a:stCxn id="176" idx="3"/>
            <a:endCxn id="177" idx="1"/>
          </p:cNvCxnSpPr>
          <p:nvPr/>
        </p:nvCxnSpPr>
        <p:spPr bwMode="gray">
          <a:xfrm>
            <a:off x="4382672" y="5454327"/>
            <a:ext cx="820569" cy="207873"/>
          </a:xfrm>
          <a:prstGeom prst="line">
            <a:avLst/>
          </a:prstGeom>
          <a:noFill/>
          <a:ln w="19050" cap="flat" cmpd="sng" algn="ctr">
            <a:solidFill>
              <a:sysClr val="window" lastClr="FFFFFF">
                <a:lumMod val="65000"/>
              </a:sysClr>
            </a:solidFill>
            <a:prstDash val="solid"/>
            <a:miter lim="800000"/>
          </a:ln>
          <a:effectLst/>
        </p:spPr>
      </p:cxnSp>
      <p:sp>
        <p:nvSpPr>
          <p:cNvPr id="181" name="矩形 180">
            <a:extLst>
              <a:ext uri="{FF2B5EF4-FFF2-40B4-BE49-F238E27FC236}">
                <a16:creationId xmlns:a16="http://schemas.microsoft.com/office/drawing/2014/main" id="{5A0231DD-474E-4160-B863-B7CBB4270EDC}"/>
              </a:ext>
            </a:extLst>
          </p:cNvPr>
          <p:cNvSpPr/>
          <p:nvPr/>
        </p:nvSpPr>
        <p:spPr bwMode="gray">
          <a:xfrm>
            <a:off x="6393131" y="1083707"/>
            <a:ext cx="5013589" cy="369188"/>
          </a:xfrm>
          <a:prstGeom prst="rect">
            <a:avLst/>
          </a:prstGeom>
        </p:spPr>
        <p:txBody>
          <a:bodyPr wrap="square">
            <a:spAutoFit/>
          </a:bodyPr>
          <a:lstStyle/>
          <a:p>
            <a:pPr marL="0" marR="0" lvl="0" indent="0" algn="ctr" defTabSz="1218956" eaLnBrk="1" fontAlgn="base" latinLnBrk="0" hangingPunct="1">
              <a:lnSpc>
                <a:spcPct val="100000"/>
              </a:lnSpc>
              <a:spcBef>
                <a:spcPct val="0"/>
              </a:spcBef>
              <a:spcAft>
                <a:spcPct val="0"/>
              </a:spcAft>
              <a:buClrTx/>
              <a:buSzTx/>
              <a:buFontTx/>
              <a:buNone/>
              <a:tabLst/>
              <a:defRPr/>
            </a:pPr>
            <a:r>
              <a:rPr kumimoji="0" lang="zh-CN" altLang="en-US" sz="1799" b="1" i="0" u="none" strike="noStrike" kern="0" cap="none" spc="0" normalizeH="0" baseline="0" noProof="0" dirty="0">
                <a:ln>
                  <a:noFill/>
                </a:ln>
                <a:effectLst/>
                <a:uLnTx/>
                <a:uFillTx/>
              </a:rPr>
              <a:t>执行流程</a:t>
            </a:r>
            <a:endParaRPr kumimoji="0" lang="en-US" altLang="zh-CN" sz="1799" b="1" i="0" u="none" strike="noStrike" kern="0" cap="none" spc="0" normalizeH="0" baseline="0" noProof="0" dirty="0">
              <a:ln>
                <a:noFill/>
              </a:ln>
              <a:effectLst/>
              <a:uLnTx/>
              <a:uFillTx/>
            </a:endParaRPr>
          </a:p>
        </p:txBody>
      </p:sp>
      <p:sp>
        <p:nvSpPr>
          <p:cNvPr id="80" name="文本框 79">
            <a:extLst>
              <a:ext uri="{FF2B5EF4-FFF2-40B4-BE49-F238E27FC236}">
                <a16:creationId xmlns:a16="http://schemas.microsoft.com/office/drawing/2014/main" id="{542933FE-9399-47CC-9F4F-68AC13025E26}"/>
              </a:ext>
            </a:extLst>
          </p:cNvPr>
          <p:cNvSpPr txBox="1"/>
          <p:nvPr/>
        </p:nvSpPr>
        <p:spPr bwMode="gray">
          <a:xfrm>
            <a:off x="473023" y="4976508"/>
            <a:ext cx="317119" cy="233183"/>
          </a:xfrm>
          <a:prstGeom prst="rect">
            <a:avLst/>
          </a:prstGeom>
          <a:noFill/>
        </p:spPr>
        <p:txBody>
          <a:bodyPr wrap="none" rtlCol="0">
            <a:noAutofit/>
          </a:bodyPr>
          <a:lstStyle/>
          <a:p>
            <a:pPr marL="0" marR="0" lvl="0" indent="0" defTabSz="91403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rPr>
              <a:t>IDE</a:t>
            </a:r>
            <a:endParaRPr kumimoji="0" lang="zh-CN" altLang="en-US" sz="1200" b="0" i="0" u="none" strike="noStrike" kern="0" cap="none" spc="0" normalizeH="0" baseline="0" noProof="0" dirty="0">
              <a:ln>
                <a:noFill/>
              </a:ln>
              <a:solidFill>
                <a:srgbClr val="000000"/>
              </a:solidFill>
              <a:effectLst/>
              <a:uLnTx/>
              <a:uFillTx/>
            </a:endParaRPr>
          </a:p>
        </p:txBody>
      </p:sp>
      <p:sp>
        <p:nvSpPr>
          <p:cNvPr id="81" name="文本框 80"/>
          <p:cNvSpPr txBox="1"/>
          <p:nvPr/>
        </p:nvSpPr>
        <p:spPr>
          <a:xfrm>
            <a:off x="490928" y="5193206"/>
            <a:ext cx="791979" cy="307777"/>
          </a:xfrm>
          <a:prstGeom prst="rect">
            <a:avLst/>
          </a:prstGeom>
          <a:solidFill>
            <a:srgbClr val="81C15F"/>
          </a:solidFill>
        </p:spPr>
        <p:txBody>
          <a:bodyPr wrap="square" rtlCol="0">
            <a:spAutoFit/>
          </a:bodyPr>
          <a:lstStyle/>
          <a:p>
            <a:pPr algn="ctr"/>
            <a:r>
              <a:rPr lang="en-US" altLang="zh-CN" sz="1400" dirty="0">
                <a:solidFill>
                  <a:schemeClr val="bg1"/>
                </a:solidFill>
              </a:rPr>
              <a:t>Python</a:t>
            </a:r>
            <a:endParaRPr lang="zh-CN" altLang="en-US" sz="1400" dirty="0">
              <a:solidFill>
                <a:schemeClr val="bg1"/>
              </a:solidFill>
            </a:endParaRPr>
          </a:p>
        </p:txBody>
      </p:sp>
    </p:spTree>
    <p:extLst>
      <p:ext uri="{BB962C8B-B14F-4D97-AF65-F5344CB8AC3E}">
        <p14:creationId xmlns:p14="http://schemas.microsoft.com/office/powerpoint/2010/main" val="19221906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98BAD9-D06D-438D-94B0-94396A4AFDFE}"/>
              </a:ext>
            </a:extLst>
          </p:cNvPr>
          <p:cNvSpPr>
            <a:spLocks noGrp="1"/>
          </p:cNvSpPr>
          <p:nvPr>
            <p:ph type="title"/>
          </p:nvPr>
        </p:nvSpPr>
        <p:spPr bwMode="gray"/>
        <p:txBody>
          <a:bodyPr/>
          <a:lstStyle/>
          <a:p>
            <a:r>
              <a:rPr lang="zh-CN" altLang="en-US"/>
              <a:t>用例</a:t>
            </a:r>
            <a:r>
              <a:rPr lang="en-US" altLang="zh-CN"/>
              <a:t>2</a:t>
            </a:r>
            <a:r>
              <a:rPr lang="zh-CN" altLang="en-US"/>
              <a:t>：快速构建新业务，自动生成北向接口</a:t>
            </a:r>
            <a:endParaRPr lang="zh-CN" altLang="en-US" dirty="0"/>
          </a:p>
        </p:txBody>
      </p:sp>
      <p:grpSp>
        <p:nvGrpSpPr>
          <p:cNvPr id="95" name="组 250">
            <a:extLst>
              <a:ext uri="{FF2B5EF4-FFF2-40B4-BE49-F238E27FC236}">
                <a16:creationId xmlns:a16="http://schemas.microsoft.com/office/drawing/2014/main" id="{9FD1EADB-C586-4453-9966-91559F9F1BAA}"/>
              </a:ext>
            </a:extLst>
          </p:cNvPr>
          <p:cNvGrpSpPr/>
          <p:nvPr/>
        </p:nvGrpSpPr>
        <p:grpSpPr bwMode="gray">
          <a:xfrm>
            <a:off x="1065384" y="1080492"/>
            <a:ext cx="4853111" cy="3802965"/>
            <a:chOff x="1055963" y="1204166"/>
            <a:chExt cx="4855007" cy="3804451"/>
          </a:xfrm>
        </p:grpSpPr>
        <p:sp>
          <p:nvSpPr>
            <p:cNvPr id="98" name="矩形 97">
              <a:extLst>
                <a:ext uri="{FF2B5EF4-FFF2-40B4-BE49-F238E27FC236}">
                  <a16:creationId xmlns:a16="http://schemas.microsoft.com/office/drawing/2014/main" id="{CC6E58DE-09CD-4D2D-B724-0CF285CC3A28}"/>
                </a:ext>
              </a:extLst>
            </p:cNvPr>
            <p:cNvSpPr/>
            <p:nvPr/>
          </p:nvSpPr>
          <p:spPr bwMode="gray">
            <a:xfrm>
              <a:off x="1055963" y="1592365"/>
              <a:ext cx="4855006" cy="3416252"/>
            </a:xfrm>
            <a:prstGeom prst="rect">
              <a:avLst/>
            </a:prstGeom>
            <a:solidFill>
              <a:srgbClr val="F3FBFE">
                <a:lumMod val="95000"/>
              </a:srgbClr>
            </a:solidFill>
            <a:ln w="254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99" name="矩形 98">
              <a:extLst>
                <a:ext uri="{FF2B5EF4-FFF2-40B4-BE49-F238E27FC236}">
                  <a16:creationId xmlns:a16="http://schemas.microsoft.com/office/drawing/2014/main" id="{9EDC7E57-D50E-45AA-9887-1EDA9AD12013}"/>
                </a:ext>
              </a:extLst>
            </p:cNvPr>
            <p:cNvSpPr/>
            <p:nvPr/>
          </p:nvSpPr>
          <p:spPr bwMode="gray">
            <a:xfrm>
              <a:off x="1235555" y="4498629"/>
              <a:ext cx="3432502" cy="404798"/>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00" name="矩形 99">
              <a:extLst>
                <a:ext uri="{FF2B5EF4-FFF2-40B4-BE49-F238E27FC236}">
                  <a16:creationId xmlns:a16="http://schemas.microsoft.com/office/drawing/2014/main" id="{324381E6-831C-406B-8F56-1CE3C87B563F}"/>
                </a:ext>
              </a:extLst>
            </p:cNvPr>
            <p:cNvSpPr/>
            <p:nvPr/>
          </p:nvSpPr>
          <p:spPr bwMode="gray">
            <a:xfrm>
              <a:off x="1055964" y="1204166"/>
              <a:ext cx="4855006" cy="294379"/>
            </a:xfrm>
            <a:prstGeom prst="rect">
              <a:avLst/>
            </a:prstGeom>
            <a:solidFill>
              <a:srgbClr val="8BC9A0">
                <a:lumMod val="7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F3FBFE"/>
                  </a:solidFill>
                  <a:effectLst/>
                  <a:uLnTx/>
                  <a:uFillTx/>
                </a:rPr>
                <a:t>OSS/</a:t>
              </a:r>
              <a:r>
                <a:rPr kumimoji="0" lang="zh-CN" altLang="en-US" sz="1400" b="1" i="0" u="none" strike="noStrike" kern="0" cap="none" spc="0" normalizeH="0" baseline="0" noProof="0" dirty="0">
                  <a:ln>
                    <a:noFill/>
                  </a:ln>
                  <a:solidFill>
                    <a:srgbClr val="F3FBFE"/>
                  </a:solidFill>
                  <a:effectLst/>
                  <a:uLnTx/>
                  <a:uFillTx/>
                </a:rPr>
                <a:t>编排器</a:t>
              </a:r>
            </a:p>
          </p:txBody>
        </p:sp>
        <p:cxnSp>
          <p:nvCxnSpPr>
            <p:cNvPr id="101" name="直接连接符 201">
              <a:extLst>
                <a:ext uri="{FF2B5EF4-FFF2-40B4-BE49-F238E27FC236}">
                  <a16:creationId xmlns:a16="http://schemas.microsoft.com/office/drawing/2014/main" id="{9B2AEB61-A768-4C16-9C24-46C07FD7154B}"/>
                </a:ext>
              </a:extLst>
            </p:cNvPr>
            <p:cNvCxnSpPr/>
            <p:nvPr/>
          </p:nvCxnSpPr>
          <p:spPr bwMode="gray">
            <a:xfrm flipH="1">
              <a:off x="3483466" y="1498545"/>
              <a:ext cx="1" cy="93820"/>
            </a:xfrm>
            <a:prstGeom prst="line">
              <a:avLst/>
            </a:prstGeom>
            <a:noFill/>
            <a:ln w="9525" cap="flat" cmpd="sng" algn="ctr">
              <a:solidFill>
                <a:srgbClr val="D9D9D9"/>
              </a:solidFill>
              <a:prstDash val="solid"/>
            </a:ln>
            <a:effectLst/>
          </p:spPr>
        </p:cxnSp>
        <p:sp>
          <p:nvSpPr>
            <p:cNvPr id="102" name="矩形 101">
              <a:extLst>
                <a:ext uri="{FF2B5EF4-FFF2-40B4-BE49-F238E27FC236}">
                  <a16:creationId xmlns:a16="http://schemas.microsoft.com/office/drawing/2014/main" id="{9AF8850A-29A5-4ACF-93D6-F176EB253231}"/>
                </a:ext>
              </a:extLst>
            </p:cNvPr>
            <p:cNvSpPr/>
            <p:nvPr/>
          </p:nvSpPr>
          <p:spPr bwMode="gray">
            <a:xfrm>
              <a:off x="1194016" y="1991504"/>
              <a:ext cx="4578900" cy="454467"/>
            </a:xfrm>
            <a:prstGeom prst="rect">
              <a:avLst/>
            </a:prstGeom>
            <a:noFill/>
            <a:ln w="22225" cap="flat" cmpd="sng" algn="ctr">
              <a:solidFill>
                <a:srgbClr val="F3FBFE">
                  <a:lumMod val="85000"/>
                </a:srgbClr>
              </a:solidFill>
              <a:prstDash val="sysDot"/>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en-US" altLang="zh-CN" sz="1200" b="1" i="0" u="none" strike="noStrike" kern="0" cap="none" spc="0" normalizeH="0" baseline="0" noProof="0">
                <a:ln>
                  <a:noFill/>
                </a:ln>
                <a:solidFill>
                  <a:prstClr val="black"/>
                </a:solidFill>
                <a:effectLst/>
                <a:uLnTx/>
                <a:uFillTx/>
                <a:cs typeface="Calibri" pitchFamily="34" charset="0"/>
              </a:endParaRPr>
            </a:p>
          </p:txBody>
        </p:sp>
        <p:sp>
          <p:nvSpPr>
            <p:cNvPr id="103" name="矩形 102">
              <a:extLst>
                <a:ext uri="{FF2B5EF4-FFF2-40B4-BE49-F238E27FC236}">
                  <a16:creationId xmlns:a16="http://schemas.microsoft.com/office/drawing/2014/main" id="{9B59F4FC-E0DD-4DCE-986E-F0FCC410B1B0}"/>
                </a:ext>
              </a:extLst>
            </p:cNvPr>
            <p:cNvSpPr/>
            <p:nvPr/>
          </p:nvSpPr>
          <p:spPr bwMode="gray">
            <a:xfrm>
              <a:off x="1229791" y="3561873"/>
              <a:ext cx="3438267" cy="375764"/>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04" name="矩形 103">
              <a:extLst>
                <a:ext uri="{FF2B5EF4-FFF2-40B4-BE49-F238E27FC236}">
                  <a16:creationId xmlns:a16="http://schemas.microsoft.com/office/drawing/2014/main" id="{6B60B66E-A005-4B1A-8B42-B5A53C601E00}"/>
                </a:ext>
              </a:extLst>
            </p:cNvPr>
            <p:cNvSpPr/>
            <p:nvPr/>
          </p:nvSpPr>
          <p:spPr bwMode="gray">
            <a:xfrm>
              <a:off x="1161113" y="3611995"/>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Huawei Sans"/>
                  <a:ea typeface="方正兰亭黑简体"/>
                  <a:cs typeface="Microsoft YaHei" charset="-122"/>
                </a:rPr>
                <a:t>网元管理</a:t>
              </a:r>
            </a:p>
          </p:txBody>
        </p:sp>
        <p:sp>
          <p:nvSpPr>
            <p:cNvPr id="105" name="矩形 104">
              <a:extLst>
                <a:ext uri="{FF2B5EF4-FFF2-40B4-BE49-F238E27FC236}">
                  <a16:creationId xmlns:a16="http://schemas.microsoft.com/office/drawing/2014/main" id="{96A862B5-184C-4571-A3B9-0A5BAE035C10}"/>
                </a:ext>
              </a:extLst>
            </p:cNvPr>
            <p:cNvSpPr/>
            <p:nvPr/>
          </p:nvSpPr>
          <p:spPr bwMode="gray">
            <a:xfrm>
              <a:off x="1225589" y="4012098"/>
              <a:ext cx="3442468" cy="398392"/>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06" name="矩形 105">
              <a:extLst>
                <a:ext uri="{FF2B5EF4-FFF2-40B4-BE49-F238E27FC236}">
                  <a16:creationId xmlns:a16="http://schemas.microsoft.com/office/drawing/2014/main" id="{C1522D5F-C0DF-4A4C-ABC4-626FDE2646A7}"/>
                </a:ext>
              </a:extLst>
            </p:cNvPr>
            <p:cNvSpPr/>
            <p:nvPr/>
          </p:nvSpPr>
          <p:spPr bwMode="gray">
            <a:xfrm>
              <a:off x="1935851" y="4040424"/>
              <a:ext cx="1149714" cy="34820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Huawei NE Driver</a:t>
              </a:r>
            </a:p>
          </p:txBody>
        </p:sp>
        <p:sp>
          <p:nvSpPr>
            <p:cNvPr id="107" name="矩形 106">
              <a:extLst>
                <a:ext uri="{FF2B5EF4-FFF2-40B4-BE49-F238E27FC236}">
                  <a16:creationId xmlns:a16="http://schemas.microsoft.com/office/drawing/2014/main" id="{ABED2ECC-12E9-451D-9A26-6F43229ADCBC}"/>
                </a:ext>
              </a:extLst>
            </p:cNvPr>
            <p:cNvSpPr/>
            <p:nvPr/>
          </p:nvSpPr>
          <p:spPr bwMode="gray">
            <a:xfrm>
              <a:off x="3424977" y="4088424"/>
              <a:ext cx="1143644" cy="29010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3rd NE Driver</a:t>
              </a:r>
            </a:p>
          </p:txBody>
        </p:sp>
        <p:sp>
          <p:nvSpPr>
            <p:cNvPr id="108" name="矩形 107">
              <a:extLst>
                <a:ext uri="{FF2B5EF4-FFF2-40B4-BE49-F238E27FC236}">
                  <a16:creationId xmlns:a16="http://schemas.microsoft.com/office/drawing/2014/main" id="{2757CA69-B6AC-462F-8284-97572192B09F}"/>
                </a:ext>
              </a:extLst>
            </p:cNvPr>
            <p:cNvSpPr/>
            <p:nvPr/>
          </p:nvSpPr>
          <p:spPr bwMode="gray">
            <a:xfrm>
              <a:off x="1226521" y="3072436"/>
              <a:ext cx="3441537" cy="405606"/>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09" name="矩形 108">
              <a:extLst>
                <a:ext uri="{FF2B5EF4-FFF2-40B4-BE49-F238E27FC236}">
                  <a16:creationId xmlns:a16="http://schemas.microsoft.com/office/drawing/2014/main" id="{41646448-BB99-4BC6-A511-2E6B87478107}"/>
                </a:ext>
              </a:extLst>
            </p:cNvPr>
            <p:cNvSpPr/>
            <p:nvPr/>
          </p:nvSpPr>
          <p:spPr bwMode="gray">
            <a:xfrm>
              <a:off x="1169942" y="3130655"/>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auto"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Huawei Sans"/>
                  <a:ea typeface="方正兰亭黑简体"/>
                  <a:cs typeface="Microsoft YaHei" charset="-122"/>
                </a:rPr>
                <a:t>业务管理</a:t>
              </a:r>
              <a:endParaRPr kumimoji="0" lang="en-US" altLang="zh-CN" sz="1200" b="1" i="0" u="none" strike="noStrike" kern="0" cap="none" spc="0" normalizeH="0" baseline="0" noProof="0" dirty="0">
                <a:ln>
                  <a:noFill/>
                </a:ln>
                <a:solidFill>
                  <a:srgbClr val="000000"/>
                </a:solidFill>
                <a:effectLst/>
                <a:uLnTx/>
                <a:uFillTx/>
                <a:latin typeface="Huawei Sans"/>
                <a:ea typeface="方正兰亭黑简体"/>
                <a:cs typeface="Microsoft YaHei" charset="-122"/>
              </a:endParaRPr>
            </a:p>
          </p:txBody>
        </p:sp>
        <p:sp>
          <p:nvSpPr>
            <p:cNvPr id="110" name="矩形 109">
              <a:extLst>
                <a:ext uri="{FF2B5EF4-FFF2-40B4-BE49-F238E27FC236}">
                  <a16:creationId xmlns:a16="http://schemas.microsoft.com/office/drawing/2014/main" id="{7B400570-58FC-4206-BE95-B6910167152C}"/>
                </a:ext>
              </a:extLst>
            </p:cNvPr>
            <p:cNvSpPr/>
            <p:nvPr/>
          </p:nvSpPr>
          <p:spPr bwMode="gray">
            <a:xfrm>
              <a:off x="1308280" y="2074702"/>
              <a:ext cx="2212154" cy="276308"/>
            </a:xfrm>
            <a:prstGeom prst="rect">
              <a:avLst/>
            </a:prstGeom>
            <a:solidFill>
              <a:srgbClr val="56C4D2"/>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F3FBFE"/>
                  </a:solidFill>
                  <a:effectLst/>
                  <a:uLnTx/>
                  <a:uFillTx/>
                  <a:cs typeface="Microsoft YaHei" charset="-122"/>
                </a:rPr>
                <a:t>GUI</a:t>
              </a:r>
            </a:p>
          </p:txBody>
        </p:sp>
        <p:sp>
          <p:nvSpPr>
            <p:cNvPr id="111" name="矩形 110">
              <a:extLst>
                <a:ext uri="{FF2B5EF4-FFF2-40B4-BE49-F238E27FC236}">
                  <a16:creationId xmlns:a16="http://schemas.microsoft.com/office/drawing/2014/main" id="{84BEE261-E49D-49E5-A156-C83E34D4B6EE}"/>
                </a:ext>
              </a:extLst>
            </p:cNvPr>
            <p:cNvSpPr/>
            <p:nvPr/>
          </p:nvSpPr>
          <p:spPr bwMode="gray">
            <a:xfrm>
              <a:off x="1937941" y="3083490"/>
              <a:ext cx="945701" cy="315415"/>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HVPN Service</a:t>
              </a:r>
            </a:p>
          </p:txBody>
        </p:sp>
        <p:sp>
          <p:nvSpPr>
            <p:cNvPr id="112" name="矩形 111">
              <a:extLst>
                <a:ext uri="{FF2B5EF4-FFF2-40B4-BE49-F238E27FC236}">
                  <a16:creationId xmlns:a16="http://schemas.microsoft.com/office/drawing/2014/main" id="{55A4F282-EA13-47B1-80C4-6F8ACFBA5A23}"/>
                </a:ext>
              </a:extLst>
            </p:cNvPr>
            <p:cNvSpPr/>
            <p:nvPr/>
          </p:nvSpPr>
          <p:spPr bwMode="gray">
            <a:xfrm>
              <a:off x="3016064" y="3097998"/>
              <a:ext cx="896547" cy="305147"/>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SRV6 Service</a:t>
              </a:r>
            </a:p>
          </p:txBody>
        </p:sp>
        <p:sp>
          <p:nvSpPr>
            <p:cNvPr id="113" name="矩形 112">
              <a:extLst>
                <a:ext uri="{FF2B5EF4-FFF2-40B4-BE49-F238E27FC236}">
                  <a16:creationId xmlns:a16="http://schemas.microsoft.com/office/drawing/2014/main" id="{F42E4C33-CC2E-49FF-ABB4-58CBF6483DF7}"/>
                </a:ext>
              </a:extLst>
            </p:cNvPr>
            <p:cNvSpPr/>
            <p:nvPr/>
          </p:nvSpPr>
          <p:spPr bwMode="gray">
            <a:xfrm>
              <a:off x="1244325" y="4118155"/>
              <a:ext cx="557287" cy="289358"/>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l" defTabSz="977412" rtl="0" eaLnBrk="1" fontAlgn="base" latinLnBrk="0" hangingPunct="1">
                <a:lnSpc>
                  <a:spcPct val="90000"/>
                </a:lnSpc>
                <a:spcBef>
                  <a:spcPct val="0"/>
                </a:spcBef>
                <a:spcAft>
                  <a:spcPct val="3500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a:ea typeface="方正兰亭黑简体"/>
                  <a:cs typeface="Arial" charset="0"/>
                  <a:sym typeface="+mn-lt"/>
                </a:rPr>
                <a:t>SND</a:t>
              </a:r>
              <a:endParaRPr kumimoji="0" lang="zh-CN" altLang="en-US" sz="1200" b="0" i="0" u="none" strike="noStrike" kern="0" cap="none" spc="0" normalizeH="0" baseline="0" noProof="0" dirty="0">
                <a:ln>
                  <a:noFill/>
                </a:ln>
                <a:solidFill>
                  <a:srgbClr val="000000"/>
                </a:solidFill>
                <a:effectLst/>
                <a:uLnTx/>
                <a:uFillTx/>
                <a:latin typeface="Huawei Sans"/>
                <a:ea typeface="方正兰亭黑简体"/>
                <a:cs typeface="Arial" charset="0"/>
                <a:sym typeface="+mn-lt"/>
              </a:endParaRPr>
            </a:p>
          </p:txBody>
        </p:sp>
        <p:sp>
          <p:nvSpPr>
            <p:cNvPr id="114" name="矩形 113">
              <a:extLst>
                <a:ext uri="{FF2B5EF4-FFF2-40B4-BE49-F238E27FC236}">
                  <a16:creationId xmlns:a16="http://schemas.microsoft.com/office/drawing/2014/main" id="{A4DD6C07-AD76-4C1D-959B-FAC089042564}"/>
                </a:ext>
              </a:extLst>
            </p:cNvPr>
            <p:cNvSpPr/>
            <p:nvPr/>
          </p:nvSpPr>
          <p:spPr bwMode="gray">
            <a:xfrm>
              <a:off x="3680542" y="2075044"/>
              <a:ext cx="1983808" cy="275966"/>
            </a:xfrm>
            <a:prstGeom prst="rect">
              <a:avLst/>
            </a:prstGeom>
            <a:solidFill>
              <a:srgbClr val="56C4D2"/>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F3FBFE"/>
                  </a:solidFill>
                  <a:effectLst/>
                  <a:uLnTx/>
                  <a:uFillTx/>
                  <a:cs typeface="Microsoft YaHei" charset="-122"/>
                </a:rPr>
                <a:t>NBI</a:t>
              </a:r>
            </a:p>
          </p:txBody>
        </p:sp>
        <p:sp>
          <p:nvSpPr>
            <p:cNvPr id="115" name="TextBox 197">
              <a:extLst>
                <a:ext uri="{FF2B5EF4-FFF2-40B4-BE49-F238E27FC236}">
                  <a16:creationId xmlns:a16="http://schemas.microsoft.com/office/drawing/2014/main" id="{C36D76DE-D155-4F16-8A46-FE650DC7C98D}"/>
                </a:ext>
              </a:extLst>
            </p:cNvPr>
            <p:cNvSpPr txBox="1"/>
            <p:nvPr/>
          </p:nvSpPr>
          <p:spPr bwMode="gray">
            <a:xfrm>
              <a:off x="1194016" y="1664937"/>
              <a:ext cx="2113191" cy="338607"/>
            </a:xfrm>
            <a:prstGeom prst="rect">
              <a:avLst/>
            </a:prstGeom>
            <a:noFill/>
          </p:spPr>
          <p:txBody>
            <a:bodyPr wrap="square" lIns="91365" tIns="45681" rIns="91365" bIns="45681" rtlCol="0">
              <a:spAutoFit/>
            </a:bodyPr>
            <a:lstStyle>
              <a:defPPr>
                <a:defRPr lang="en-US"/>
              </a:defPPr>
              <a:lvl1pPr defTabSz="1624029" fontAlgn="base">
                <a:spcBef>
                  <a:spcPct val="0"/>
                </a:spcBef>
                <a:spcAft>
                  <a:spcPct val="0"/>
                </a:spcAft>
                <a:defRPr sz="1200" b="1">
                  <a:solidFill>
                    <a:schemeClr val="tx1">
                      <a:lumMod val="50000"/>
                      <a:lumOff val="50000"/>
                    </a:schemeClr>
                  </a:solidFill>
                  <a:cs typeface="Calibri" pitchFamily="34" charset="0"/>
                </a:defRPr>
              </a:lvl1pPr>
              <a:lvl2pPr marL="609636" defTabSz="1219272">
                <a:defRPr sz="2400"/>
              </a:lvl2pPr>
              <a:lvl3pPr marL="1219272" defTabSz="1219272">
                <a:defRPr sz="2400"/>
              </a:lvl3pPr>
              <a:lvl4pPr marL="1828908" defTabSz="1219272">
                <a:defRPr sz="2400"/>
              </a:lvl4pPr>
              <a:lvl5pPr marL="2438545" defTabSz="1219272">
                <a:defRPr sz="2400"/>
              </a:lvl5pPr>
              <a:lvl6pPr marL="3048180" defTabSz="1219272">
                <a:defRPr sz="2400"/>
              </a:lvl6pPr>
              <a:lvl7pPr marL="3657816" defTabSz="1219272">
                <a:defRPr sz="2400"/>
              </a:lvl7pPr>
              <a:lvl8pPr marL="4267452" defTabSz="1219272">
                <a:defRPr sz="2400"/>
              </a:lvl8pPr>
              <a:lvl9pPr marL="4877087" defTabSz="1219272">
                <a:defRPr sz="2400"/>
              </a:lvl9pPr>
            </a:lstStyle>
            <a:p>
              <a:pPr marL="0" marR="0" lvl="0" indent="0" defTabSz="1624029"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prstClr val="black"/>
                  </a:solidFill>
                  <a:effectLst/>
                  <a:uLnTx/>
                  <a:uFillTx/>
                  <a:cs typeface="Arial" charset="0"/>
                </a:rPr>
                <a:t>iMaster NCE</a:t>
              </a:r>
              <a:endParaRPr kumimoji="0" lang="en-US" altLang="zh-CN" sz="1600" b="1" i="0" u="none" strike="noStrike" kern="0" cap="none" spc="0" normalizeH="0" baseline="0" noProof="0" dirty="0">
                <a:ln>
                  <a:noFill/>
                </a:ln>
                <a:solidFill>
                  <a:prstClr val="black"/>
                </a:solidFill>
                <a:effectLst/>
                <a:uLnTx/>
                <a:uFillTx/>
                <a:cs typeface="Arial" charset="0"/>
              </a:endParaRPr>
            </a:p>
          </p:txBody>
        </p:sp>
        <p:sp>
          <p:nvSpPr>
            <p:cNvPr id="138" name="圆角矩形 72">
              <a:extLst>
                <a:ext uri="{FF2B5EF4-FFF2-40B4-BE49-F238E27FC236}">
                  <a16:creationId xmlns:a16="http://schemas.microsoft.com/office/drawing/2014/main" id="{6CA823AF-2D9E-442F-B4E8-35B2E703C149}"/>
                </a:ext>
              </a:extLst>
            </p:cNvPr>
            <p:cNvSpPr/>
            <p:nvPr/>
          </p:nvSpPr>
          <p:spPr bwMode="gray">
            <a:xfrm>
              <a:off x="1937941" y="3607027"/>
              <a:ext cx="1147839" cy="29153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sym typeface="+mn-lt"/>
                </a:rPr>
                <a:t>设备管理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sym typeface="+mn-lt"/>
              </a:endParaRPr>
            </a:p>
          </p:txBody>
        </p:sp>
        <p:sp>
          <p:nvSpPr>
            <p:cNvPr id="140" name="矩形 139">
              <a:extLst>
                <a:ext uri="{FF2B5EF4-FFF2-40B4-BE49-F238E27FC236}">
                  <a16:creationId xmlns:a16="http://schemas.microsoft.com/office/drawing/2014/main" id="{354A755E-F917-497E-81E5-067DEE67A3BA}"/>
                </a:ext>
              </a:extLst>
            </p:cNvPr>
            <p:cNvSpPr/>
            <p:nvPr/>
          </p:nvSpPr>
          <p:spPr bwMode="gray">
            <a:xfrm>
              <a:off x="4002598" y="3142095"/>
              <a:ext cx="566023" cy="273907"/>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Microsoft YaHei" charset="-122"/>
                </a:rPr>
                <a:t>…</a:t>
              </a:r>
            </a:p>
          </p:txBody>
        </p:sp>
        <p:sp>
          <p:nvSpPr>
            <p:cNvPr id="141" name="圆角矩形 94">
              <a:extLst>
                <a:ext uri="{FF2B5EF4-FFF2-40B4-BE49-F238E27FC236}">
                  <a16:creationId xmlns:a16="http://schemas.microsoft.com/office/drawing/2014/main" id="{9971512D-E072-44AE-ABFC-8495D57C406B}"/>
                </a:ext>
              </a:extLst>
            </p:cNvPr>
            <p:cNvSpPr/>
            <p:nvPr/>
          </p:nvSpPr>
          <p:spPr bwMode="gray">
            <a:xfrm>
              <a:off x="3424976" y="3602161"/>
              <a:ext cx="1143643" cy="298458"/>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sym typeface="+mn-lt"/>
                </a:rPr>
                <a:t>设备组</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sym typeface="+mn-lt"/>
              </a:endParaRPr>
            </a:p>
          </p:txBody>
        </p:sp>
        <p:sp>
          <p:nvSpPr>
            <p:cNvPr id="142" name="矩形 141">
              <a:extLst>
                <a:ext uri="{FF2B5EF4-FFF2-40B4-BE49-F238E27FC236}">
                  <a16:creationId xmlns:a16="http://schemas.microsoft.com/office/drawing/2014/main" id="{C1AB9B63-8311-4F84-A5A2-615CBD8EBA44}"/>
                </a:ext>
              </a:extLst>
            </p:cNvPr>
            <p:cNvSpPr/>
            <p:nvPr/>
          </p:nvSpPr>
          <p:spPr bwMode="gray">
            <a:xfrm>
              <a:off x="1221359" y="2591437"/>
              <a:ext cx="3446699" cy="402764"/>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43" name="矩形 142">
              <a:extLst>
                <a:ext uri="{FF2B5EF4-FFF2-40B4-BE49-F238E27FC236}">
                  <a16:creationId xmlns:a16="http://schemas.microsoft.com/office/drawing/2014/main" id="{1892D455-8F2D-459B-AF5D-0AA5F5C92190}"/>
                </a:ext>
              </a:extLst>
            </p:cNvPr>
            <p:cNvSpPr/>
            <p:nvPr/>
          </p:nvSpPr>
          <p:spPr bwMode="gray">
            <a:xfrm>
              <a:off x="1937941" y="2650113"/>
              <a:ext cx="1279892" cy="27698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软件包管理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44" name="矩形 143">
              <a:extLst>
                <a:ext uri="{FF2B5EF4-FFF2-40B4-BE49-F238E27FC236}">
                  <a16:creationId xmlns:a16="http://schemas.microsoft.com/office/drawing/2014/main" id="{C5223D1D-512C-477C-9A74-0600DDABFA1C}"/>
                </a:ext>
              </a:extLst>
            </p:cNvPr>
            <p:cNvSpPr/>
            <p:nvPr/>
          </p:nvSpPr>
          <p:spPr bwMode="gray">
            <a:xfrm>
              <a:off x="3303777" y="2658117"/>
              <a:ext cx="1264845" cy="27367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公钥管理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45" name="矩形 144">
              <a:extLst>
                <a:ext uri="{FF2B5EF4-FFF2-40B4-BE49-F238E27FC236}">
                  <a16:creationId xmlns:a16="http://schemas.microsoft.com/office/drawing/2014/main" id="{DDBA6424-30AA-4456-B034-0B7070F078EC}"/>
                </a:ext>
              </a:extLst>
            </p:cNvPr>
            <p:cNvSpPr/>
            <p:nvPr/>
          </p:nvSpPr>
          <p:spPr bwMode="gray">
            <a:xfrm>
              <a:off x="1235556" y="4568746"/>
              <a:ext cx="554079" cy="289358"/>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l" defTabSz="977412" rtl="0" eaLnBrk="1" fontAlgn="base" latinLnBrk="0" hangingPunct="1">
                <a:lnSpc>
                  <a:spcPct val="90000"/>
                </a:lnSpc>
                <a:spcBef>
                  <a:spcPct val="0"/>
                </a:spcBef>
                <a:spcAft>
                  <a:spcPct val="350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Huawei Sans"/>
                  <a:ea typeface="方正兰亭黑简体"/>
                  <a:cs typeface="Microsoft YaHei" charset="-122"/>
                  <a:sym typeface="+mn-lt"/>
                </a:rPr>
                <a:t>协议</a:t>
              </a:r>
            </a:p>
          </p:txBody>
        </p:sp>
        <p:sp>
          <p:nvSpPr>
            <p:cNvPr id="146" name="矩形 145">
              <a:extLst>
                <a:ext uri="{FF2B5EF4-FFF2-40B4-BE49-F238E27FC236}">
                  <a16:creationId xmlns:a16="http://schemas.microsoft.com/office/drawing/2014/main" id="{183D37E7-8A89-4129-BDCE-4653E1E16EA6}"/>
                </a:ext>
              </a:extLst>
            </p:cNvPr>
            <p:cNvSpPr/>
            <p:nvPr/>
          </p:nvSpPr>
          <p:spPr bwMode="gray">
            <a:xfrm>
              <a:off x="4824952" y="2597270"/>
              <a:ext cx="931032" cy="2286588"/>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147" name="矩形 146">
              <a:extLst>
                <a:ext uri="{FF2B5EF4-FFF2-40B4-BE49-F238E27FC236}">
                  <a16:creationId xmlns:a16="http://schemas.microsoft.com/office/drawing/2014/main" id="{F6B07A1D-BB95-4740-A741-8DF41DD9C620}"/>
                </a:ext>
              </a:extLst>
            </p:cNvPr>
            <p:cNvSpPr/>
            <p:nvPr/>
          </p:nvSpPr>
          <p:spPr bwMode="gray">
            <a:xfrm>
              <a:off x="4859481" y="2673787"/>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auto"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Huawei Sans"/>
                  <a:ea typeface="方正兰亭黑简体"/>
                  <a:cs typeface="Calibri" pitchFamily="34" charset="0"/>
                </a:rPr>
                <a:t>系统配置</a:t>
              </a:r>
              <a:endParaRPr kumimoji="0" lang="en-US" altLang="zh-CN" sz="1200" b="1" i="0" u="none" strike="noStrike" kern="0" cap="none" spc="0" normalizeH="0" baseline="0" noProof="0" dirty="0">
                <a:ln>
                  <a:noFill/>
                </a:ln>
                <a:solidFill>
                  <a:srgbClr val="000000"/>
                </a:solidFill>
                <a:effectLst/>
                <a:uLnTx/>
                <a:uFillTx/>
                <a:latin typeface="Huawei Sans"/>
                <a:ea typeface="方正兰亭黑简体"/>
                <a:cs typeface="Calibri" pitchFamily="34" charset="0"/>
              </a:endParaRPr>
            </a:p>
          </p:txBody>
        </p:sp>
        <p:sp>
          <p:nvSpPr>
            <p:cNvPr id="148" name="矩形 147">
              <a:extLst>
                <a:ext uri="{FF2B5EF4-FFF2-40B4-BE49-F238E27FC236}">
                  <a16:creationId xmlns:a16="http://schemas.microsoft.com/office/drawing/2014/main" id="{247FA9CE-8440-4190-851A-933292488B7A}"/>
                </a:ext>
              </a:extLst>
            </p:cNvPr>
            <p:cNvSpPr/>
            <p:nvPr/>
          </p:nvSpPr>
          <p:spPr bwMode="gray">
            <a:xfrm>
              <a:off x="1184140" y="2650113"/>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auto"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Huawei Sans"/>
                  <a:ea typeface="方正兰亭黑简体"/>
                  <a:cs typeface="Microsoft YaHei" charset="-122"/>
                </a:rPr>
                <a:t>工程管理</a:t>
              </a:r>
              <a:endParaRPr kumimoji="0" lang="en-US" altLang="zh-CN" sz="1200" b="1" i="0" u="none" strike="noStrike" kern="0" cap="none" spc="0" normalizeH="0" baseline="0" noProof="0" dirty="0">
                <a:ln>
                  <a:noFill/>
                </a:ln>
                <a:solidFill>
                  <a:srgbClr val="000000"/>
                </a:solidFill>
                <a:effectLst/>
                <a:uLnTx/>
                <a:uFillTx/>
                <a:latin typeface="Huawei Sans"/>
                <a:ea typeface="方正兰亭黑简体"/>
                <a:cs typeface="Microsoft YaHei" charset="-122"/>
              </a:endParaRPr>
            </a:p>
          </p:txBody>
        </p:sp>
        <p:sp>
          <p:nvSpPr>
            <p:cNvPr id="149" name="矩形 148">
              <a:extLst>
                <a:ext uri="{FF2B5EF4-FFF2-40B4-BE49-F238E27FC236}">
                  <a16:creationId xmlns:a16="http://schemas.microsoft.com/office/drawing/2014/main" id="{5371622B-3662-4705-85D1-4C69DF48FDDC}"/>
                </a:ext>
              </a:extLst>
            </p:cNvPr>
            <p:cNvSpPr/>
            <p:nvPr/>
          </p:nvSpPr>
          <p:spPr bwMode="gray">
            <a:xfrm>
              <a:off x="4951092" y="3125279"/>
              <a:ext cx="697417" cy="30554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业务模板</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50" name="矩形 149">
              <a:extLst>
                <a:ext uri="{FF2B5EF4-FFF2-40B4-BE49-F238E27FC236}">
                  <a16:creationId xmlns:a16="http://schemas.microsoft.com/office/drawing/2014/main" id="{1425E1D6-03AE-4E1A-B3DB-00F5B24DF353}"/>
                </a:ext>
              </a:extLst>
            </p:cNvPr>
            <p:cNvSpPr/>
            <p:nvPr/>
          </p:nvSpPr>
          <p:spPr bwMode="gray">
            <a:xfrm>
              <a:off x="4951092" y="4466640"/>
              <a:ext cx="697417" cy="30554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协议参数</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51" name="矩形 150">
              <a:extLst>
                <a:ext uri="{FF2B5EF4-FFF2-40B4-BE49-F238E27FC236}">
                  <a16:creationId xmlns:a16="http://schemas.microsoft.com/office/drawing/2014/main" id="{383E505D-AB84-4A7D-8D90-47D87E48088F}"/>
                </a:ext>
              </a:extLst>
            </p:cNvPr>
            <p:cNvSpPr/>
            <p:nvPr/>
          </p:nvSpPr>
          <p:spPr bwMode="gray">
            <a:xfrm>
              <a:off x="4951092" y="3578528"/>
              <a:ext cx="697417" cy="30554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网元模板</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grpSp>
      <p:sp>
        <p:nvSpPr>
          <p:cNvPr id="152" name="任意多边形 218">
            <a:extLst>
              <a:ext uri="{FF2B5EF4-FFF2-40B4-BE49-F238E27FC236}">
                <a16:creationId xmlns:a16="http://schemas.microsoft.com/office/drawing/2014/main" id="{F973B2A6-C248-4C30-97B6-9E3CAC24CBEA}"/>
              </a:ext>
            </a:extLst>
          </p:cNvPr>
          <p:cNvSpPr/>
          <p:nvPr/>
        </p:nvSpPr>
        <p:spPr bwMode="gray">
          <a:xfrm>
            <a:off x="1696724" y="1963203"/>
            <a:ext cx="585698" cy="562637"/>
          </a:xfrm>
          <a:custGeom>
            <a:avLst/>
            <a:gdLst>
              <a:gd name="connsiteX0" fmla="*/ 0 w 585927"/>
              <a:gd name="connsiteY0" fmla="*/ 0 h 736847"/>
              <a:gd name="connsiteX1" fmla="*/ 488272 w 585927"/>
              <a:gd name="connsiteY1" fmla="*/ 736847 h 736847"/>
              <a:gd name="connsiteX2" fmla="*/ 488272 w 585927"/>
              <a:gd name="connsiteY2" fmla="*/ 736847 h 736847"/>
              <a:gd name="connsiteX3" fmla="*/ 585927 w 585927"/>
              <a:gd name="connsiteY3" fmla="*/ 727969 h 736847"/>
              <a:gd name="connsiteX0" fmla="*/ 0 w 585927"/>
              <a:gd name="connsiteY0" fmla="*/ 0 h 747798"/>
              <a:gd name="connsiteX1" fmla="*/ 488272 w 585927"/>
              <a:gd name="connsiteY1" fmla="*/ 736847 h 747798"/>
              <a:gd name="connsiteX2" fmla="*/ 285072 w 585927"/>
              <a:gd name="connsiteY2" fmla="*/ 747798 h 747798"/>
              <a:gd name="connsiteX3" fmla="*/ 585927 w 585927"/>
              <a:gd name="connsiteY3" fmla="*/ 727969 h 747798"/>
              <a:gd name="connsiteX0" fmla="*/ 0 w 585927"/>
              <a:gd name="connsiteY0" fmla="*/ 0 h 865853"/>
              <a:gd name="connsiteX1" fmla="*/ 488272 w 585927"/>
              <a:gd name="connsiteY1" fmla="*/ 736847 h 865853"/>
              <a:gd name="connsiteX2" fmla="*/ 285072 w 585927"/>
              <a:gd name="connsiteY2" fmla="*/ 747798 h 865853"/>
              <a:gd name="connsiteX3" fmla="*/ 585927 w 585927"/>
              <a:gd name="connsiteY3" fmla="*/ 727969 h 865853"/>
              <a:gd name="connsiteX0" fmla="*/ 0 w 818161"/>
              <a:gd name="connsiteY0" fmla="*/ 0 h 1185815"/>
              <a:gd name="connsiteX1" fmla="*/ 488272 w 818161"/>
              <a:gd name="connsiteY1" fmla="*/ 736847 h 1185815"/>
              <a:gd name="connsiteX2" fmla="*/ 649138 w 818161"/>
              <a:gd name="connsiteY2" fmla="*/ 1120109 h 1185815"/>
              <a:gd name="connsiteX3" fmla="*/ 585927 w 818161"/>
              <a:gd name="connsiteY3" fmla="*/ 727969 h 1185815"/>
              <a:gd name="connsiteX0" fmla="*/ 0 w 784813"/>
              <a:gd name="connsiteY0" fmla="*/ 0 h 1172713"/>
              <a:gd name="connsiteX1" fmla="*/ 234272 w 784813"/>
              <a:gd name="connsiteY1" fmla="*/ 528790 h 1172713"/>
              <a:gd name="connsiteX2" fmla="*/ 649138 w 784813"/>
              <a:gd name="connsiteY2" fmla="*/ 1120109 h 1172713"/>
              <a:gd name="connsiteX3" fmla="*/ 585927 w 784813"/>
              <a:gd name="connsiteY3" fmla="*/ 727969 h 1172713"/>
              <a:gd name="connsiteX0" fmla="*/ 0 w 657956"/>
              <a:gd name="connsiteY0" fmla="*/ 0 h 1172714"/>
              <a:gd name="connsiteX1" fmla="*/ 234272 w 657956"/>
              <a:gd name="connsiteY1" fmla="*/ 528790 h 1172714"/>
              <a:gd name="connsiteX2" fmla="*/ 505204 w 657956"/>
              <a:gd name="connsiteY2" fmla="*/ 1120109 h 1172714"/>
              <a:gd name="connsiteX3" fmla="*/ 585927 w 657956"/>
              <a:gd name="connsiteY3" fmla="*/ 727969 h 1172714"/>
              <a:gd name="connsiteX0" fmla="*/ 0 w 585927"/>
              <a:gd name="connsiteY0" fmla="*/ 0 h 727969"/>
              <a:gd name="connsiteX1" fmla="*/ 234272 w 585927"/>
              <a:gd name="connsiteY1" fmla="*/ 528790 h 727969"/>
              <a:gd name="connsiteX2" fmla="*/ 585927 w 585927"/>
              <a:gd name="connsiteY2" fmla="*/ 727969 h 727969"/>
              <a:gd name="connsiteX0" fmla="*/ 0 w 585927"/>
              <a:gd name="connsiteY0" fmla="*/ 0 h 727969"/>
              <a:gd name="connsiteX1" fmla="*/ 234272 w 585927"/>
              <a:gd name="connsiteY1" fmla="*/ 528790 h 727969"/>
              <a:gd name="connsiteX2" fmla="*/ 585927 w 585927"/>
              <a:gd name="connsiteY2" fmla="*/ 727969 h 727969"/>
              <a:gd name="connsiteX0" fmla="*/ 0 w 585927"/>
              <a:gd name="connsiteY0" fmla="*/ 0 h 727969"/>
              <a:gd name="connsiteX1" fmla="*/ 234272 w 585927"/>
              <a:gd name="connsiteY1" fmla="*/ 528790 h 727969"/>
              <a:gd name="connsiteX2" fmla="*/ 585927 w 585927"/>
              <a:gd name="connsiteY2" fmla="*/ 727969 h 727969"/>
              <a:gd name="connsiteX0" fmla="*/ 0 w 585927"/>
              <a:gd name="connsiteY0" fmla="*/ 0 h 727969"/>
              <a:gd name="connsiteX1" fmla="*/ 234272 w 585927"/>
              <a:gd name="connsiteY1" fmla="*/ 528790 h 727969"/>
              <a:gd name="connsiteX2" fmla="*/ 585927 w 585927"/>
              <a:gd name="connsiteY2" fmla="*/ 727969 h 727969"/>
              <a:gd name="connsiteX0" fmla="*/ 0 w 585927"/>
              <a:gd name="connsiteY0" fmla="*/ 0 h 727969"/>
              <a:gd name="connsiteX1" fmla="*/ 234272 w 585927"/>
              <a:gd name="connsiteY1" fmla="*/ 528790 h 727969"/>
              <a:gd name="connsiteX2" fmla="*/ 585927 w 585927"/>
              <a:gd name="connsiteY2" fmla="*/ 727969 h 727969"/>
            </a:gdLst>
            <a:ahLst/>
            <a:cxnLst>
              <a:cxn ang="0">
                <a:pos x="connsiteX0" y="connsiteY0"/>
              </a:cxn>
              <a:cxn ang="0">
                <a:pos x="connsiteX1" y="connsiteY1"/>
              </a:cxn>
              <a:cxn ang="0">
                <a:pos x="connsiteX2" y="connsiteY2"/>
              </a:cxn>
            </a:cxnLst>
            <a:rect l="l" t="t" r="r" b="b"/>
            <a:pathLst>
              <a:path w="585927" h="727969">
                <a:moveTo>
                  <a:pt x="0" y="0"/>
                </a:moveTo>
                <a:cubicBezTo>
                  <a:pt x="78091" y="176263"/>
                  <a:pt x="102751" y="374610"/>
                  <a:pt x="234272" y="528790"/>
                </a:cubicBezTo>
                <a:cubicBezTo>
                  <a:pt x="365793" y="682970"/>
                  <a:pt x="512666" y="686474"/>
                  <a:pt x="585927" y="727969"/>
                </a:cubicBezTo>
              </a:path>
            </a:pathLst>
          </a:custGeom>
          <a:noFill/>
          <a:ln w="25400" cap="flat" cmpd="sng" algn="ctr">
            <a:solidFill>
              <a:srgbClr val="40BFC8">
                <a:alpha val="50000"/>
              </a:srgbClr>
            </a:solidFill>
            <a:prstDash val="solid"/>
            <a:round/>
            <a:headEnd type="none" w="med" len="med"/>
            <a:tailEnd type="triangle" w="med" len="me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000000"/>
              </a:solidFill>
              <a:effectLst/>
              <a:uLnTx/>
              <a:uFillTx/>
            </a:endParaRPr>
          </a:p>
        </p:txBody>
      </p:sp>
      <p:sp>
        <p:nvSpPr>
          <p:cNvPr id="153" name="椭圆 152">
            <a:extLst>
              <a:ext uri="{FF2B5EF4-FFF2-40B4-BE49-F238E27FC236}">
                <a16:creationId xmlns:a16="http://schemas.microsoft.com/office/drawing/2014/main" id="{35C0AEA6-6738-47E2-88FA-55DA4EB90646}"/>
              </a:ext>
            </a:extLst>
          </p:cNvPr>
          <p:cNvSpPr/>
          <p:nvPr/>
        </p:nvSpPr>
        <p:spPr bwMode="gray">
          <a:xfrm>
            <a:off x="1762571" y="2173269"/>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1</a:t>
            </a:r>
            <a:endParaRPr kumimoji="0" lang="zh-CN" altLang="en-US" sz="1200" b="1" i="0" u="none" strike="noStrike" kern="0" cap="none" spc="0" normalizeH="0" baseline="0" noProof="0" dirty="0">
              <a:ln>
                <a:noFill/>
              </a:ln>
              <a:solidFill>
                <a:srgbClr val="FFFFFF"/>
              </a:solidFill>
              <a:effectLst/>
              <a:uLnTx/>
              <a:uFillTx/>
            </a:endParaRPr>
          </a:p>
        </p:txBody>
      </p:sp>
      <p:sp>
        <p:nvSpPr>
          <p:cNvPr id="155" name="文本框 154">
            <a:extLst>
              <a:ext uri="{FF2B5EF4-FFF2-40B4-BE49-F238E27FC236}">
                <a16:creationId xmlns:a16="http://schemas.microsoft.com/office/drawing/2014/main" id="{542933FE-9399-47CC-9F4F-68AC13025E26}"/>
              </a:ext>
            </a:extLst>
          </p:cNvPr>
          <p:cNvSpPr txBox="1"/>
          <p:nvPr/>
        </p:nvSpPr>
        <p:spPr bwMode="gray">
          <a:xfrm>
            <a:off x="473023" y="4976508"/>
            <a:ext cx="317119" cy="233183"/>
          </a:xfrm>
          <a:prstGeom prst="rect">
            <a:avLst/>
          </a:prstGeom>
          <a:noFill/>
        </p:spPr>
        <p:txBody>
          <a:bodyPr wrap="none" rtlCol="0">
            <a:noAutofit/>
          </a:bodyPr>
          <a:lstStyle/>
          <a:p>
            <a:pPr marL="0" marR="0" lvl="0" indent="0" defTabSz="91403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rPr>
              <a:t>IDE</a:t>
            </a:r>
            <a:endParaRPr kumimoji="0" lang="zh-CN" altLang="en-US" sz="1200" b="0" i="0" u="none" strike="noStrike" kern="0" cap="none" spc="0" normalizeH="0" baseline="0" noProof="0" dirty="0">
              <a:ln>
                <a:noFill/>
              </a:ln>
              <a:solidFill>
                <a:srgbClr val="000000"/>
              </a:solidFill>
              <a:effectLst/>
              <a:uLnTx/>
              <a:uFillTx/>
            </a:endParaRPr>
          </a:p>
        </p:txBody>
      </p:sp>
      <p:sp>
        <p:nvSpPr>
          <p:cNvPr id="156" name="任意多边形 223">
            <a:extLst>
              <a:ext uri="{FF2B5EF4-FFF2-40B4-BE49-F238E27FC236}">
                <a16:creationId xmlns:a16="http://schemas.microsoft.com/office/drawing/2014/main" id="{5F9160BC-1891-48FE-93C7-0828DC54743C}"/>
              </a:ext>
            </a:extLst>
          </p:cNvPr>
          <p:cNvSpPr/>
          <p:nvPr/>
        </p:nvSpPr>
        <p:spPr bwMode="gray">
          <a:xfrm>
            <a:off x="807396" y="2597981"/>
            <a:ext cx="1404032" cy="2611711"/>
          </a:xfrm>
          <a:custGeom>
            <a:avLst/>
            <a:gdLst>
              <a:gd name="connsiteX0" fmla="*/ 1509204 w 1509204"/>
              <a:gd name="connsiteY0" fmla="*/ 0 h 2982897"/>
              <a:gd name="connsiteX1" fmla="*/ 0 w 1509204"/>
              <a:gd name="connsiteY1" fmla="*/ 2982897 h 2982897"/>
              <a:gd name="connsiteX2" fmla="*/ 0 w 1509204"/>
              <a:gd name="connsiteY2" fmla="*/ 2982897 h 2982897"/>
              <a:gd name="connsiteX0" fmla="*/ 1509204 w 1509204"/>
              <a:gd name="connsiteY0" fmla="*/ 0 h 2982897"/>
              <a:gd name="connsiteX1" fmla="*/ 707433 w 1509204"/>
              <a:gd name="connsiteY1" fmla="*/ 1551136 h 2982897"/>
              <a:gd name="connsiteX2" fmla="*/ 0 w 1509204"/>
              <a:gd name="connsiteY2" fmla="*/ 2982897 h 2982897"/>
              <a:gd name="connsiteX3" fmla="*/ 0 w 1509204"/>
              <a:gd name="connsiteY3" fmla="*/ 2982897 h 2982897"/>
              <a:gd name="connsiteX0" fmla="*/ 1509204 w 1509204"/>
              <a:gd name="connsiteY0" fmla="*/ 0 h 2982897"/>
              <a:gd name="connsiteX1" fmla="*/ 589168 w 1509204"/>
              <a:gd name="connsiteY1" fmla="*/ 1232151 h 2982897"/>
              <a:gd name="connsiteX2" fmla="*/ 0 w 1509204"/>
              <a:gd name="connsiteY2" fmla="*/ 2982897 h 2982897"/>
              <a:gd name="connsiteX3" fmla="*/ 0 w 1509204"/>
              <a:gd name="connsiteY3" fmla="*/ 2982897 h 2982897"/>
              <a:gd name="connsiteX0" fmla="*/ 1509204 w 1509204"/>
              <a:gd name="connsiteY0" fmla="*/ 0 h 2982897"/>
              <a:gd name="connsiteX1" fmla="*/ 589168 w 1509204"/>
              <a:gd name="connsiteY1" fmla="*/ 1232151 h 2982897"/>
              <a:gd name="connsiteX2" fmla="*/ 0 w 1509204"/>
              <a:gd name="connsiteY2" fmla="*/ 2982897 h 2982897"/>
              <a:gd name="connsiteX3" fmla="*/ 0 w 1509204"/>
              <a:gd name="connsiteY3" fmla="*/ 2982897 h 2982897"/>
              <a:gd name="connsiteX0" fmla="*/ 1509204 w 1509204"/>
              <a:gd name="connsiteY0" fmla="*/ 0 h 2982897"/>
              <a:gd name="connsiteX1" fmla="*/ 652850 w 1509204"/>
              <a:gd name="connsiteY1" fmla="*/ 1357811 h 2982897"/>
              <a:gd name="connsiteX2" fmla="*/ 0 w 1509204"/>
              <a:gd name="connsiteY2" fmla="*/ 2982897 h 2982897"/>
              <a:gd name="connsiteX3" fmla="*/ 0 w 1509204"/>
              <a:gd name="connsiteY3" fmla="*/ 2982897 h 2982897"/>
            </a:gdLst>
            <a:ahLst/>
            <a:cxnLst>
              <a:cxn ang="0">
                <a:pos x="connsiteX0" y="connsiteY0"/>
              </a:cxn>
              <a:cxn ang="0">
                <a:pos x="connsiteX1" y="connsiteY1"/>
              </a:cxn>
              <a:cxn ang="0">
                <a:pos x="connsiteX2" y="connsiteY2"/>
              </a:cxn>
              <a:cxn ang="0">
                <a:pos x="connsiteX3" y="connsiteY3"/>
              </a:cxn>
            </a:cxnLst>
            <a:rect l="l" t="t" r="r" b="b"/>
            <a:pathLst>
              <a:path w="1509204" h="2982897">
                <a:moveTo>
                  <a:pt x="1509204" y="0"/>
                </a:moveTo>
                <a:cubicBezTo>
                  <a:pt x="1202525" y="410717"/>
                  <a:pt x="904384" y="860662"/>
                  <a:pt x="652850" y="1357811"/>
                </a:cubicBezTo>
                <a:cubicBezTo>
                  <a:pt x="401316" y="1854961"/>
                  <a:pt x="98195" y="2691106"/>
                  <a:pt x="0" y="2982897"/>
                </a:cubicBezTo>
                <a:lnTo>
                  <a:pt x="0" y="2982897"/>
                </a:lnTo>
              </a:path>
            </a:pathLst>
          </a:custGeom>
          <a:noFill/>
          <a:ln w="25400" cap="flat" cmpd="sng" algn="ctr">
            <a:solidFill>
              <a:srgbClr val="40BFC8">
                <a:alpha val="50000"/>
              </a:srgbClr>
            </a:solidFill>
            <a:prstDash val="solid"/>
            <a:round/>
            <a:headEnd type="none" w="med" len="med"/>
            <a:tailEnd type="triangle" w="med" len="me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000000"/>
              </a:solidFill>
              <a:effectLst/>
              <a:uLnTx/>
              <a:uFillTx/>
            </a:endParaRPr>
          </a:p>
        </p:txBody>
      </p:sp>
      <p:sp>
        <p:nvSpPr>
          <p:cNvPr id="157" name="椭圆 156">
            <a:extLst>
              <a:ext uri="{FF2B5EF4-FFF2-40B4-BE49-F238E27FC236}">
                <a16:creationId xmlns:a16="http://schemas.microsoft.com/office/drawing/2014/main" id="{82D15918-3C8B-4152-96B5-DFEC5C0034F4}"/>
              </a:ext>
            </a:extLst>
          </p:cNvPr>
          <p:cNvSpPr/>
          <p:nvPr/>
        </p:nvSpPr>
        <p:spPr bwMode="gray">
          <a:xfrm>
            <a:off x="1314301" y="3727351"/>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2</a:t>
            </a:r>
            <a:endParaRPr kumimoji="0" lang="zh-CN" altLang="en-US" sz="1200" b="1" i="0" u="none" strike="noStrike" kern="0" cap="none" spc="0" normalizeH="0" baseline="0" noProof="0" dirty="0">
              <a:ln>
                <a:noFill/>
              </a:ln>
              <a:solidFill>
                <a:srgbClr val="FFFFFF"/>
              </a:solidFill>
              <a:effectLst/>
              <a:uLnTx/>
              <a:uFillTx/>
            </a:endParaRPr>
          </a:p>
        </p:txBody>
      </p:sp>
      <p:sp>
        <p:nvSpPr>
          <p:cNvPr id="158" name="矩形 157">
            <a:extLst>
              <a:ext uri="{FF2B5EF4-FFF2-40B4-BE49-F238E27FC236}">
                <a16:creationId xmlns:a16="http://schemas.microsoft.com/office/drawing/2014/main" id="{B9A151E8-279C-4853-BD93-D565740024A5}"/>
              </a:ext>
            </a:extLst>
          </p:cNvPr>
          <p:cNvSpPr/>
          <p:nvPr/>
        </p:nvSpPr>
        <p:spPr bwMode="gray">
          <a:xfrm>
            <a:off x="6417686" y="5040443"/>
            <a:ext cx="5320955" cy="1115164"/>
          </a:xfrm>
          <a:prstGeom prst="rect">
            <a:avLst/>
          </a:prstGeom>
          <a:noFill/>
          <a:ln w="9525" cap="flat" cmpd="sng" algn="ctr">
            <a:noFill/>
            <a:prstDash val="solid"/>
            <a:round/>
            <a:headEnd type="none" w="med" len="med"/>
            <a:tailEnd type="none" w="med" len="med"/>
          </a:ln>
          <a:effectLst/>
        </p:spPr>
        <p:txBody>
          <a:bodyPr vert="horz" wrap="square" lIns="360000" tIns="0" rIns="0" bIns="0" numCol="1" rtlCol="0" anchor="ctr" anchorCtr="0" compatLnSpc="1">
            <a:prstTxWarp prst="textNoShape">
              <a:avLst/>
            </a:prstTxWarp>
          </a:bodyPr>
          <a:lstStyle/>
          <a:p>
            <a:pPr defTabSz="914400">
              <a:lnSpc>
                <a:spcPct val="150000"/>
              </a:lnSpc>
              <a:buClr>
                <a:srgbClr val="CC9900"/>
              </a:buClr>
            </a:pPr>
            <a:r>
              <a:rPr lang="zh-CN" altLang="en-US" sz="1400" b="1" dirty="0">
                <a:solidFill>
                  <a:srgbClr val="F3FBFE"/>
                </a:solidFill>
                <a:cs typeface="Microsoft YaHei" charset="-122"/>
              </a:rPr>
              <a:t>关键能力：</a:t>
            </a:r>
            <a:endParaRPr lang="en-US" altLang="zh-CN" sz="1400" b="1" dirty="0">
              <a:solidFill>
                <a:srgbClr val="F3FBFE"/>
              </a:solidFill>
              <a:cs typeface="Microsoft YaHei" charset="-122"/>
            </a:endParaRPr>
          </a:p>
          <a:p>
            <a:pPr defTabSz="914400">
              <a:lnSpc>
                <a:spcPct val="150000"/>
              </a:lnSpc>
              <a:buClr>
                <a:srgbClr val="CC9900"/>
              </a:buClr>
            </a:pPr>
            <a:r>
              <a:rPr lang="en-US" altLang="zh-CN" sz="1200" b="1" dirty="0">
                <a:solidFill>
                  <a:srgbClr val="F3FBFE"/>
                </a:solidFill>
                <a:cs typeface="Microsoft YaHei" charset="-122"/>
              </a:rPr>
              <a:t>1</a:t>
            </a:r>
            <a:r>
              <a:rPr lang="zh-CN" altLang="en-US" sz="1200" b="1" dirty="0">
                <a:solidFill>
                  <a:srgbClr val="F3FBFE"/>
                </a:solidFill>
                <a:cs typeface="Microsoft YaHei" charset="-122"/>
              </a:rPr>
              <a:t>、业务能力开放</a:t>
            </a:r>
            <a:endParaRPr lang="en-US" altLang="zh-CN" sz="1200" b="1" dirty="0">
              <a:solidFill>
                <a:srgbClr val="F3FBFE"/>
              </a:solidFill>
              <a:cs typeface="Microsoft YaHei" charset="-122"/>
            </a:endParaRPr>
          </a:p>
          <a:p>
            <a:pPr defTabSz="914400">
              <a:lnSpc>
                <a:spcPct val="150000"/>
              </a:lnSpc>
              <a:buClr>
                <a:srgbClr val="CC9900"/>
              </a:buClr>
            </a:pPr>
            <a:r>
              <a:rPr lang="en-US" altLang="zh-CN" sz="1200" b="1" dirty="0">
                <a:solidFill>
                  <a:srgbClr val="F3FBFE"/>
                </a:solidFill>
                <a:cs typeface="Microsoft YaHei" charset="-122"/>
              </a:rPr>
              <a:t>2</a:t>
            </a:r>
            <a:r>
              <a:rPr lang="zh-CN" altLang="en-US" sz="1200" b="1" dirty="0">
                <a:solidFill>
                  <a:srgbClr val="F3FBFE"/>
                </a:solidFill>
                <a:cs typeface="Microsoft YaHei" charset="-122"/>
              </a:rPr>
              <a:t>、业务层屏蔽底层设备差异</a:t>
            </a:r>
            <a:endParaRPr lang="en-US" altLang="zh-CN" sz="1200" b="1" dirty="0">
              <a:solidFill>
                <a:srgbClr val="F3FBFE"/>
              </a:solidFill>
              <a:cs typeface="Microsoft YaHei" charset="-122"/>
            </a:endParaRPr>
          </a:p>
          <a:p>
            <a:pPr defTabSz="914400">
              <a:lnSpc>
                <a:spcPct val="150000"/>
              </a:lnSpc>
              <a:buClr>
                <a:srgbClr val="CC9900"/>
              </a:buClr>
            </a:pPr>
            <a:r>
              <a:rPr lang="en-US" altLang="zh-CN" sz="1200" b="1" dirty="0">
                <a:solidFill>
                  <a:srgbClr val="F3FBFE"/>
                </a:solidFill>
                <a:cs typeface="Microsoft YaHei" charset="-122"/>
              </a:rPr>
              <a:t>2</a:t>
            </a:r>
            <a:r>
              <a:rPr lang="zh-CN" altLang="en-US" sz="1200" b="1" dirty="0">
                <a:solidFill>
                  <a:srgbClr val="F3FBFE"/>
                </a:solidFill>
                <a:cs typeface="Microsoft YaHei" charset="-122"/>
              </a:rPr>
              <a:t>、基于</a:t>
            </a:r>
            <a:r>
              <a:rPr lang="en-US" altLang="zh-CN" sz="1200" b="1" dirty="0">
                <a:solidFill>
                  <a:srgbClr val="F3FBFE"/>
                </a:solidFill>
                <a:cs typeface="Microsoft YaHei" charset="-122"/>
              </a:rPr>
              <a:t>YANG</a:t>
            </a:r>
            <a:r>
              <a:rPr lang="zh-CN" altLang="en-US" sz="1200" b="1">
                <a:solidFill>
                  <a:srgbClr val="F3FBFE"/>
                </a:solidFill>
                <a:cs typeface="Microsoft YaHei" charset="-122"/>
              </a:rPr>
              <a:t>模型驱，</a:t>
            </a:r>
            <a:r>
              <a:rPr lang="zh-CN" altLang="en-US" sz="1200" b="1" dirty="0">
                <a:solidFill>
                  <a:srgbClr val="F3FBFE"/>
                </a:solidFill>
                <a:cs typeface="Microsoft YaHei" charset="-122"/>
              </a:rPr>
              <a:t>自动生成北向接口</a:t>
            </a:r>
            <a:endParaRPr lang="en-US" altLang="zh-CN" sz="1200" b="1" dirty="0">
              <a:solidFill>
                <a:srgbClr val="F3FBFE"/>
              </a:solidFill>
              <a:cs typeface="Microsoft YaHei" charset="-122"/>
            </a:endParaRPr>
          </a:p>
        </p:txBody>
      </p:sp>
      <p:sp>
        <p:nvSpPr>
          <p:cNvPr id="159" name="矩形 158">
            <a:extLst>
              <a:ext uri="{FF2B5EF4-FFF2-40B4-BE49-F238E27FC236}">
                <a16:creationId xmlns:a16="http://schemas.microsoft.com/office/drawing/2014/main" id="{BE264B36-EB74-427D-ABC9-6CF15691734B}"/>
              </a:ext>
            </a:extLst>
          </p:cNvPr>
          <p:cNvSpPr/>
          <p:nvPr/>
        </p:nvSpPr>
        <p:spPr bwMode="gray">
          <a:xfrm>
            <a:off x="9402029" y="5574287"/>
            <a:ext cx="184731" cy="466666"/>
          </a:xfrm>
          <a:prstGeom prst="rect">
            <a:avLst/>
          </a:prstGeom>
        </p:spPr>
        <p:txBody>
          <a:bodyPr wrap="none">
            <a:spAutoFit/>
          </a:bodyPr>
          <a:lstStyle/>
          <a:p>
            <a:pPr defTabSz="914400">
              <a:lnSpc>
                <a:spcPct val="150000"/>
              </a:lnSpc>
              <a:buClr>
                <a:srgbClr val="CC9900"/>
              </a:buClr>
            </a:pPr>
            <a:endParaRPr lang="en-US" altLang="zh-CN" b="1" dirty="0">
              <a:solidFill>
                <a:srgbClr val="F3FBFE"/>
              </a:solidFill>
              <a:cs typeface="Microsoft YaHei" charset="-122"/>
            </a:endParaRPr>
          </a:p>
        </p:txBody>
      </p:sp>
      <p:sp>
        <p:nvSpPr>
          <p:cNvPr id="160" name="矩形 159">
            <a:extLst>
              <a:ext uri="{FF2B5EF4-FFF2-40B4-BE49-F238E27FC236}">
                <a16:creationId xmlns:a16="http://schemas.microsoft.com/office/drawing/2014/main" id="{B8ADBC85-3DBD-490C-B277-3F8422BECD51}"/>
              </a:ext>
            </a:extLst>
          </p:cNvPr>
          <p:cNvSpPr/>
          <p:nvPr/>
        </p:nvSpPr>
        <p:spPr bwMode="gray">
          <a:xfrm>
            <a:off x="6648551" y="1804402"/>
            <a:ext cx="4792965" cy="741228"/>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89965" tIns="45702" rIns="91404" bIns="45702" numCol="1" rtlCol="0" anchor="ctr"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进入</a:t>
            </a:r>
            <a:r>
              <a:rPr kumimoji="0" lang="en-US" altLang="zh-CN" sz="1400" b="0" i="0" u="none" strike="noStrike" kern="0" cap="none" spc="0" normalizeH="0" baseline="0" noProof="0" dirty="0">
                <a:ln>
                  <a:noFill/>
                </a:ln>
                <a:solidFill>
                  <a:prstClr val="black"/>
                </a:solidFill>
                <a:effectLst/>
                <a:uLnTx/>
                <a:uFillTx/>
                <a:cs typeface="Microsoft YaHei" charset="-122"/>
              </a:rPr>
              <a:t>NCE</a:t>
            </a:r>
            <a:r>
              <a:rPr kumimoji="0" lang="zh-CN" altLang="en-US" sz="1400" b="0" i="0" u="none" strike="noStrike" kern="0" cap="none" spc="0" normalizeH="0" baseline="0" noProof="0" dirty="0">
                <a:ln>
                  <a:noFill/>
                </a:ln>
                <a:solidFill>
                  <a:prstClr val="black"/>
                </a:solidFill>
                <a:effectLst/>
                <a:uLnTx/>
                <a:uFillTx/>
                <a:cs typeface="Microsoft YaHei" charset="-122"/>
              </a:rPr>
              <a:t>业务开放可编程系统的“工程管理</a:t>
            </a:r>
            <a:r>
              <a:rPr kumimoji="0" lang="en-US" altLang="zh-CN" sz="1400" b="0" i="0" u="none" strike="noStrike" kern="0" cap="none" spc="0" normalizeH="0" baseline="0" noProof="0" dirty="0">
                <a:ln>
                  <a:noFill/>
                </a:ln>
                <a:solidFill>
                  <a:prstClr val="black"/>
                </a:solidFill>
                <a:effectLst/>
                <a:uLnTx/>
                <a:uFillTx/>
                <a:cs typeface="Microsoft YaHei" charset="-122"/>
              </a:rPr>
              <a:t>-</a:t>
            </a:r>
            <a:r>
              <a:rPr kumimoji="0" lang="zh-CN" altLang="en-US" sz="1400" b="0" i="0" u="none" strike="noStrike" kern="0" cap="none" spc="0" normalizeH="0" baseline="0" noProof="0" dirty="0">
                <a:ln>
                  <a:noFill/>
                </a:ln>
                <a:solidFill>
                  <a:prstClr val="black"/>
                </a:solidFill>
                <a:effectLst/>
                <a:uLnTx/>
                <a:uFillTx/>
                <a:cs typeface="Microsoft YaHei" charset="-122"/>
              </a:rPr>
              <a:t>软件包管理” 页面，生成一个</a:t>
            </a:r>
            <a:r>
              <a:rPr kumimoji="0" lang="en-US" altLang="zh-CN" sz="1400" b="0" i="0" u="none" strike="noStrike" kern="0" cap="none" spc="0" normalizeH="0" baseline="0" noProof="0" dirty="0">
                <a:ln>
                  <a:noFill/>
                </a:ln>
                <a:solidFill>
                  <a:prstClr val="black"/>
                </a:solidFill>
                <a:effectLst/>
                <a:uLnTx/>
                <a:uFillTx/>
                <a:cs typeface="Microsoft YaHei" charset="-122"/>
              </a:rPr>
              <a:t>SSP</a:t>
            </a:r>
            <a:r>
              <a:rPr kumimoji="0" lang="zh-CN" altLang="en-US" sz="1400" b="0" i="0" u="none" strike="noStrike" kern="0" cap="none" spc="0" normalizeH="0" baseline="0" noProof="0" dirty="0">
                <a:ln>
                  <a:noFill/>
                </a:ln>
                <a:solidFill>
                  <a:prstClr val="black"/>
                </a:solidFill>
                <a:effectLst/>
                <a:uLnTx/>
                <a:uFillTx/>
                <a:cs typeface="Microsoft YaHei" charset="-122"/>
              </a:rPr>
              <a:t>模板</a:t>
            </a:r>
            <a:endParaRPr kumimoji="0" lang="en-US" altLang="zh-CN" sz="1400" b="0" i="0" u="none" strike="noStrike" kern="0" cap="none" spc="0" normalizeH="0" baseline="0" noProof="0" dirty="0">
              <a:ln>
                <a:noFill/>
              </a:ln>
              <a:solidFill>
                <a:prstClr val="black"/>
              </a:solidFill>
              <a:effectLst/>
              <a:uLnTx/>
              <a:uFillTx/>
              <a:cs typeface="Microsoft YaHei" charset="-122"/>
            </a:endParaRPr>
          </a:p>
        </p:txBody>
      </p:sp>
      <p:sp>
        <p:nvSpPr>
          <p:cNvPr id="161" name="矩形 160">
            <a:extLst>
              <a:ext uri="{FF2B5EF4-FFF2-40B4-BE49-F238E27FC236}">
                <a16:creationId xmlns:a16="http://schemas.microsoft.com/office/drawing/2014/main" id="{CEFAABF1-BD23-47F3-9DCD-05D2C1B94549}"/>
              </a:ext>
            </a:extLst>
          </p:cNvPr>
          <p:cNvSpPr/>
          <p:nvPr/>
        </p:nvSpPr>
        <p:spPr bwMode="gray">
          <a:xfrm>
            <a:off x="6648552" y="2994511"/>
            <a:ext cx="4792964" cy="794645"/>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下载生成好的</a:t>
            </a:r>
            <a:r>
              <a:rPr kumimoji="0" lang="en-US" altLang="zh-CN" sz="1400" b="0" i="0" u="none" strike="noStrike" kern="0" cap="none" spc="0" normalizeH="0" baseline="0" noProof="0" dirty="0">
                <a:ln>
                  <a:noFill/>
                </a:ln>
                <a:solidFill>
                  <a:prstClr val="black"/>
                </a:solidFill>
                <a:effectLst/>
                <a:uLnTx/>
                <a:uFillTx/>
                <a:cs typeface="Microsoft YaHei" charset="-122"/>
              </a:rPr>
              <a:t>SSP</a:t>
            </a:r>
            <a:r>
              <a:rPr kumimoji="0" lang="zh-CN" altLang="en-US" sz="1400" b="0" i="0" u="none" strike="noStrike" kern="0" cap="none" spc="0" normalizeH="0" baseline="0" noProof="0" dirty="0">
                <a:ln>
                  <a:noFill/>
                </a:ln>
                <a:solidFill>
                  <a:prstClr val="black"/>
                </a:solidFill>
                <a:effectLst/>
                <a:uLnTx/>
                <a:uFillTx/>
                <a:cs typeface="Microsoft YaHei" charset="-122"/>
              </a:rPr>
              <a:t>模板，导入本地</a:t>
            </a:r>
            <a:r>
              <a:rPr kumimoji="0" lang="en-US" altLang="zh-CN" sz="1400" b="0" i="0" u="none" strike="noStrike" kern="0" cap="none" spc="0" normalizeH="0" baseline="0" noProof="0" dirty="0">
                <a:ln>
                  <a:noFill/>
                </a:ln>
                <a:solidFill>
                  <a:prstClr val="black"/>
                </a:solidFill>
                <a:effectLst/>
                <a:uLnTx/>
                <a:uFillTx/>
                <a:cs typeface="Microsoft YaHei" charset="-122"/>
              </a:rPr>
              <a:t>IDE</a:t>
            </a:r>
            <a:r>
              <a:rPr kumimoji="0" lang="zh-CN" altLang="en-US" sz="1400" b="0" i="0" u="none" strike="noStrike" kern="0" cap="none" spc="0" normalizeH="0" baseline="0" noProof="0" dirty="0">
                <a:ln>
                  <a:noFill/>
                </a:ln>
                <a:solidFill>
                  <a:prstClr val="black"/>
                </a:solidFill>
                <a:effectLst/>
                <a:uLnTx/>
                <a:uFillTx/>
                <a:cs typeface="Microsoft YaHei" charset="-122"/>
              </a:rPr>
              <a:t>工具中</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根据业务场景，开发对应的</a:t>
            </a:r>
            <a:r>
              <a:rPr kumimoji="0" lang="en-US" altLang="zh-CN" sz="1400" b="0" i="0" u="none" strike="noStrike" kern="0" cap="none" spc="0" normalizeH="0" baseline="0" noProof="0" dirty="0">
                <a:ln>
                  <a:noFill/>
                </a:ln>
                <a:solidFill>
                  <a:prstClr val="black"/>
                </a:solidFill>
                <a:effectLst/>
                <a:uLnTx/>
                <a:uFillTx/>
                <a:cs typeface="Microsoft YaHei" charset="-122"/>
              </a:rPr>
              <a:t>SSP</a:t>
            </a:r>
            <a:r>
              <a:rPr kumimoji="0" lang="zh-CN" altLang="en-US" sz="1400" b="0" i="0" u="none" strike="noStrike" kern="0" cap="none" spc="0" normalizeH="0" baseline="0" noProof="0" dirty="0">
                <a:ln>
                  <a:noFill/>
                </a:ln>
                <a:solidFill>
                  <a:prstClr val="black"/>
                </a:solidFill>
                <a:effectLst/>
                <a:uLnTx/>
                <a:uFillTx/>
                <a:cs typeface="Microsoft YaHei" charset="-122"/>
              </a:rPr>
              <a:t>包</a:t>
            </a:r>
            <a:endParaRPr kumimoji="0" lang="en-US" altLang="zh-CN" sz="1400" b="0" i="0" u="none" strike="noStrike" kern="0" cap="none" spc="0" normalizeH="0" baseline="0" noProof="0" dirty="0">
              <a:ln>
                <a:noFill/>
              </a:ln>
              <a:solidFill>
                <a:prstClr val="black"/>
              </a:solidFill>
              <a:effectLst/>
              <a:uLnTx/>
              <a:uFillTx/>
              <a:cs typeface="Microsoft YaHei" charset="-122"/>
            </a:endParaRPr>
          </a:p>
        </p:txBody>
      </p:sp>
      <p:sp>
        <p:nvSpPr>
          <p:cNvPr id="162" name="矩形 161">
            <a:extLst>
              <a:ext uri="{FF2B5EF4-FFF2-40B4-BE49-F238E27FC236}">
                <a16:creationId xmlns:a16="http://schemas.microsoft.com/office/drawing/2014/main" id="{0981F639-D3F5-4578-B4F4-41A9CEB77A20}"/>
              </a:ext>
            </a:extLst>
          </p:cNvPr>
          <p:cNvSpPr/>
          <p:nvPr/>
        </p:nvSpPr>
        <p:spPr bwMode="gray">
          <a:xfrm>
            <a:off x="6648552" y="4273658"/>
            <a:ext cx="4792964" cy="895294"/>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进入</a:t>
            </a:r>
            <a:r>
              <a:rPr kumimoji="0" lang="en-US" altLang="zh-CN" sz="1400" b="0" i="0" u="none" strike="noStrike" kern="0" cap="none" spc="0" normalizeH="0" baseline="0" noProof="0" dirty="0">
                <a:ln>
                  <a:noFill/>
                </a:ln>
                <a:solidFill>
                  <a:prstClr val="black"/>
                </a:solidFill>
                <a:effectLst/>
                <a:uLnTx/>
                <a:uFillTx/>
                <a:cs typeface="Microsoft YaHei" charset="-122"/>
              </a:rPr>
              <a:t>NCE</a:t>
            </a:r>
            <a:r>
              <a:rPr kumimoji="0" lang="zh-CN" altLang="en-US" sz="1400" b="0" i="0" u="none" strike="noStrike" kern="0" cap="none" spc="0" normalizeH="0" baseline="0" noProof="0" dirty="0">
                <a:ln>
                  <a:noFill/>
                </a:ln>
                <a:solidFill>
                  <a:prstClr val="black"/>
                </a:solidFill>
                <a:effectLst/>
                <a:uLnTx/>
                <a:uFillTx/>
                <a:cs typeface="Microsoft YaHei" charset="-122"/>
              </a:rPr>
              <a:t>业务开放可编程系统，加载开发完成的</a:t>
            </a:r>
            <a:r>
              <a:rPr kumimoji="0" lang="en-US" altLang="zh-CN" sz="1400" b="0" i="0" u="none" strike="noStrike" kern="0" cap="none" spc="0" normalizeH="0" baseline="0" noProof="0" dirty="0">
                <a:ln>
                  <a:noFill/>
                </a:ln>
                <a:solidFill>
                  <a:prstClr val="black"/>
                </a:solidFill>
                <a:effectLst/>
                <a:uLnTx/>
                <a:uFillTx/>
                <a:cs typeface="Microsoft YaHei" charset="-122"/>
              </a:rPr>
              <a:t>SSP</a:t>
            </a:r>
            <a:r>
              <a:rPr kumimoji="0" lang="zh-CN" altLang="en-US" sz="1400" b="0" i="0" u="none" strike="noStrike" kern="0" cap="none" spc="0" normalizeH="0" baseline="0" noProof="0" dirty="0">
                <a:ln>
                  <a:noFill/>
                </a:ln>
                <a:solidFill>
                  <a:prstClr val="black"/>
                </a:solidFill>
                <a:effectLst/>
                <a:uLnTx/>
                <a:uFillTx/>
                <a:cs typeface="Microsoft YaHei" charset="-122"/>
              </a:rPr>
              <a:t>包</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自动生成新业务的配置页面和北向接口</a:t>
            </a:r>
            <a:endParaRPr kumimoji="0" lang="en-US" altLang="zh-CN" sz="1400" b="0" i="0" u="none" strike="noStrike" kern="0" cap="none" spc="0" normalizeH="0" baseline="0" noProof="0" dirty="0">
              <a:ln>
                <a:noFill/>
              </a:ln>
              <a:solidFill>
                <a:prstClr val="black"/>
              </a:solidFill>
              <a:effectLst/>
              <a:uLnTx/>
              <a:uFillTx/>
              <a:cs typeface="Microsoft YaHei" charset="-122"/>
            </a:endParaRPr>
          </a:p>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endParaRPr kumimoji="0" lang="en-US" altLang="zh-CN" sz="1400" b="0" i="0" u="none" strike="noStrike" kern="0" cap="none" spc="0" normalizeH="0" baseline="0" noProof="0" dirty="0">
              <a:ln>
                <a:noFill/>
              </a:ln>
              <a:solidFill>
                <a:prstClr val="black"/>
              </a:solidFill>
              <a:effectLst/>
              <a:uLnTx/>
              <a:uFillTx/>
              <a:cs typeface="Microsoft YaHei" charset="-122"/>
            </a:endParaRPr>
          </a:p>
        </p:txBody>
      </p:sp>
      <p:sp>
        <p:nvSpPr>
          <p:cNvPr id="163" name="矩形 162">
            <a:extLst>
              <a:ext uri="{FF2B5EF4-FFF2-40B4-BE49-F238E27FC236}">
                <a16:creationId xmlns:a16="http://schemas.microsoft.com/office/drawing/2014/main" id="{25DDE2A4-75C8-4A07-B295-0991F8649FBF}"/>
              </a:ext>
            </a:extLst>
          </p:cNvPr>
          <p:cNvSpPr/>
          <p:nvPr/>
        </p:nvSpPr>
        <p:spPr bwMode="gray">
          <a:xfrm>
            <a:off x="6648552" y="1331869"/>
            <a:ext cx="2449417" cy="473717"/>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生成业务包</a:t>
            </a:r>
            <a:r>
              <a:rPr lang="en-US" altLang="zh-CN" sz="1600" b="1" kern="0" dirty="0">
                <a:solidFill>
                  <a:srgbClr val="000000"/>
                </a:solidFill>
                <a:cs typeface="Microsoft YaHei" charset="-122"/>
              </a:rPr>
              <a:t>SSP</a:t>
            </a:r>
            <a:r>
              <a:rPr lang="zh-CN" altLang="en-US" sz="1600" b="1" kern="0" dirty="0">
                <a:solidFill>
                  <a:srgbClr val="000000"/>
                </a:solidFill>
                <a:cs typeface="Microsoft YaHei" charset="-122"/>
              </a:rPr>
              <a:t>模板</a:t>
            </a:r>
            <a:endParaRPr lang="en-US" altLang="zh-CN" sz="1600" b="1" kern="0" dirty="0">
              <a:solidFill>
                <a:srgbClr val="000000"/>
              </a:solidFill>
              <a:cs typeface="Microsoft YaHei" charset="-122"/>
            </a:endParaRPr>
          </a:p>
        </p:txBody>
      </p:sp>
      <p:sp>
        <p:nvSpPr>
          <p:cNvPr id="164" name="椭圆 163">
            <a:extLst>
              <a:ext uri="{FF2B5EF4-FFF2-40B4-BE49-F238E27FC236}">
                <a16:creationId xmlns:a16="http://schemas.microsoft.com/office/drawing/2014/main" id="{44065C8A-22CC-4A7C-84AB-EEB387B72206}"/>
              </a:ext>
            </a:extLst>
          </p:cNvPr>
          <p:cNvSpPr>
            <a:spLocks/>
          </p:cNvSpPr>
          <p:nvPr/>
        </p:nvSpPr>
        <p:spPr bwMode="gray">
          <a:xfrm>
            <a:off x="6333149" y="1461686"/>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1</a:t>
            </a:r>
            <a:endParaRPr kumimoji="0" lang="zh-CN" altLang="en-US" sz="1200" b="1" i="0" u="none" strike="noStrike" kern="0" cap="none" spc="0" normalizeH="0" baseline="0" noProof="0" dirty="0">
              <a:ln>
                <a:noFill/>
              </a:ln>
              <a:solidFill>
                <a:srgbClr val="FFFFFF"/>
              </a:solidFill>
              <a:effectLst/>
              <a:uLnTx/>
              <a:uFillTx/>
            </a:endParaRPr>
          </a:p>
        </p:txBody>
      </p:sp>
      <p:sp>
        <p:nvSpPr>
          <p:cNvPr id="165" name="椭圆 164">
            <a:extLst>
              <a:ext uri="{FF2B5EF4-FFF2-40B4-BE49-F238E27FC236}">
                <a16:creationId xmlns:a16="http://schemas.microsoft.com/office/drawing/2014/main" id="{3BC41216-5EB3-454D-B026-3DFC27B3EF90}"/>
              </a:ext>
            </a:extLst>
          </p:cNvPr>
          <p:cNvSpPr>
            <a:spLocks/>
          </p:cNvSpPr>
          <p:nvPr/>
        </p:nvSpPr>
        <p:spPr bwMode="gray">
          <a:xfrm>
            <a:off x="6333149" y="2667857"/>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2</a:t>
            </a:r>
            <a:endParaRPr kumimoji="0" lang="zh-CN" altLang="en-US" sz="1200" b="1" i="0" u="none" strike="noStrike" kern="0" cap="none" spc="0" normalizeH="0" baseline="0" noProof="0" dirty="0">
              <a:ln>
                <a:noFill/>
              </a:ln>
              <a:solidFill>
                <a:srgbClr val="FFFFFF"/>
              </a:solidFill>
              <a:effectLst/>
              <a:uLnTx/>
              <a:uFillTx/>
            </a:endParaRPr>
          </a:p>
        </p:txBody>
      </p:sp>
      <p:sp>
        <p:nvSpPr>
          <p:cNvPr id="166" name="椭圆 165">
            <a:extLst>
              <a:ext uri="{FF2B5EF4-FFF2-40B4-BE49-F238E27FC236}">
                <a16:creationId xmlns:a16="http://schemas.microsoft.com/office/drawing/2014/main" id="{FAB9A3A3-E582-4D70-B107-59CE832F51E2}"/>
              </a:ext>
            </a:extLst>
          </p:cNvPr>
          <p:cNvSpPr>
            <a:spLocks/>
          </p:cNvSpPr>
          <p:nvPr/>
        </p:nvSpPr>
        <p:spPr bwMode="gray">
          <a:xfrm>
            <a:off x="6333149" y="3913786"/>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3</a:t>
            </a:r>
            <a:endParaRPr kumimoji="0" lang="zh-CN" altLang="en-US" sz="1200" b="1" i="0" u="none" strike="noStrike" kern="0" cap="none" spc="0" normalizeH="0" baseline="0" noProof="0" dirty="0">
              <a:ln>
                <a:noFill/>
              </a:ln>
              <a:solidFill>
                <a:srgbClr val="FFFFFF"/>
              </a:solidFill>
              <a:effectLst/>
              <a:uLnTx/>
              <a:uFillTx/>
            </a:endParaRPr>
          </a:p>
        </p:txBody>
      </p:sp>
      <p:sp>
        <p:nvSpPr>
          <p:cNvPr id="167" name="矩形 166">
            <a:extLst>
              <a:ext uri="{FF2B5EF4-FFF2-40B4-BE49-F238E27FC236}">
                <a16:creationId xmlns:a16="http://schemas.microsoft.com/office/drawing/2014/main" id="{6CF13384-264A-4B4B-BEA6-81D507018F18}"/>
              </a:ext>
            </a:extLst>
          </p:cNvPr>
          <p:cNvSpPr/>
          <p:nvPr/>
        </p:nvSpPr>
        <p:spPr bwMode="gray">
          <a:xfrm>
            <a:off x="6648552" y="2509357"/>
            <a:ext cx="2449417" cy="473717"/>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开发业务包</a:t>
            </a:r>
            <a:r>
              <a:rPr lang="en-US" altLang="zh-CN" sz="1600" b="1" kern="0" dirty="0">
                <a:solidFill>
                  <a:srgbClr val="000000"/>
                </a:solidFill>
                <a:cs typeface="Microsoft YaHei" charset="-122"/>
              </a:rPr>
              <a:t>SSP</a:t>
            </a:r>
            <a:endParaRPr lang="zh-CN" altLang="en-US" sz="1600" b="1" kern="0" dirty="0">
              <a:solidFill>
                <a:srgbClr val="000000"/>
              </a:solidFill>
              <a:cs typeface="Microsoft YaHei" charset="-122"/>
            </a:endParaRPr>
          </a:p>
        </p:txBody>
      </p:sp>
      <p:sp>
        <p:nvSpPr>
          <p:cNvPr id="168" name="矩形 167">
            <a:extLst>
              <a:ext uri="{FF2B5EF4-FFF2-40B4-BE49-F238E27FC236}">
                <a16:creationId xmlns:a16="http://schemas.microsoft.com/office/drawing/2014/main" id="{0415D860-E99C-4E14-96D0-B84051A17BF7}"/>
              </a:ext>
            </a:extLst>
          </p:cNvPr>
          <p:cNvSpPr/>
          <p:nvPr/>
        </p:nvSpPr>
        <p:spPr bwMode="gray">
          <a:xfrm>
            <a:off x="6648552" y="3789155"/>
            <a:ext cx="2449417" cy="473717"/>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加载业务包</a:t>
            </a:r>
            <a:r>
              <a:rPr lang="en-US" altLang="zh-CN" sz="1600" b="1" kern="0" dirty="0">
                <a:solidFill>
                  <a:srgbClr val="000000"/>
                </a:solidFill>
                <a:cs typeface="Microsoft YaHei" charset="-122"/>
              </a:rPr>
              <a:t>SSP</a:t>
            </a:r>
          </a:p>
        </p:txBody>
      </p:sp>
      <p:cxnSp>
        <p:nvCxnSpPr>
          <p:cNvPr id="169" name="直线连接符 19">
            <a:extLst>
              <a:ext uri="{FF2B5EF4-FFF2-40B4-BE49-F238E27FC236}">
                <a16:creationId xmlns:a16="http://schemas.microsoft.com/office/drawing/2014/main" id="{D8B44299-0C51-41A8-9AA8-29B317CB0C51}"/>
              </a:ext>
            </a:extLst>
          </p:cNvPr>
          <p:cNvCxnSpPr>
            <a:stCxn id="164" idx="4"/>
            <a:endCxn id="165" idx="0"/>
          </p:cNvCxnSpPr>
          <p:nvPr/>
        </p:nvCxnSpPr>
        <p:spPr bwMode="gray">
          <a:xfrm>
            <a:off x="6423103" y="1641593"/>
            <a:ext cx="0" cy="1026264"/>
          </a:xfrm>
          <a:prstGeom prst="line">
            <a:avLst/>
          </a:prstGeom>
          <a:noFill/>
          <a:ln w="25400" cap="flat" cmpd="sng" algn="ctr">
            <a:solidFill>
              <a:srgbClr val="40BFC8"/>
            </a:solidFill>
            <a:prstDash val="solid"/>
            <a:miter lim="800000"/>
          </a:ln>
          <a:effectLst/>
        </p:spPr>
      </p:cxnSp>
      <p:cxnSp>
        <p:nvCxnSpPr>
          <p:cNvPr id="170" name="直线连接符 21">
            <a:extLst>
              <a:ext uri="{FF2B5EF4-FFF2-40B4-BE49-F238E27FC236}">
                <a16:creationId xmlns:a16="http://schemas.microsoft.com/office/drawing/2014/main" id="{FAC25C30-70B6-4DB8-AB11-F79419B62038}"/>
              </a:ext>
            </a:extLst>
          </p:cNvPr>
          <p:cNvCxnSpPr>
            <a:stCxn id="165" idx="4"/>
            <a:endCxn id="166" idx="0"/>
          </p:cNvCxnSpPr>
          <p:nvPr/>
        </p:nvCxnSpPr>
        <p:spPr bwMode="gray">
          <a:xfrm>
            <a:off x="6423103" y="2847764"/>
            <a:ext cx="0" cy="1066022"/>
          </a:xfrm>
          <a:prstGeom prst="line">
            <a:avLst/>
          </a:prstGeom>
          <a:noFill/>
          <a:ln w="25400" cap="flat" cmpd="sng" algn="ctr">
            <a:solidFill>
              <a:srgbClr val="40BFC8"/>
            </a:solidFill>
            <a:prstDash val="solid"/>
            <a:miter lim="800000"/>
          </a:ln>
          <a:effectLst/>
        </p:spPr>
      </p:cxnSp>
      <p:sp>
        <p:nvSpPr>
          <p:cNvPr id="171" name="矩形 170">
            <a:extLst>
              <a:ext uri="{FF2B5EF4-FFF2-40B4-BE49-F238E27FC236}">
                <a16:creationId xmlns:a16="http://schemas.microsoft.com/office/drawing/2014/main" id="{62CA6FB8-B9F8-4043-88BE-9E62C443AFCD}"/>
              </a:ext>
            </a:extLst>
          </p:cNvPr>
          <p:cNvSpPr/>
          <p:nvPr/>
        </p:nvSpPr>
        <p:spPr bwMode="gray">
          <a:xfrm>
            <a:off x="7601247" y="5811788"/>
            <a:ext cx="2449417" cy="316137"/>
          </a:xfrm>
          <a:prstGeom prst="rect">
            <a:avLst/>
          </a:prstGeom>
          <a:noFill/>
          <a:ln w="9525" cap="flat" cmpd="sng" algn="ctr">
            <a:noFill/>
            <a:prstDash val="solid"/>
            <a:round/>
            <a:headEnd type="none" w="med" len="med"/>
            <a:tailEnd type="none" w="med" len="med"/>
          </a:ln>
          <a:effectLst/>
        </p:spPr>
        <p:txBody>
          <a:bodyPr vert="horz" wrap="square" lIns="360000" tIns="0" rIns="0" bIns="0" numCol="1" rtlCol="0" anchor="ctr" anchorCtr="0" compatLnSpc="1">
            <a:prstTxWarp prst="textNoShape">
              <a:avLst/>
            </a:prstTxWarp>
          </a:bodyPr>
          <a:lstStyle/>
          <a:p>
            <a:pPr defTabSz="914400">
              <a:lnSpc>
                <a:spcPct val="150000"/>
              </a:lnSpc>
              <a:buClr>
                <a:srgbClr val="CC9900"/>
              </a:buClr>
            </a:pPr>
            <a:r>
              <a:rPr lang="zh-CN" altLang="en-US" sz="1600" b="1" dirty="0">
                <a:solidFill>
                  <a:srgbClr val="F3FBFE"/>
                </a:solidFill>
                <a:cs typeface="Microsoft YaHei" charset="-122"/>
              </a:rPr>
              <a:t>关键能力</a:t>
            </a:r>
            <a:endParaRPr lang="en-US" altLang="zh-CN" sz="1600" b="1" dirty="0">
              <a:solidFill>
                <a:srgbClr val="F3FBFE"/>
              </a:solidFill>
              <a:cs typeface="Microsoft YaHei" charset="-122"/>
            </a:endParaRPr>
          </a:p>
        </p:txBody>
      </p:sp>
      <p:sp>
        <p:nvSpPr>
          <p:cNvPr id="172" name="椭圆 171">
            <a:extLst>
              <a:ext uri="{FF2B5EF4-FFF2-40B4-BE49-F238E27FC236}">
                <a16:creationId xmlns:a16="http://schemas.microsoft.com/office/drawing/2014/main" id="{1FD73A88-DFA2-4E55-94BE-3B019D6BE6EB}"/>
              </a:ext>
            </a:extLst>
          </p:cNvPr>
          <p:cNvSpPr>
            <a:spLocks/>
          </p:cNvSpPr>
          <p:nvPr/>
        </p:nvSpPr>
        <p:spPr bwMode="gray">
          <a:xfrm>
            <a:off x="6350053" y="5262158"/>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4</a:t>
            </a:r>
            <a:endParaRPr kumimoji="0" lang="zh-CN" altLang="en-US" sz="1200" b="1" i="0" u="none" strike="noStrike" kern="0" cap="none" spc="0" normalizeH="0" baseline="0" noProof="0" dirty="0">
              <a:ln>
                <a:noFill/>
              </a:ln>
              <a:solidFill>
                <a:srgbClr val="FFFFFF"/>
              </a:solidFill>
              <a:effectLst/>
              <a:uLnTx/>
              <a:uFillTx/>
            </a:endParaRPr>
          </a:p>
        </p:txBody>
      </p:sp>
      <p:sp>
        <p:nvSpPr>
          <p:cNvPr id="173" name="矩形 172">
            <a:extLst>
              <a:ext uri="{FF2B5EF4-FFF2-40B4-BE49-F238E27FC236}">
                <a16:creationId xmlns:a16="http://schemas.microsoft.com/office/drawing/2014/main" id="{AF2BC989-D713-4B6E-B670-F4D991898226}"/>
              </a:ext>
            </a:extLst>
          </p:cNvPr>
          <p:cNvSpPr/>
          <p:nvPr/>
        </p:nvSpPr>
        <p:spPr bwMode="gray">
          <a:xfrm>
            <a:off x="6633557" y="5163980"/>
            <a:ext cx="2449417" cy="473717"/>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下发业务配置到设备上</a:t>
            </a:r>
            <a:endParaRPr lang="en-US" altLang="zh-CN" sz="1600" b="1" kern="0" dirty="0">
              <a:solidFill>
                <a:srgbClr val="000000"/>
              </a:solidFill>
              <a:cs typeface="Microsoft YaHei" charset="-122"/>
            </a:endParaRPr>
          </a:p>
        </p:txBody>
      </p:sp>
      <p:cxnSp>
        <p:nvCxnSpPr>
          <p:cNvPr id="174" name="直线连接符 21">
            <a:extLst>
              <a:ext uri="{FF2B5EF4-FFF2-40B4-BE49-F238E27FC236}">
                <a16:creationId xmlns:a16="http://schemas.microsoft.com/office/drawing/2014/main" id="{77B3AE66-F292-4C33-B343-EC0168C00871}"/>
              </a:ext>
            </a:extLst>
          </p:cNvPr>
          <p:cNvCxnSpPr>
            <a:stCxn id="166" idx="4"/>
            <a:endCxn id="172" idx="0"/>
          </p:cNvCxnSpPr>
          <p:nvPr/>
        </p:nvCxnSpPr>
        <p:spPr bwMode="gray">
          <a:xfrm>
            <a:off x="6423103" y="4093693"/>
            <a:ext cx="16904" cy="1168465"/>
          </a:xfrm>
          <a:prstGeom prst="line">
            <a:avLst/>
          </a:prstGeom>
          <a:noFill/>
          <a:ln w="25400" cap="flat" cmpd="sng" algn="ctr">
            <a:solidFill>
              <a:srgbClr val="40BFC8"/>
            </a:solidFill>
            <a:prstDash val="solid"/>
            <a:miter lim="800000"/>
          </a:ln>
          <a:effectLst/>
        </p:spPr>
      </p:cxnSp>
      <p:sp>
        <p:nvSpPr>
          <p:cNvPr id="175" name="矩形 174">
            <a:extLst>
              <a:ext uri="{FF2B5EF4-FFF2-40B4-BE49-F238E27FC236}">
                <a16:creationId xmlns:a16="http://schemas.microsoft.com/office/drawing/2014/main" id="{641DE1B8-530D-429C-9C9D-B0F24314950D}"/>
              </a:ext>
            </a:extLst>
          </p:cNvPr>
          <p:cNvSpPr/>
          <p:nvPr/>
        </p:nvSpPr>
        <p:spPr bwMode="gray">
          <a:xfrm>
            <a:off x="6661944" y="5668499"/>
            <a:ext cx="4779572" cy="477830"/>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charset="0"/>
              <a:buChar char="•"/>
              <a:tabLst/>
              <a:defRPr/>
            </a:pPr>
            <a:r>
              <a:rPr kumimoji="0" lang="zh-CN" altLang="en-US" sz="1400" b="0" i="0" u="none" strike="noStrike" kern="0" cap="none" spc="0" normalizeH="0" baseline="0" noProof="0" dirty="0">
                <a:ln>
                  <a:noFill/>
                </a:ln>
                <a:solidFill>
                  <a:prstClr val="black"/>
                </a:solidFill>
                <a:effectLst/>
                <a:uLnTx/>
                <a:uFillTx/>
                <a:cs typeface="Microsoft YaHei" charset="-122"/>
              </a:rPr>
              <a:t>通过界面或北向接口将业务配置下发到设备上</a:t>
            </a:r>
            <a:endParaRPr kumimoji="0" lang="en-US" altLang="zh-CN" sz="1400" b="0" i="0" u="none" strike="noStrike" kern="0" cap="none" spc="0" normalizeH="0" baseline="0" noProof="0" dirty="0">
              <a:ln>
                <a:noFill/>
              </a:ln>
              <a:solidFill>
                <a:prstClr val="black"/>
              </a:solidFill>
              <a:effectLst/>
              <a:uLnTx/>
              <a:uFillTx/>
              <a:cs typeface="Microsoft YaHei" charset="-122"/>
            </a:endParaRPr>
          </a:p>
        </p:txBody>
      </p:sp>
      <p:sp>
        <p:nvSpPr>
          <p:cNvPr id="176" name="椭圆 175">
            <a:extLst>
              <a:ext uri="{FF2B5EF4-FFF2-40B4-BE49-F238E27FC236}">
                <a16:creationId xmlns:a16="http://schemas.microsoft.com/office/drawing/2014/main" id="{45404A70-4CA2-4714-A4EB-73B5A50F44D6}"/>
              </a:ext>
            </a:extLst>
          </p:cNvPr>
          <p:cNvSpPr>
            <a:spLocks/>
          </p:cNvSpPr>
          <p:nvPr/>
        </p:nvSpPr>
        <p:spPr bwMode="gray">
          <a:xfrm>
            <a:off x="2450336" y="4824264"/>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4</a:t>
            </a:r>
            <a:endParaRPr kumimoji="0" lang="zh-CN" altLang="en-US" sz="1200" b="1" i="0" u="none" strike="noStrike" kern="0" cap="none" spc="0" normalizeH="0" baseline="0" noProof="0" dirty="0">
              <a:ln>
                <a:noFill/>
              </a:ln>
              <a:solidFill>
                <a:srgbClr val="FFFFFF"/>
              </a:solidFill>
              <a:effectLst/>
              <a:uLnTx/>
              <a:uFillTx/>
            </a:endParaRPr>
          </a:p>
        </p:txBody>
      </p:sp>
      <p:sp>
        <p:nvSpPr>
          <p:cNvPr id="177" name="任意多边形 265">
            <a:extLst>
              <a:ext uri="{FF2B5EF4-FFF2-40B4-BE49-F238E27FC236}">
                <a16:creationId xmlns:a16="http://schemas.microsoft.com/office/drawing/2014/main" id="{4ACF8587-8BAE-411E-A7AA-505E5DBA16AE}"/>
              </a:ext>
            </a:extLst>
          </p:cNvPr>
          <p:cNvSpPr/>
          <p:nvPr/>
        </p:nvSpPr>
        <p:spPr bwMode="gray">
          <a:xfrm>
            <a:off x="2470998" y="2064007"/>
            <a:ext cx="646799" cy="991379"/>
          </a:xfrm>
          <a:custGeom>
            <a:avLst/>
            <a:gdLst>
              <a:gd name="connsiteX0" fmla="*/ 122423 w 1232132"/>
              <a:gd name="connsiteY0" fmla="*/ 0 h 1979720"/>
              <a:gd name="connsiteX1" fmla="*/ 33647 w 1232132"/>
              <a:gd name="connsiteY1" fmla="*/ 648070 h 1979720"/>
              <a:gd name="connsiteX2" fmla="*/ 619573 w 1232132"/>
              <a:gd name="connsiteY2" fmla="*/ 994299 h 1979720"/>
              <a:gd name="connsiteX3" fmla="*/ 1232132 w 1232132"/>
              <a:gd name="connsiteY3" fmla="*/ 1979720 h 1979720"/>
              <a:gd name="connsiteX4" fmla="*/ 1232132 w 1232132"/>
              <a:gd name="connsiteY4" fmla="*/ 1979720 h 1979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2132" h="1979720">
                <a:moveTo>
                  <a:pt x="122423" y="0"/>
                </a:moveTo>
                <a:cubicBezTo>
                  <a:pt x="36606" y="241177"/>
                  <a:pt x="-49211" y="482354"/>
                  <a:pt x="33647" y="648070"/>
                </a:cubicBezTo>
                <a:cubicBezTo>
                  <a:pt x="116505" y="813786"/>
                  <a:pt x="419826" y="772357"/>
                  <a:pt x="619573" y="994299"/>
                </a:cubicBezTo>
                <a:cubicBezTo>
                  <a:pt x="819321" y="1216241"/>
                  <a:pt x="1232132" y="1979720"/>
                  <a:pt x="1232132" y="1979720"/>
                </a:cubicBezTo>
                <a:lnTo>
                  <a:pt x="1232132" y="1979720"/>
                </a:lnTo>
              </a:path>
            </a:pathLst>
          </a:custGeom>
          <a:noFill/>
          <a:ln w="25400" cap="flat" cmpd="sng" algn="ctr">
            <a:solidFill>
              <a:srgbClr val="40BFC8">
                <a:alpha val="50000"/>
              </a:srgbClr>
            </a:solidFill>
            <a:prstDash val="solid"/>
            <a:round/>
            <a:headEnd type="none" w="med" len="med"/>
            <a:tailEnd type="triangle" w="med" len="me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000000"/>
              </a:solidFill>
              <a:effectLst/>
              <a:uLnTx/>
              <a:uFillTx/>
            </a:endParaRPr>
          </a:p>
        </p:txBody>
      </p:sp>
      <p:sp>
        <p:nvSpPr>
          <p:cNvPr id="178" name="椭圆 177">
            <a:extLst>
              <a:ext uri="{FF2B5EF4-FFF2-40B4-BE49-F238E27FC236}">
                <a16:creationId xmlns:a16="http://schemas.microsoft.com/office/drawing/2014/main" id="{0EDFE92B-09A1-41BC-8F82-4F780A6D0CB7}"/>
              </a:ext>
            </a:extLst>
          </p:cNvPr>
          <p:cNvSpPr/>
          <p:nvPr/>
        </p:nvSpPr>
        <p:spPr bwMode="gray">
          <a:xfrm>
            <a:off x="2405762" y="2272832"/>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3</a:t>
            </a:r>
            <a:endParaRPr kumimoji="0" lang="zh-CN" altLang="en-US" sz="1200" b="1" i="0" u="none" strike="noStrike" kern="0" cap="none" spc="0" normalizeH="0" baseline="0" noProof="0" dirty="0">
              <a:ln>
                <a:noFill/>
              </a:ln>
              <a:solidFill>
                <a:srgbClr val="FFFFFF"/>
              </a:solidFill>
              <a:effectLst/>
              <a:uLnTx/>
              <a:uFillTx/>
            </a:endParaRPr>
          </a:p>
        </p:txBody>
      </p:sp>
      <p:sp>
        <p:nvSpPr>
          <p:cNvPr id="179" name="圆角矩形 75">
            <a:extLst>
              <a:ext uri="{FF2B5EF4-FFF2-40B4-BE49-F238E27FC236}">
                <a16:creationId xmlns:a16="http://schemas.microsoft.com/office/drawing/2014/main" id="{E67EB090-EBA6-43F3-9388-8E6F432D1026}"/>
              </a:ext>
            </a:extLst>
          </p:cNvPr>
          <p:cNvSpPr/>
          <p:nvPr/>
        </p:nvSpPr>
        <p:spPr bwMode="gray">
          <a:xfrm>
            <a:off x="1931982" y="4320567"/>
            <a:ext cx="1060938" cy="28725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sym typeface="+mn-lt"/>
              </a:rPr>
              <a:t>NETCONF</a:t>
            </a:r>
            <a:endParaRPr kumimoji="0" lang="zh-CN" altLang="en-US" sz="1200" b="0" i="0" u="none" strike="noStrike" kern="0" cap="none" spc="0" normalizeH="0" baseline="0" noProof="0" dirty="0">
              <a:ln>
                <a:noFill/>
              </a:ln>
              <a:solidFill>
                <a:sysClr val="windowText" lastClr="000000"/>
              </a:solidFill>
              <a:effectLst/>
              <a:uLnTx/>
              <a:uFillTx/>
              <a:cs typeface="Arial" charset="0"/>
              <a:sym typeface="+mn-lt"/>
            </a:endParaRPr>
          </a:p>
        </p:txBody>
      </p:sp>
      <p:sp>
        <p:nvSpPr>
          <p:cNvPr id="180" name="圆角矩形 38">
            <a:extLst>
              <a:ext uri="{FF2B5EF4-FFF2-40B4-BE49-F238E27FC236}">
                <a16:creationId xmlns:a16="http://schemas.microsoft.com/office/drawing/2014/main" id="{7FE52762-A000-4869-8A2A-B0F2482256BB}"/>
              </a:ext>
            </a:extLst>
          </p:cNvPr>
          <p:cNvSpPr/>
          <p:nvPr/>
        </p:nvSpPr>
        <p:spPr bwMode="gray">
          <a:xfrm>
            <a:off x="3319366" y="4320567"/>
            <a:ext cx="956475" cy="28725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err="1">
                <a:ln>
                  <a:noFill/>
                </a:ln>
                <a:solidFill>
                  <a:sysClr val="windowText" lastClr="000000"/>
                </a:solidFill>
                <a:effectLst/>
                <a:uLnTx/>
                <a:uFillTx/>
                <a:cs typeface="Arial" charset="0"/>
                <a:sym typeface="+mn-lt"/>
              </a:rPr>
              <a:t>STelnet</a:t>
            </a:r>
            <a:endParaRPr kumimoji="0" lang="zh-CN" altLang="en-US" sz="1200" b="0" i="0" u="none" strike="noStrike" kern="0" cap="none" spc="0" normalizeH="0" baseline="0" noProof="0" dirty="0">
              <a:ln>
                <a:noFill/>
              </a:ln>
              <a:solidFill>
                <a:sysClr val="windowText" lastClr="000000"/>
              </a:solidFill>
              <a:effectLst/>
              <a:uLnTx/>
              <a:uFillTx/>
              <a:cs typeface="Arial" charset="0"/>
              <a:sym typeface="+mn-lt"/>
            </a:endParaRPr>
          </a:p>
        </p:txBody>
      </p:sp>
      <p:sp>
        <p:nvSpPr>
          <p:cNvPr id="181" name="任意多边形 268">
            <a:extLst>
              <a:ext uri="{FF2B5EF4-FFF2-40B4-BE49-F238E27FC236}">
                <a16:creationId xmlns:a16="http://schemas.microsoft.com/office/drawing/2014/main" id="{3FA648D7-D336-493A-8481-ADFC74C76F9A}"/>
              </a:ext>
            </a:extLst>
          </p:cNvPr>
          <p:cNvSpPr/>
          <p:nvPr/>
        </p:nvSpPr>
        <p:spPr bwMode="gray">
          <a:xfrm>
            <a:off x="2574757" y="3122041"/>
            <a:ext cx="654104" cy="2188227"/>
          </a:xfrm>
          <a:custGeom>
            <a:avLst/>
            <a:gdLst>
              <a:gd name="connsiteX0" fmla="*/ 1509204 w 1509204"/>
              <a:gd name="connsiteY0" fmla="*/ 0 h 2982897"/>
              <a:gd name="connsiteX1" fmla="*/ 0 w 1509204"/>
              <a:gd name="connsiteY1" fmla="*/ 2982897 h 2982897"/>
              <a:gd name="connsiteX2" fmla="*/ 0 w 1509204"/>
              <a:gd name="connsiteY2" fmla="*/ 2982897 h 2982897"/>
              <a:gd name="connsiteX0" fmla="*/ 1509204 w 1509204"/>
              <a:gd name="connsiteY0" fmla="*/ 0 h 2982897"/>
              <a:gd name="connsiteX1" fmla="*/ 707433 w 1509204"/>
              <a:gd name="connsiteY1" fmla="*/ 1551136 h 2982897"/>
              <a:gd name="connsiteX2" fmla="*/ 0 w 1509204"/>
              <a:gd name="connsiteY2" fmla="*/ 2982897 h 2982897"/>
              <a:gd name="connsiteX3" fmla="*/ 0 w 1509204"/>
              <a:gd name="connsiteY3" fmla="*/ 2982897 h 2982897"/>
              <a:gd name="connsiteX0" fmla="*/ 1509204 w 1509204"/>
              <a:gd name="connsiteY0" fmla="*/ 0 h 2982897"/>
              <a:gd name="connsiteX1" fmla="*/ 589168 w 1509204"/>
              <a:gd name="connsiteY1" fmla="*/ 1232151 h 2982897"/>
              <a:gd name="connsiteX2" fmla="*/ 0 w 1509204"/>
              <a:gd name="connsiteY2" fmla="*/ 2982897 h 2982897"/>
              <a:gd name="connsiteX3" fmla="*/ 0 w 1509204"/>
              <a:gd name="connsiteY3" fmla="*/ 2982897 h 2982897"/>
              <a:gd name="connsiteX0" fmla="*/ 1509204 w 1509204"/>
              <a:gd name="connsiteY0" fmla="*/ 0 h 2982897"/>
              <a:gd name="connsiteX1" fmla="*/ 589168 w 1509204"/>
              <a:gd name="connsiteY1" fmla="*/ 1232151 h 2982897"/>
              <a:gd name="connsiteX2" fmla="*/ 0 w 1509204"/>
              <a:gd name="connsiteY2" fmla="*/ 2982897 h 2982897"/>
              <a:gd name="connsiteX3" fmla="*/ 0 w 1509204"/>
              <a:gd name="connsiteY3" fmla="*/ 2982897 h 2982897"/>
              <a:gd name="connsiteX0" fmla="*/ 1509204 w 1509204"/>
              <a:gd name="connsiteY0" fmla="*/ 0 h 2982897"/>
              <a:gd name="connsiteX1" fmla="*/ 652850 w 1509204"/>
              <a:gd name="connsiteY1" fmla="*/ 1357811 h 2982897"/>
              <a:gd name="connsiteX2" fmla="*/ 0 w 1509204"/>
              <a:gd name="connsiteY2" fmla="*/ 2982897 h 2982897"/>
              <a:gd name="connsiteX3" fmla="*/ 0 w 1509204"/>
              <a:gd name="connsiteY3" fmla="*/ 2982897 h 2982897"/>
            </a:gdLst>
            <a:ahLst/>
            <a:cxnLst>
              <a:cxn ang="0">
                <a:pos x="connsiteX0" y="connsiteY0"/>
              </a:cxn>
              <a:cxn ang="0">
                <a:pos x="connsiteX1" y="connsiteY1"/>
              </a:cxn>
              <a:cxn ang="0">
                <a:pos x="connsiteX2" y="connsiteY2"/>
              </a:cxn>
              <a:cxn ang="0">
                <a:pos x="connsiteX3" y="connsiteY3"/>
              </a:cxn>
            </a:cxnLst>
            <a:rect l="l" t="t" r="r" b="b"/>
            <a:pathLst>
              <a:path w="1509204" h="2982897">
                <a:moveTo>
                  <a:pt x="1509204" y="0"/>
                </a:moveTo>
                <a:cubicBezTo>
                  <a:pt x="1202525" y="410717"/>
                  <a:pt x="904384" y="860662"/>
                  <a:pt x="652850" y="1357811"/>
                </a:cubicBezTo>
                <a:cubicBezTo>
                  <a:pt x="401316" y="1854961"/>
                  <a:pt x="98195" y="2691106"/>
                  <a:pt x="0" y="2982897"/>
                </a:cubicBezTo>
                <a:lnTo>
                  <a:pt x="0" y="2982897"/>
                </a:lnTo>
              </a:path>
            </a:pathLst>
          </a:custGeom>
          <a:noFill/>
          <a:ln w="25400" cap="flat" cmpd="sng" algn="ctr">
            <a:solidFill>
              <a:srgbClr val="40BFC8">
                <a:alpha val="50000"/>
              </a:srgbClr>
            </a:solidFill>
            <a:prstDash val="solid"/>
            <a:round/>
            <a:headEnd type="none" w="med" len="med"/>
            <a:tailEnd type="triangle" w="med" len="me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000000"/>
              </a:solidFill>
              <a:effectLst/>
              <a:uLnTx/>
              <a:uFillTx/>
            </a:endParaRPr>
          </a:p>
        </p:txBody>
      </p:sp>
      <p:cxnSp>
        <p:nvCxnSpPr>
          <p:cNvPr id="182" name="直接连接符 181">
            <a:extLst>
              <a:ext uri="{FF2B5EF4-FFF2-40B4-BE49-F238E27FC236}">
                <a16:creationId xmlns:a16="http://schemas.microsoft.com/office/drawing/2014/main" id="{96BE7CBF-F24F-4C77-B1DF-18FB896296C2}"/>
              </a:ext>
            </a:extLst>
          </p:cNvPr>
          <p:cNvCxnSpPr>
            <a:cxnSpLocks/>
          </p:cNvCxnSpPr>
          <p:nvPr/>
        </p:nvCxnSpPr>
        <p:spPr bwMode="gray">
          <a:xfrm flipV="1">
            <a:off x="2959867" y="4870757"/>
            <a:ext cx="532071" cy="350511"/>
          </a:xfrm>
          <a:prstGeom prst="line">
            <a:avLst/>
          </a:prstGeom>
          <a:noFill/>
          <a:ln w="9525" cap="flat" cmpd="sng" algn="ctr">
            <a:solidFill>
              <a:schemeClr val="tx1"/>
            </a:solidFill>
            <a:prstDash val="dash"/>
          </a:ln>
          <a:effectLst/>
        </p:spPr>
      </p:cxnSp>
      <p:cxnSp>
        <p:nvCxnSpPr>
          <p:cNvPr id="183" name="直接连接符 182">
            <a:extLst>
              <a:ext uri="{FF2B5EF4-FFF2-40B4-BE49-F238E27FC236}">
                <a16:creationId xmlns:a16="http://schemas.microsoft.com/office/drawing/2014/main" id="{879E1358-4878-4C46-A22D-4D4152250094}"/>
              </a:ext>
            </a:extLst>
          </p:cNvPr>
          <p:cNvCxnSpPr>
            <a:cxnSpLocks/>
          </p:cNvCxnSpPr>
          <p:nvPr/>
        </p:nvCxnSpPr>
        <p:spPr bwMode="gray">
          <a:xfrm flipH="1" flipV="1">
            <a:off x="3491939" y="4870757"/>
            <a:ext cx="708894" cy="380241"/>
          </a:xfrm>
          <a:prstGeom prst="line">
            <a:avLst/>
          </a:prstGeom>
          <a:noFill/>
          <a:ln w="9525" cap="flat" cmpd="sng" algn="ctr">
            <a:solidFill>
              <a:schemeClr val="tx1"/>
            </a:solidFill>
            <a:prstDash val="dash"/>
          </a:ln>
          <a:effectLst/>
        </p:spPr>
      </p:cxnSp>
      <p:cxnSp>
        <p:nvCxnSpPr>
          <p:cNvPr id="184" name="直接连接符 183">
            <a:extLst>
              <a:ext uri="{FF2B5EF4-FFF2-40B4-BE49-F238E27FC236}">
                <a16:creationId xmlns:a16="http://schemas.microsoft.com/office/drawing/2014/main" id="{3DDF7119-8217-4DDC-B961-C9EFA4A54FFF}"/>
              </a:ext>
            </a:extLst>
          </p:cNvPr>
          <p:cNvCxnSpPr>
            <a:cxnSpLocks/>
          </p:cNvCxnSpPr>
          <p:nvPr/>
        </p:nvCxnSpPr>
        <p:spPr bwMode="gray">
          <a:xfrm flipV="1">
            <a:off x="1825045" y="4870757"/>
            <a:ext cx="1666893" cy="601173"/>
          </a:xfrm>
          <a:prstGeom prst="line">
            <a:avLst/>
          </a:prstGeom>
          <a:noFill/>
          <a:ln w="9525" cap="flat" cmpd="sng" algn="ctr">
            <a:solidFill>
              <a:schemeClr val="tx1"/>
            </a:solidFill>
            <a:prstDash val="dash"/>
          </a:ln>
          <a:effectLst/>
        </p:spPr>
      </p:cxnSp>
      <p:cxnSp>
        <p:nvCxnSpPr>
          <p:cNvPr id="185" name="直接连接符 184">
            <a:extLst>
              <a:ext uri="{FF2B5EF4-FFF2-40B4-BE49-F238E27FC236}">
                <a16:creationId xmlns:a16="http://schemas.microsoft.com/office/drawing/2014/main" id="{D42C4418-ACAD-4006-AC15-696D5429CFF2}"/>
              </a:ext>
            </a:extLst>
          </p:cNvPr>
          <p:cNvCxnSpPr>
            <a:cxnSpLocks/>
          </p:cNvCxnSpPr>
          <p:nvPr/>
        </p:nvCxnSpPr>
        <p:spPr bwMode="gray">
          <a:xfrm flipH="1" flipV="1">
            <a:off x="3491938" y="4870759"/>
            <a:ext cx="1936622" cy="570832"/>
          </a:xfrm>
          <a:prstGeom prst="line">
            <a:avLst/>
          </a:prstGeom>
          <a:noFill/>
          <a:ln w="9525" cap="flat" cmpd="sng" algn="ctr">
            <a:solidFill>
              <a:schemeClr val="tx1"/>
            </a:solidFill>
            <a:prstDash val="dash"/>
          </a:ln>
          <a:effectLst/>
        </p:spPr>
      </p:cxnSp>
      <p:pic>
        <p:nvPicPr>
          <p:cNvPr id="186" name="图片 185">
            <a:extLst>
              <a:ext uri="{FF2B5EF4-FFF2-40B4-BE49-F238E27FC236}">
                <a16:creationId xmlns:a16="http://schemas.microsoft.com/office/drawing/2014/main" id="{F95C86A2-DA7E-4E8F-9C46-EE3A9338D36C}"/>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18021" y="5461222"/>
            <a:ext cx="469006" cy="384585"/>
          </a:xfrm>
          <a:prstGeom prst="rect">
            <a:avLst/>
          </a:prstGeom>
        </p:spPr>
      </p:pic>
      <p:pic>
        <p:nvPicPr>
          <p:cNvPr id="187" name="图片 186">
            <a:extLst>
              <a:ext uri="{FF2B5EF4-FFF2-40B4-BE49-F238E27FC236}">
                <a16:creationId xmlns:a16="http://schemas.microsoft.com/office/drawing/2014/main" id="{D58F0F7A-B418-4740-8672-7F6E9E78272F}"/>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61346" y="5193206"/>
            <a:ext cx="469006" cy="384585"/>
          </a:xfrm>
          <a:prstGeom prst="rect">
            <a:avLst/>
          </a:prstGeom>
        </p:spPr>
      </p:pic>
      <p:pic>
        <p:nvPicPr>
          <p:cNvPr id="188" name="图片 187">
            <a:extLst>
              <a:ext uri="{FF2B5EF4-FFF2-40B4-BE49-F238E27FC236}">
                <a16:creationId xmlns:a16="http://schemas.microsoft.com/office/drawing/2014/main" id="{235F5C2A-C74D-4C72-857E-E7F81E89A32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864506" y="5193206"/>
            <a:ext cx="469006" cy="384585"/>
          </a:xfrm>
          <a:prstGeom prst="rect">
            <a:avLst/>
          </a:prstGeom>
        </p:spPr>
      </p:pic>
      <p:pic>
        <p:nvPicPr>
          <p:cNvPr id="189" name="图片 188">
            <a:extLst>
              <a:ext uri="{FF2B5EF4-FFF2-40B4-BE49-F238E27FC236}">
                <a16:creationId xmlns:a16="http://schemas.microsoft.com/office/drawing/2014/main" id="{0623BCD0-B26E-400A-BDF7-65EFE0A01A6F}"/>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154081" y="5401079"/>
            <a:ext cx="469006" cy="384585"/>
          </a:xfrm>
          <a:prstGeom prst="rect">
            <a:avLst/>
          </a:prstGeom>
        </p:spPr>
      </p:pic>
      <p:cxnSp>
        <p:nvCxnSpPr>
          <p:cNvPr id="190" name="直接连接符 189">
            <a:extLst>
              <a:ext uri="{FF2B5EF4-FFF2-40B4-BE49-F238E27FC236}">
                <a16:creationId xmlns:a16="http://schemas.microsoft.com/office/drawing/2014/main" id="{E1B02F29-7D53-42D3-9001-4FEDD01DDE70}"/>
              </a:ext>
            </a:extLst>
          </p:cNvPr>
          <p:cNvCxnSpPr>
            <a:cxnSpLocks/>
            <a:stCxn id="186" idx="3"/>
            <a:endCxn id="187" idx="1"/>
          </p:cNvCxnSpPr>
          <p:nvPr/>
        </p:nvCxnSpPr>
        <p:spPr bwMode="gray">
          <a:xfrm flipV="1">
            <a:off x="2087027" y="5385499"/>
            <a:ext cx="674319" cy="268016"/>
          </a:xfrm>
          <a:prstGeom prst="line">
            <a:avLst/>
          </a:prstGeom>
          <a:noFill/>
          <a:ln w="19050" cap="flat" cmpd="sng" algn="ctr">
            <a:solidFill>
              <a:sysClr val="window" lastClr="FFFFFF">
                <a:lumMod val="65000"/>
              </a:sysClr>
            </a:solidFill>
            <a:prstDash val="solid"/>
            <a:miter lim="800000"/>
          </a:ln>
          <a:effectLst/>
        </p:spPr>
      </p:cxnSp>
      <p:cxnSp>
        <p:nvCxnSpPr>
          <p:cNvPr id="191" name="直接连接符 190">
            <a:extLst>
              <a:ext uri="{FF2B5EF4-FFF2-40B4-BE49-F238E27FC236}">
                <a16:creationId xmlns:a16="http://schemas.microsoft.com/office/drawing/2014/main" id="{5E661A7F-B695-4915-8D9C-7968F8009453}"/>
              </a:ext>
            </a:extLst>
          </p:cNvPr>
          <p:cNvCxnSpPr>
            <a:cxnSpLocks/>
            <a:stCxn id="187" idx="3"/>
            <a:endCxn id="188" idx="1"/>
          </p:cNvCxnSpPr>
          <p:nvPr/>
        </p:nvCxnSpPr>
        <p:spPr bwMode="gray">
          <a:xfrm>
            <a:off x="3230352" y="5385499"/>
            <a:ext cx="634154" cy="0"/>
          </a:xfrm>
          <a:prstGeom prst="line">
            <a:avLst/>
          </a:prstGeom>
          <a:noFill/>
          <a:ln w="19050" cap="flat" cmpd="sng" algn="ctr">
            <a:solidFill>
              <a:sysClr val="window" lastClr="FFFFFF">
                <a:lumMod val="65000"/>
              </a:sysClr>
            </a:solidFill>
            <a:prstDash val="solid"/>
            <a:miter lim="800000"/>
          </a:ln>
          <a:effectLst/>
        </p:spPr>
      </p:cxnSp>
      <p:cxnSp>
        <p:nvCxnSpPr>
          <p:cNvPr id="192" name="直接连接符 191">
            <a:extLst>
              <a:ext uri="{FF2B5EF4-FFF2-40B4-BE49-F238E27FC236}">
                <a16:creationId xmlns:a16="http://schemas.microsoft.com/office/drawing/2014/main" id="{63DF6C8B-3896-4BE1-AFE6-B466219B74C3}"/>
              </a:ext>
            </a:extLst>
          </p:cNvPr>
          <p:cNvCxnSpPr>
            <a:cxnSpLocks/>
            <a:stCxn id="188" idx="3"/>
            <a:endCxn id="189" idx="1"/>
          </p:cNvCxnSpPr>
          <p:nvPr/>
        </p:nvCxnSpPr>
        <p:spPr bwMode="gray">
          <a:xfrm>
            <a:off x="4333512" y="5385499"/>
            <a:ext cx="820569" cy="207873"/>
          </a:xfrm>
          <a:prstGeom prst="line">
            <a:avLst/>
          </a:prstGeom>
          <a:noFill/>
          <a:ln w="19050" cap="flat" cmpd="sng" algn="ctr">
            <a:solidFill>
              <a:sysClr val="window" lastClr="FFFFFF">
                <a:lumMod val="65000"/>
              </a:sysClr>
            </a:solidFill>
            <a:prstDash val="solid"/>
            <a:miter lim="800000"/>
          </a:ln>
          <a:effectLst/>
        </p:spPr>
      </p:cxnSp>
      <p:sp>
        <p:nvSpPr>
          <p:cNvPr id="193" name="矩形 192">
            <a:extLst>
              <a:ext uri="{FF2B5EF4-FFF2-40B4-BE49-F238E27FC236}">
                <a16:creationId xmlns:a16="http://schemas.microsoft.com/office/drawing/2014/main" id="{2E37CED4-9FC8-4092-94DB-9C8B9AD00089}"/>
              </a:ext>
            </a:extLst>
          </p:cNvPr>
          <p:cNvSpPr/>
          <p:nvPr/>
        </p:nvSpPr>
        <p:spPr bwMode="gray">
          <a:xfrm>
            <a:off x="6343971" y="1014879"/>
            <a:ext cx="5013589" cy="369188"/>
          </a:xfrm>
          <a:prstGeom prst="rect">
            <a:avLst/>
          </a:prstGeom>
        </p:spPr>
        <p:txBody>
          <a:bodyPr wrap="square">
            <a:spAutoFit/>
          </a:bodyPr>
          <a:lstStyle/>
          <a:p>
            <a:pPr marL="0" marR="0" lvl="0" indent="0" algn="ctr" defTabSz="1218956" eaLnBrk="1" fontAlgn="base" latinLnBrk="0" hangingPunct="1">
              <a:lnSpc>
                <a:spcPct val="100000"/>
              </a:lnSpc>
              <a:spcBef>
                <a:spcPct val="0"/>
              </a:spcBef>
              <a:spcAft>
                <a:spcPct val="0"/>
              </a:spcAft>
              <a:buClrTx/>
              <a:buSzTx/>
              <a:buFontTx/>
              <a:buNone/>
              <a:tabLst/>
              <a:defRPr/>
            </a:pPr>
            <a:r>
              <a:rPr kumimoji="0" lang="zh-CN" altLang="en-US" sz="1799" b="1" i="0" u="none" strike="noStrike" kern="0" cap="none" spc="0" normalizeH="0" baseline="0" noProof="0" dirty="0">
                <a:ln>
                  <a:noFill/>
                </a:ln>
                <a:effectLst/>
                <a:uLnTx/>
                <a:uFillTx/>
              </a:rPr>
              <a:t>执行流程</a:t>
            </a:r>
            <a:endParaRPr kumimoji="0" lang="en-US" altLang="zh-CN" sz="1799" b="1" i="0" u="none" strike="noStrike" kern="0" cap="none" spc="0" normalizeH="0" baseline="0" noProof="0" dirty="0">
              <a:ln>
                <a:noFill/>
              </a:ln>
              <a:effectLst/>
              <a:uLnTx/>
              <a:uFillTx/>
            </a:endParaRPr>
          </a:p>
        </p:txBody>
      </p:sp>
      <p:sp>
        <p:nvSpPr>
          <p:cNvPr id="77" name="文本框 76"/>
          <p:cNvSpPr txBox="1"/>
          <p:nvPr/>
        </p:nvSpPr>
        <p:spPr>
          <a:xfrm>
            <a:off x="490928" y="5193206"/>
            <a:ext cx="791979" cy="307777"/>
          </a:xfrm>
          <a:prstGeom prst="rect">
            <a:avLst/>
          </a:prstGeom>
          <a:solidFill>
            <a:srgbClr val="81C15F"/>
          </a:solidFill>
        </p:spPr>
        <p:txBody>
          <a:bodyPr wrap="square" rtlCol="0">
            <a:spAutoFit/>
          </a:bodyPr>
          <a:lstStyle/>
          <a:p>
            <a:pPr algn="ctr"/>
            <a:r>
              <a:rPr lang="en-US" altLang="zh-CN" sz="1400" dirty="0">
                <a:solidFill>
                  <a:schemeClr val="bg1"/>
                </a:solidFill>
              </a:rPr>
              <a:t>Python</a:t>
            </a:r>
            <a:endParaRPr lang="zh-CN" altLang="en-US" sz="1400" dirty="0">
              <a:solidFill>
                <a:schemeClr val="bg1"/>
              </a:solidFill>
            </a:endParaRPr>
          </a:p>
        </p:txBody>
      </p:sp>
    </p:spTree>
    <p:extLst>
      <p:ext uri="{BB962C8B-B14F-4D97-AF65-F5344CB8AC3E}">
        <p14:creationId xmlns:p14="http://schemas.microsoft.com/office/powerpoint/2010/main" val="2169704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6D0915-332E-42C1-9384-FDE7BBF2140C}"/>
              </a:ext>
            </a:extLst>
          </p:cNvPr>
          <p:cNvSpPr>
            <a:spLocks noGrp="1"/>
          </p:cNvSpPr>
          <p:nvPr>
            <p:ph type="title"/>
          </p:nvPr>
        </p:nvSpPr>
        <p:spPr bwMode="gray"/>
        <p:txBody>
          <a:bodyPr/>
          <a:lstStyle/>
          <a:p>
            <a:r>
              <a:rPr lang="zh-CN" altLang="en-US"/>
              <a:t>用例</a:t>
            </a:r>
            <a:r>
              <a:rPr lang="en-US" altLang="zh-CN"/>
              <a:t>3</a:t>
            </a:r>
            <a:r>
              <a:rPr lang="zh-CN" altLang="en-US"/>
              <a:t>：批量下发配置</a:t>
            </a:r>
          </a:p>
        </p:txBody>
      </p:sp>
      <p:grpSp>
        <p:nvGrpSpPr>
          <p:cNvPr id="67" name="组 250">
            <a:extLst>
              <a:ext uri="{FF2B5EF4-FFF2-40B4-BE49-F238E27FC236}">
                <a16:creationId xmlns:a16="http://schemas.microsoft.com/office/drawing/2014/main" id="{15419914-5DB3-46BB-BF53-2E4C2A9DDBDC}"/>
              </a:ext>
            </a:extLst>
          </p:cNvPr>
          <p:cNvGrpSpPr/>
          <p:nvPr/>
        </p:nvGrpSpPr>
        <p:grpSpPr bwMode="gray">
          <a:xfrm>
            <a:off x="1004752" y="1388523"/>
            <a:ext cx="4853111" cy="3802965"/>
            <a:chOff x="1055963" y="1204166"/>
            <a:chExt cx="4855007" cy="3804451"/>
          </a:xfrm>
        </p:grpSpPr>
        <p:sp>
          <p:nvSpPr>
            <p:cNvPr id="68" name="矩形 67">
              <a:extLst>
                <a:ext uri="{FF2B5EF4-FFF2-40B4-BE49-F238E27FC236}">
                  <a16:creationId xmlns:a16="http://schemas.microsoft.com/office/drawing/2014/main" id="{D5D20E86-9F1A-44E7-86DA-2D52A5A84156}"/>
                </a:ext>
              </a:extLst>
            </p:cNvPr>
            <p:cNvSpPr/>
            <p:nvPr/>
          </p:nvSpPr>
          <p:spPr bwMode="gray">
            <a:xfrm>
              <a:off x="1055963" y="1592365"/>
              <a:ext cx="4855006" cy="3416252"/>
            </a:xfrm>
            <a:prstGeom prst="rect">
              <a:avLst/>
            </a:prstGeom>
            <a:solidFill>
              <a:srgbClr val="F3FBFE">
                <a:lumMod val="95000"/>
              </a:srgbClr>
            </a:solidFill>
            <a:ln w="254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69" name="矩形 68">
              <a:extLst>
                <a:ext uri="{FF2B5EF4-FFF2-40B4-BE49-F238E27FC236}">
                  <a16:creationId xmlns:a16="http://schemas.microsoft.com/office/drawing/2014/main" id="{18CB9F75-86E8-4950-929C-EA64260E8249}"/>
                </a:ext>
              </a:extLst>
            </p:cNvPr>
            <p:cNvSpPr/>
            <p:nvPr/>
          </p:nvSpPr>
          <p:spPr bwMode="gray">
            <a:xfrm>
              <a:off x="1235555" y="4498629"/>
              <a:ext cx="3432502" cy="404798"/>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70" name="矩形 69">
              <a:extLst>
                <a:ext uri="{FF2B5EF4-FFF2-40B4-BE49-F238E27FC236}">
                  <a16:creationId xmlns:a16="http://schemas.microsoft.com/office/drawing/2014/main" id="{93861AB6-BE28-4067-A3DA-4853AE9091BF}"/>
                </a:ext>
              </a:extLst>
            </p:cNvPr>
            <p:cNvSpPr/>
            <p:nvPr/>
          </p:nvSpPr>
          <p:spPr bwMode="gray">
            <a:xfrm>
              <a:off x="1055964" y="1204166"/>
              <a:ext cx="4855006" cy="294379"/>
            </a:xfrm>
            <a:prstGeom prst="rect">
              <a:avLst/>
            </a:prstGeom>
            <a:solidFill>
              <a:srgbClr val="8BC9A0">
                <a:lumMod val="7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F3FBFE"/>
                  </a:solidFill>
                  <a:effectLst/>
                  <a:uLnTx/>
                  <a:uFillTx/>
                </a:rPr>
                <a:t>OSS/</a:t>
              </a:r>
              <a:r>
                <a:rPr kumimoji="0" lang="zh-CN" altLang="en-US" sz="1400" b="1" i="0" u="none" strike="noStrike" kern="0" cap="none" spc="0" normalizeH="0" baseline="0" noProof="0" dirty="0">
                  <a:ln>
                    <a:noFill/>
                  </a:ln>
                  <a:solidFill>
                    <a:srgbClr val="F3FBFE"/>
                  </a:solidFill>
                  <a:effectLst/>
                  <a:uLnTx/>
                  <a:uFillTx/>
                </a:rPr>
                <a:t>编排器</a:t>
              </a:r>
            </a:p>
          </p:txBody>
        </p:sp>
        <p:cxnSp>
          <p:nvCxnSpPr>
            <p:cNvPr id="71" name="直接连接符 201">
              <a:extLst>
                <a:ext uri="{FF2B5EF4-FFF2-40B4-BE49-F238E27FC236}">
                  <a16:creationId xmlns:a16="http://schemas.microsoft.com/office/drawing/2014/main" id="{F71BE8DA-19EC-4726-A262-A3339EA2D783}"/>
                </a:ext>
              </a:extLst>
            </p:cNvPr>
            <p:cNvCxnSpPr/>
            <p:nvPr/>
          </p:nvCxnSpPr>
          <p:spPr bwMode="gray">
            <a:xfrm flipH="1">
              <a:off x="3483466" y="1498545"/>
              <a:ext cx="1" cy="93820"/>
            </a:xfrm>
            <a:prstGeom prst="line">
              <a:avLst/>
            </a:prstGeom>
            <a:noFill/>
            <a:ln w="9525" cap="flat" cmpd="sng" algn="ctr">
              <a:solidFill>
                <a:srgbClr val="D9D9D9"/>
              </a:solidFill>
              <a:prstDash val="solid"/>
            </a:ln>
            <a:effectLst/>
          </p:spPr>
        </p:cxnSp>
        <p:sp>
          <p:nvSpPr>
            <p:cNvPr id="72" name="矩形 71">
              <a:extLst>
                <a:ext uri="{FF2B5EF4-FFF2-40B4-BE49-F238E27FC236}">
                  <a16:creationId xmlns:a16="http://schemas.microsoft.com/office/drawing/2014/main" id="{4063DB5B-C1E2-435E-9507-E0114DD86CA2}"/>
                </a:ext>
              </a:extLst>
            </p:cNvPr>
            <p:cNvSpPr/>
            <p:nvPr/>
          </p:nvSpPr>
          <p:spPr bwMode="gray">
            <a:xfrm>
              <a:off x="1194016" y="1991504"/>
              <a:ext cx="4578900" cy="454467"/>
            </a:xfrm>
            <a:prstGeom prst="rect">
              <a:avLst/>
            </a:prstGeom>
            <a:noFill/>
            <a:ln w="22225" cap="flat" cmpd="sng" algn="ctr">
              <a:solidFill>
                <a:srgbClr val="F3FBFE">
                  <a:lumMod val="85000"/>
                </a:srgbClr>
              </a:solidFill>
              <a:prstDash val="sysDot"/>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en-US" altLang="zh-CN" sz="1200" b="1" i="0" u="none" strike="noStrike" kern="0" cap="none" spc="0" normalizeH="0" baseline="0" noProof="0">
                <a:ln>
                  <a:noFill/>
                </a:ln>
                <a:solidFill>
                  <a:prstClr val="black"/>
                </a:solidFill>
                <a:effectLst/>
                <a:uLnTx/>
                <a:uFillTx/>
                <a:cs typeface="Calibri" pitchFamily="34" charset="0"/>
              </a:endParaRPr>
            </a:p>
          </p:txBody>
        </p:sp>
        <p:sp>
          <p:nvSpPr>
            <p:cNvPr id="73" name="矩形 72">
              <a:extLst>
                <a:ext uri="{FF2B5EF4-FFF2-40B4-BE49-F238E27FC236}">
                  <a16:creationId xmlns:a16="http://schemas.microsoft.com/office/drawing/2014/main" id="{A0A84E29-9DB0-493C-9963-5CAB5260380D}"/>
                </a:ext>
              </a:extLst>
            </p:cNvPr>
            <p:cNvSpPr/>
            <p:nvPr/>
          </p:nvSpPr>
          <p:spPr bwMode="gray">
            <a:xfrm>
              <a:off x="1229791" y="3561873"/>
              <a:ext cx="3438267" cy="375764"/>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74" name="矩形 73">
              <a:extLst>
                <a:ext uri="{FF2B5EF4-FFF2-40B4-BE49-F238E27FC236}">
                  <a16:creationId xmlns:a16="http://schemas.microsoft.com/office/drawing/2014/main" id="{00FFF1FA-05FF-461F-9DA8-87D46923D152}"/>
                </a:ext>
              </a:extLst>
            </p:cNvPr>
            <p:cNvSpPr/>
            <p:nvPr/>
          </p:nvSpPr>
          <p:spPr bwMode="gray">
            <a:xfrm>
              <a:off x="1161113" y="3611995"/>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Huawei Sans"/>
                  <a:ea typeface="方正兰亭黑简体"/>
                  <a:cs typeface="Microsoft YaHei" charset="-122"/>
                </a:rPr>
                <a:t>网元管理</a:t>
              </a:r>
            </a:p>
          </p:txBody>
        </p:sp>
        <p:sp>
          <p:nvSpPr>
            <p:cNvPr id="75" name="矩形 74">
              <a:extLst>
                <a:ext uri="{FF2B5EF4-FFF2-40B4-BE49-F238E27FC236}">
                  <a16:creationId xmlns:a16="http://schemas.microsoft.com/office/drawing/2014/main" id="{1E121783-D688-4DDC-919A-4645B16DE7A1}"/>
                </a:ext>
              </a:extLst>
            </p:cNvPr>
            <p:cNvSpPr/>
            <p:nvPr/>
          </p:nvSpPr>
          <p:spPr bwMode="gray">
            <a:xfrm>
              <a:off x="1225589" y="4012098"/>
              <a:ext cx="3442468" cy="398392"/>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76" name="矩形 75">
              <a:extLst>
                <a:ext uri="{FF2B5EF4-FFF2-40B4-BE49-F238E27FC236}">
                  <a16:creationId xmlns:a16="http://schemas.microsoft.com/office/drawing/2014/main" id="{4755FA09-42C5-4902-8CF3-45733ECA9185}"/>
                </a:ext>
              </a:extLst>
            </p:cNvPr>
            <p:cNvSpPr/>
            <p:nvPr/>
          </p:nvSpPr>
          <p:spPr bwMode="gray">
            <a:xfrm>
              <a:off x="1935851" y="4042408"/>
              <a:ext cx="1149714" cy="35574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Huawei NE Driver</a:t>
              </a:r>
            </a:p>
          </p:txBody>
        </p:sp>
        <p:sp>
          <p:nvSpPr>
            <p:cNvPr id="82" name="矩形 81">
              <a:extLst>
                <a:ext uri="{FF2B5EF4-FFF2-40B4-BE49-F238E27FC236}">
                  <a16:creationId xmlns:a16="http://schemas.microsoft.com/office/drawing/2014/main" id="{5CFDC7BB-3C4B-4DFA-8279-EE8319C25247}"/>
                </a:ext>
              </a:extLst>
            </p:cNvPr>
            <p:cNvSpPr/>
            <p:nvPr/>
          </p:nvSpPr>
          <p:spPr bwMode="gray">
            <a:xfrm>
              <a:off x="3424977" y="4088424"/>
              <a:ext cx="1143644" cy="29010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3rd NE Driver</a:t>
              </a:r>
            </a:p>
          </p:txBody>
        </p:sp>
        <p:sp>
          <p:nvSpPr>
            <p:cNvPr id="83" name="矩形 82">
              <a:extLst>
                <a:ext uri="{FF2B5EF4-FFF2-40B4-BE49-F238E27FC236}">
                  <a16:creationId xmlns:a16="http://schemas.microsoft.com/office/drawing/2014/main" id="{C49E22EB-319C-4061-ACE4-00F1F0AA8B4E}"/>
                </a:ext>
              </a:extLst>
            </p:cNvPr>
            <p:cNvSpPr/>
            <p:nvPr/>
          </p:nvSpPr>
          <p:spPr bwMode="gray">
            <a:xfrm>
              <a:off x="1226521" y="3072436"/>
              <a:ext cx="3441537" cy="405606"/>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84" name="矩形 83">
              <a:extLst>
                <a:ext uri="{FF2B5EF4-FFF2-40B4-BE49-F238E27FC236}">
                  <a16:creationId xmlns:a16="http://schemas.microsoft.com/office/drawing/2014/main" id="{456BE35A-D013-4806-AD46-F2A757065E0D}"/>
                </a:ext>
              </a:extLst>
            </p:cNvPr>
            <p:cNvSpPr/>
            <p:nvPr/>
          </p:nvSpPr>
          <p:spPr bwMode="gray">
            <a:xfrm>
              <a:off x="1169942" y="3130655"/>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auto"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Huawei Sans"/>
                  <a:ea typeface="方正兰亭黑简体"/>
                  <a:cs typeface="Microsoft YaHei" charset="-122"/>
                </a:rPr>
                <a:t>业务管理</a:t>
              </a:r>
              <a:endParaRPr kumimoji="0" lang="en-US" altLang="zh-CN" sz="1200" b="1" i="0" u="none" strike="noStrike" kern="0" cap="none" spc="0" normalizeH="0" baseline="0" noProof="0" dirty="0">
                <a:ln>
                  <a:noFill/>
                </a:ln>
                <a:solidFill>
                  <a:srgbClr val="000000"/>
                </a:solidFill>
                <a:effectLst/>
                <a:uLnTx/>
                <a:uFillTx/>
                <a:latin typeface="Huawei Sans"/>
                <a:ea typeface="方正兰亭黑简体"/>
                <a:cs typeface="Microsoft YaHei" charset="-122"/>
              </a:endParaRPr>
            </a:p>
          </p:txBody>
        </p:sp>
        <p:sp>
          <p:nvSpPr>
            <p:cNvPr id="85" name="矩形 84">
              <a:extLst>
                <a:ext uri="{FF2B5EF4-FFF2-40B4-BE49-F238E27FC236}">
                  <a16:creationId xmlns:a16="http://schemas.microsoft.com/office/drawing/2014/main" id="{99B5550D-BB14-451C-8817-D263878A6DB3}"/>
                </a:ext>
              </a:extLst>
            </p:cNvPr>
            <p:cNvSpPr/>
            <p:nvPr/>
          </p:nvSpPr>
          <p:spPr bwMode="gray">
            <a:xfrm>
              <a:off x="1937941" y="3086184"/>
              <a:ext cx="945701" cy="322250"/>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HVPN Service</a:t>
              </a:r>
            </a:p>
          </p:txBody>
        </p:sp>
        <p:sp>
          <p:nvSpPr>
            <p:cNvPr id="86" name="矩形 85">
              <a:extLst>
                <a:ext uri="{FF2B5EF4-FFF2-40B4-BE49-F238E27FC236}">
                  <a16:creationId xmlns:a16="http://schemas.microsoft.com/office/drawing/2014/main" id="{FD277BD2-2996-4668-9228-42CB83986F2C}"/>
                </a:ext>
              </a:extLst>
            </p:cNvPr>
            <p:cNvSpPr/>
            <p:nvPr/>
          </p:nvSpPr>
          <p:spPr bwMode="gray">
            <a:xfrm>
              <a:off x="3016064" y="3100914"/>
              <a:ext cx="896547" cy="311759"/>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SRV6 Service</a:t>
              </a:r>
            </a:p>
          </p:txBody>
        </p:sp>
        <p:sp>
          <p:nvSpPr>
            <p:cNvPr id="87" name="矩形 86">
              <a:extLst>
                <a:ext uri="{FF2B5EF4-FFF2-40B4-BE49-F238E27FC236}">
                  <a16:creationId xmlns:a16="http://schemas.microsoft.com/office/drawing/2014/main" id="{484D289B-5029-44BB-AC96-E230D9D1E5D9}"/>
                </a:ext>
              </a:extLst>
            </p:cNvPr>
            <p:cNvSpPr/>
            <p:nvPr/>
          </p:nvSpPr>
          <p:spPr bwMode="gray">
            <a:xfrm>
              <a:off x="1244325" y="4118155"/>
              <a:ext cx="557287" cy="289358"/>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l" defTabSz="977412" rtl="0" eaLnBrk="1" fontAlgn="base" latinLnBrk="0" hangingPunct="1">
                <a:lnSpc>
                  <a:spcPct val="90000"/>
                </a:lnSpc>
                <a:spcBef>
                  <a:spcPct val="0"/>
                </a:spcBef>
                <a:spcAft>
                  <a:spcPct val="3500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a:ea typeface="方正兰亭黑简体"/>
                  <a:cs typeface="Arial" charset="0"/>
                  <a:sym typeface="+mn-lt"/>
                </a:rPr>
                <a:t>SND</a:t>
              </a:r>
              <a:endParaRPr kumimoji="0" lang="zh-CN" altLang="en-US" sz="1200" b="0" i="0" u="none" strike="noStrike" kern="0" cap="none" spc="0" normalizeH="0" baseline="0" noProof="0" dirty="0">
                <a:ln>
                  <a:noFill/>
                </a:ln>
                <a:solidFill>
                  <a:srgbClr val="000000"/>
                </a:solidFill>
                <a:effectLst/>
                <a:uLnTx/>
                <a:uFillTx/>
                <a:latin typeface="Huawei Sans"/>
                <a:ea typeface="方正兰亭黑简体"/>
                <a:cs typeface="Arial" charset="0"/>
                <a:sym typeface="+mn-lt"/>
              </a:endParaRPr>
            </a:p>
          </p:txBody>
        </p:sp>
        <p:sp>
          <p:nvSpPr>
            <p:cNvPr id="88" name="矩形 87">
              <a:extLst>
                <a:ext uri="{FF2B5EF4-FFF2-40B4-BE49-F238E27FC236}">
                  <a16:creationId xmlns:a16="http://schemas.microsoft.com/office/drawing/2014/main" id="{1068EEAD-2234-4E81-A77C-1DDBB7C31642}"/>
                </a:ext>
              </a:extLst>
            </p:cNvPr>
            <p:cNvSpPr/>
            <p:nvPr/>
          </p:nvSpPr>
          <p:spPr bwMode="gray">
            <a:xfrm>
              <a:off x="3680542" y="2075044"/>
              <a:ext cx="1983808" cy="275966"/>
            </a:xfrm>
            <a:prstGeom prst="rect">
              <a:avLst/>
            </a:prstGeom>
            <a:solidFill>
              <a:srgbClr val="56C4D2"/>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F3FBFE"/>
                  </a:solidFill>
                  <a:effectLst/>
                  <a:uLnTx/>
                  <a:uFillTx/>
                  <a:cs typeface="Microsoft YaHei" charset="-122"/>
                </a:rPr>
                <a:t>NBI</a:t>
              </a:r>
            </a:p>
          </p:txBody>
        </p:sp>
        <p:sp>
          <p:nvSpPr>
            <p:cNvPr id="89" name="TextBox 197">
              <a:extLst>
                <a:ext uri="{FF2B5EF4-FFF2-40B4-BE49-F238E27FC236}">
                  <a16:creationId xmlns:a16="http://schemas.microsoft.com/office/drawing/2014/main" id="{24629404-8389-46EF-B7A7-66A9BC4C6084}"/>
                </a:ext>
              </a:extLst>
            </p:cNvPr>
            <p:cNvSpPr txBox="1"/>
            <p:nvPr/>
          </p:nvSpPr>
          <p:spPr bwMode="gray">
            <a:xfrm>
              <a:off x="1194016" y="1664937"/>
              <a:ext cx="2038776" cy="307818"/>
            </a:xfrm>
            <a:prstGeom prst="rect">
              <a:avLst/>
            </a:prstGeom>
            <a:noFill/>
          </p:spPr>
          <p:txBody>
            <a:bodyPr wrap="square" lIns="91365" tIns="45681" rIns="91365" bIns="45681" rtlCol="0">
              <a:spAutoFit/>
            </a:bodyPr>
            <a:lstStyle>
              <a:defPPr>
                <a:defRPr lang="en-US"/>
              </a:defPPr>
              <a:lvl1pPr defTabSz="1624029" fontAlgn="base">
                <a:spcBef>
                  <a:spcPct val="0"/>
                </a:spcBef>
                <a:spcAft>
                  <a:spcPct val="0"/>
                </a:spcAft>
                <a:defRPr sz="1200" b="1">
                  <a:solidFill>
                    <a:schemeClr val="tx1">
                      <a:lumMod val="50000"/>
                      <a:lumOff val="50000"/>
                    </a:schemeClr>
                  </a:solidFill>
                  <a:cs typeface="Calibri" pitchFamily="34" charset="0"/>
                </a:defRPr>
              </a:lvl1pPr>
              <a:lvl2pPr marL="609636" defTabSz="1219272">
                <a:defRPr sz="2400"/>
              </a:lvl2pPr>
              <a:lvl3pPr marL="1219272" defTabSz="1219272">
                <a:defRPr sz="2400"/>
              </a:lvl3pPr>
              <a:lvl4pPr marL="1828908" defTabSz="1219272">
                <a:defRPr sz="2400"/>
              </a:lvl4pPr>
              <a:lvl5pPr marL="2438545" defTabSz="1219272">
                <a:defRPr sz="2400"/>
              </a:lvl5pPr>
              <a:lvl6pPr marL="3048180" defTabSz="1219272">
                <a:defRPr sz="2400"/>
              </a:lvl6pPr>
              <a:lvl7pPr marL="3657816" defTabSz="1219272">
                <a:defRPr sz="2400"/>
              </a:lvl7pPr>
              <a:lvl8pPr marL="4267452" defTabSz="1219272">
                <a:defRPr sz="2400"/>
              </a:lvl8pPr>
              <a:lvl9pPr marL="4877087" defTabSz="1219272">
                <a:defRPr sz="2400"/>
              </a:lvl9pPr>
            </a:lstStyle>
            <a:p>
              <a:pPr marL="0" marR="0" lvl="0" indent="0" defTabSz="1624029" eaLnBrk="1" fontAlgn="base" latinLnBrk="0" hangingPunct="1">
                <a:lnSpc>
                  <a:spcPct val="100000"/>
                </a:lnSpc>
                <a:spcBef>
                  <a:spcPct val="0"/>
                </a:spcBef>
                <a:spcAft>
                  <a:spcPct val="0"/>
                </a:spcAft>
                <a:buClrTx/>
                <a:buSzTx/>
                <a:buFontTx/>
                <a:buNone/>
                <a:tabLst/>
                <a:defRPr/>
              </a:pPr>
              <a:r>
                <a:rPr kumimoji="0" lang="en-US" altLang="zh-CN" sz="1400" b="1" i="0" u="none" strike="noStrike" kern="0" cap="none" spc="0" normalizeH="0" baseline="0" noProof="0">
                  <a:ln>
                    <a:noFill/>
                  </a:ln>
                  <a:solidFill>
                    <a:prstClr val="black"/>
                  </a:solidFill>
                  <a:effectLst/>
                  <a:uLnTx/>
                  <a:uFillTx/>
                  <a:cs typeface="Arial" charset="0"/>
                </a:rPr>
                <a:t>iMaster NCE</a:t>
              </a:r>
              <a:endParaRPr kumimoji="0" lang="en-US" altLang="zh-CN" sz="1400" b="1" i="0" u="none" strike="noStrike" kern="0" cap="none" spc="0" normalizeH="0" baseline="0" noProof="0" dirty="0">
                <a:ln>
                  <a:noFill/>
                </a:ln>
                <a:solidFill>
                  <a:prstClr val="black"/>
                </a:solidFill>
                <a:effectLst/>
                <a:uLnTx/>
                <a:uFillTx/>
                <a:cs typeface="Arial" charset="0"/>
              </a:endParaRPr>
            </a:p>
          </p:txBody>
        </p:sp>
        <p:sp>
          <p:nvSpPr>
            <p:cNvPr id="90" name="圆角矩形 72">
              <a:extLst>
                <a:ext uri="{FF2B5EF4-FFF2-40B4-BE49-F238E27FC236}">
                  <a16:creationId xmlns:a16="http://schemas.microsoft.com/office/drawing/2014/main" id="{59AD31D1-27CB-48EC-8B0E-161A24B1A5C4}"/>
                </a:ext>
              </a:extLst>
            </p:cNvPr>
            <p:cNvSpPr/>
            <p:nvPr/>
          </p:nvSpPr>
          <p:spPr bwMode="gray">
            <a:xfrm>
              <a:off x="1937941" y="3607027"/>
              <a:ext cx="1147839" cy="29153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sym typeface="+mn-lt"/>
                </a:rPr>
                <a:t>设备管理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sym typeface="+mn-lt"/>
              </a:endParaRPr>
            </a:p>
          </p:txBody>
        </p:sp>
        <p:sp>
          <p:nvSpPr>
            <p:cNvPr id="91" name="矩形 90">
              <a:extLst>
                <a:ext uri="{FF2B5EF4-FFF2-40B4-BE49-F238E27FC236}">
                  <a16:creationId xmlns:a16="http://schemas.microsoft.com/office/drawing/2014/main" id="{467B298E-4C57-431F-9D0A-D37841FDA7D9}"/>
                </a:ext>
              </a:extLst>
            </p:cNvPr>
            <p:cNvSpPr/>
            <p:nvPr/>
          </p:nvSpPr>
          <p:spPr bwMode="gray">
            <a:xfrm>
              <a:off x="4002598" y="3142095"/>
              <a:ext cx="566023" cy="273907"/>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Microsoft YaHei" charset="-122"/>
                </a:rPr>
                <a:t>…</a:t>
              </a:r>
            </a:p>
          </p:txBody>
        </p:sp>
        <p:sp>
          <p:nvSpPr>
            <p:cNvPr id="92" name="圆角矩形 94">
              <a:extLst>
                <a:ext uri="{FF2B5EF4-FFF2-40B4-BE49-F238E27FC236}">
                  <a16:creationId xmlns:a16="http://schemas.microsoft.com/office/drawing/2014/main" id="{C8DB288D-8BBE-4A49-B797-141398C48B5E}"/>
                </a:ext>
              </a:extLst>
            </p:cNvPr>
            <p:cNvSpPr/>
            <p:nvPr/>
          </p:nvSpPr>
          <p:spPr bwMode="gray">
            <a:xfrm>
              <a:off x="3424976" y="3602161"/>
              <a:ext cx="1143643" cy="298458"/>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sym typeface="+mn-lt"/>
                </a:rPr>
                <a:t>设备组</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sym typeface="+mn-lt"/>
              </a:endParaRPr>
            </a:p>
          </p:txBody>
        </p:sp>
        <p:sp>
          <p:nvSpPr>
            <p:cNvPr id="93" name="矩形 92">
              <a:extLst>
                <a:ext uri="{FF2B5EF4-FFF2-40B4-BE49-F238E27FC236}">
                  <a16:creationId xmlns:a16="http://schemas.microsoft.com/office/drawing/2014/main" id="{FEC9CDFA-EB40-49FD-9DB6-026608A561E6}"/>
                </a:ext>
              </a:extLst>
            </p:cNvPr>
            <p:cNvSpPr/>
            <p:nvPr/>
          </p:nvSpPr>
          <p:spPr bwMode="gray">
            <a:xfrm>
              <a:off x="1221359" y="2591437"/>
              <a:ext cx="3446699" cy="402764"/>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94" name="矩形 93">
              <a:extLst>
                <a:ext uri="{FF2B5EF4-FFF2-40B4-BE49-F238E27FC236}">
                  <a16:creationId xmlns:a16="http://schemas.microsoft.com/office/drawing/2014/main" id="{72B2381C-B370-4D87-AD2D-9C3F30E8B94E}"/>
                </a:ext>
              </a:extLst>
            </p:cNvPr>
            <p:cNvSpPr/>
            <p:nvPr/>
          </p:nvSpPr>
          <p:spPr bwMode="gray">
            <a:xfrm>
              <a:off x="1937941" y="2650113"/>
              <a:ext cx="1279892" cy="27698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软件包管理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95" name="矩形 94">
              <a:extLst>
                <a:ext uri="{FF2B5EF4-FFF2-40B4-BE49-F238E27FC236}">
                  <a16:creationId xmlns:a16="http://schemas.microsoft.com/office/drawing/2014/main" id="{54D00B46-CC0C-44FD-A653-6AED1C022320}"/>
                </a:ext>
              </a:extLst>
            </p:cNvPr>
            <p:cNvSpPr/>
            <p:nvPr/>
          </p:nvSpPr>
          <p:spPr bwMode="gray">
            <a:xfrm>
              <a:off x="3303777" y="2658117"/>
              <a:ext cx="1264845" cy="27367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公钥管理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96" name="矩形 95">
              <a:extLst>
                <a:ext uri="{FF2B5EF4-FFF2-40B4-BE49-F238E27FC236}">
                  <a16:creationId xmlns:a16="http://schemas.microsoft.com/office/drawing/2014/main" id="{145AB2B6-B566-4F61-9D85-FCF3C9B21078}"/>
                </a:ext>
              </a:extLst>
            </p:cNvPr>
            <p:cNvSpPr/>
            <p:nvPr/>
          </p:nvSpPr>
          <p:spPr bwMode="gray">
            <a:xfrm>
              <a:off x="1235556" y="4568746"/>
              <a:ext cx="554079" cy="289615"/>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l" defTabSz="977412" rtl="0" eaLnBrk="1" fontAlgn="base" latinLnBrk="0" hangingPunct="1">
                <a:lnSpc>
                  <a:spcPct val="90000"/>
                </a:lnSpc>
                <a:spcBef>
                  <a:spcPct val="0"/>
                </a:spcBef>
                <a:spcAft>
                  <a:spcPct val="350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Huawei Sans"/>
                  <a:ea typeface="方正兰亭黑简体"/>
                  <a:cs typeface="Microsoft YaHei" charset="-122"/>
                  <a:sym typeface="+mn-lt"/>
                </a:rPr>
                <a:t>协议</a:t>
              </a:r>
            </a:p>
          </p:txBody>
        </p:sp>
        <p:sp>
          <p:nvSpPr>
            <p:cNvPr id="97" name="矩形 96">
              <a:extLst>
                <a:ext uri="{FF2B5EF4-FFF2-40B4-BE49-F238E27FC236}">
                  <a16:creationId xmlns:a16="http://schemas.microsoft.com/office/drawing/2014/main" id="{5AD841E9-C996-48E3-9A6D-6E113B5F0306}"/>
                </a:ext>
              </a:extLst>
            </p:cNvPr>
            <p:cNvSpPr/>
            <p:nvPr/>
          </p:nvSpPr>
          <p:spPr bwMode="gray">
            <a:xfrm>
              <a:off x="4824952" y="2597270"/>
              <a:ext cx="931032" cy="2286588"/>
            </a:xfrm>
            <a:prstGeom prst="rect">
              <a:avLst/>
            </a:prstGeom>
            <a:solidFill>
              <a:srgbClr val="FFFFFF"/>
            </a:solidFill>
            <a:ln w="127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98" name="矩形 97">
              <a:extLst>
                <a:ext uri="{FF2B5EF4-FFF2-40B4-BE49-F238E27FC236}">
                  <a16:creationId xmlns:a16="http://schemas.microsoft.com/office/drawing/2014/main" id="{D19D6A87-F48A-4158-B13A-87928C6A842A}"/>
                </a:ext>
              </a:extLst>
            </p:cNvPr>
            <p:cNvSpPr/>
            <p:nvPr/>
          </p:nvSpPr>
          <p:spPr bwMode="gray">
            <a:xfrm>
              <a:off x="4859481" y="2673787"/>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auto"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Huawei Sans"/>
                  <a:ea typeface="方正兰亭黑简体"/>
                  <a:cs typeface="Calibri" pitchFamily="34" charset="0"/>
                </a:rPr>
                <a:t>系统配置</a:t>
              </a:r>
              <a:endParaRPr kumimoji="0" lang="en-US" altLang="zh-CN" sz="1200" b="1" i="0" u="none" strike="noStrike" kern="0" cap="none" spc="0" normalizeH="0" baseline="0" noProof="0" dirty="0">
                <a:ln>
                  <a:noFill/>
                </a:ln>
                <a:solidFill>
                  <a:srgbClr val="000000"/>
                </a:solidFill>
                <a:effectLst/>
                <a:uLnTx/>
                <a:uFillTx/>
                <a:latin typeface="Huawei Sans"/>
                <a:ea typeface="方正兰亭黑简体"/>
                <a:cs typeface="Calibri" pitchFamily="34" charset="0"/>
              </a:endParaRPr>
            </a:p>
          </p:txBody>
        </p:sp>
        <p:sp>
          <p:nvSpPr>
            <p:cNvPr id="99" name="矩形 98">
              <a:extLst>
                <a:ext uri="{FF2B5EF4-FFF2-40B4-BE49-F238E27FC236}">
                  <a16:creationId xmlns:a16="http://schemas.microsoft.com/office/drawing/2014/main" id="{87F7B00B-DFE8-49EA-BF48-C6A895077727}"/>
                </a:ext>
              </a:extLst>
            </p:cNvPr>
            <p:cNvSpPr/>
            <p:nvPr/>
          </p:nvSpPr>
          <p:spPr bwMode="gray">
            <a:xfrm>
              <a:off x="1184140" y="2650113"/>
              <a:ext cx="861976" cy="30783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0" marR="0" lvl="0" indent="0" algn="ctr" defTabSz="1219272" rtl="0" eaLnBrk="1" fontAlgn="auto"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Huawei Sans"/>
                  <a:ea typeface="方正兰亭黑简体"/>
                  <a:cs typeface="Microsoft YaHei" charset="-122"/>
                </a:rPr>
                <a:t>工程管理</a:t>
              </a:r>
              <a:endParaRPr kumimoji="0" lang="en-US" altLang="zh-CN" sz="1200" b="1" i="0" u="none" strike="noStrike" kern="0" cap="none" spc="0" normalizeH="0" baseline="0" noProof="0" dirty="0">
                <a:ln>
                  <a:noFill/>
                </a:ln>
                <a:solidFill>
                  <a:srgbClr val="000000"/>
                </a:solidFill>
                <a:effectLst/>
                <a:uLnTx/>
                <a:uFillTx/>
                <a:latin typeface="Huawei Sans"/>
                <a:ea typeface="方正兰亭黑简体"/>
                <a:cs typeface="Microsoft YaHei" charset="-122"/>
              </a:endParaRPr>
            </a:p>
          </p:txBody>
        </p:sp>
        <p:sp>
          <p:nvSpPr>
            <p:cNvPr id="100" name="矩形 99">
              <a:extLst>
                <a:ext uri="{FF2B5EF4-FFF2-40B4-BE49-F238E27FC236}">
                  <a16:creationId xmlns:a16="http://schemas.microsoft.com/office/drawing/2014/main" id="{8B961200-3841-40F6-94EE-5FD68F2511AC}"/>
                </a:ext>
              </a:extLst>
            </p:cNvPr>
            <p:cNvSpPr/>
            <p:nvPr/>
          </p:nvSpPr>
          <p:spPr bwMode="gray">
            <a:xfrm>
              <a:off x="4951092" y="3125279"/>
              <a:ext cx="697417" cy="30554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业务模板</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01" name="矩形 100">
              <a:extLst>
                <a:ext uri="{FF2B5EF4-FFF2-40B4-BE49-F238E27FC236}">
                  <a16:creationId xmlns:a16="http://schemas.microsoft.com/office/drawing/2014/main" id="{145974E6-F99C-4D17-8088-8B2B7F0DB635}"/>
                </a:ext>
              </a:extLst>
            </p:cNvPr>
            <p:cNvSpPr/>
            <p:nvPr/>
          </p:nvSpPr>
          <p:spPr bwMode="gray">
            <a:xfrm>
              <a:off x="4951092" y="4466640"/>
              <a:ext cx="697417" cy="30554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协议参数</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02" name="矩形 101">
              <a:extLst>
                <a:ext uri="{FF2B5EF4-FFF2-40B4-BE49-F238E27FC236}">
                  <a16:creationId xmlns:a16="http://schemas.microsoft.com/office/drawing/2014/main" id="{878FB115-876B-43D1-808F-25AD3F66122A}"/>
                </a:ext>
              </a:extLst>
            </p:cNvPr>
            <p:cNvSpPr/>
            <p:nvPr/>
          </p:nvSpPr>
          <p:spPr bwMode="gray">
            <a:xfrm>
              <a:off x="4951092" y="3578528"/>
              <a:ext cx="697417" cy="30554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网元模板</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129" name="矩形 128">
              <a:extLst>
                <a:ext uri="{FF2B5EF4-FFF2-40B4-BE49-F238E27FC236}">
                  <a16:creationId xmlns:a16="http://schemas.microsoft.com/office/drawing/2014/main" id="{221B404F-4621-4B6A-9EB0-9FA081A8391B}"/>
                </a:ext>
              </a:extLst>
            </p:cNvPr>
            <p:cNvSpPr/>
            <p:nvPr/>
          </p:nvSpPr>
          <p:spPr bwMode="gray">
            <a:xfrm>
              <a:off x="1308280" y="2074702"/>
              <a:ext cx="2212154" cy="276308"/>
            </a:xfrm>
            <a:prstGeom prst="rect">
              <a:avLst/>
            </a:prstGeom>
            <a:solidFill>
              <a:srgbClr val="56C4D2"/>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a:ln>
                    <a:noFill/>
                  </a:ln>
                  <a:solidFill>
                    <a:srgbClr val="F3FBFE"/>
                  </a:solidFill>
                  <a:effectLst/>
                  <a:uLnTx/>
                  <a:uFillTx/>
                  <a:cs typeface="Microsoft YaHei" charset="-122"/>
                </a:rPr>
                <a:t>GUI</a:t>
              </a:r>
            </a:p>
          </p:txBody>
        </p:sp>
      </p:grpSp>
      <p:sp>
        <p:nvSpPr>
          <p:cNvPr id="130" name="矩形 129">
            <a:extLst>
              <a:ext uri="{FF2B5EF4-FFF2-40B4-BE49-F238E27FC236}">
                <a16:creationId xmlns:a16="http://schemas.microsoft.com/office/drawing/2014/main" id="{A57E012E-5FFC-44CE-8F6D-9ACB85F3EE7A}"/>
              </a:ext>
            </a:extLst>
          </p:cNvPr>
          <p:cNvSpPr/>
          <p:nvPr/>
        </p:nvSpPr>
        <p:spPr bwMode="gray">
          <a:xfrm>
            <a:off x="6334139" y="1241022"/>
            <a:ext cx="5013589" cy="369188"/>
          </a:xfrm>
          <a:prstGeom prst="rect">
            <a:avLst/>
          </a:prstGeom>
        </p:spPr>
        <p:txBody>
          <a:bodyPr wrap="square">
            <a:spAutoFit/>
          </a:bodyPr>
          <a:lstStyle/>
          <a:p>
            <a:pPr marL="0" marR="0" lvl="0" indent="0" algn="ctr" defTabSz="1218956" eaLnBrk="1" fontAlgn="base" latinLnBrk="0" hangingPunct="1">
              <a:lnSpc>
                <a:spcPct val="100000"/>
              </a:lnSpc>
              <a:spcBef>
                <a:spcPct val="0"/>
              </a:spcBef>
              <a:spcAft>
                <a:spcPct val="0"/>
              </a:spcAft>
              <a:buClrTx/>
              <a:buSzTx/>
              <a:buFontTx/>
              <a:buNone/>
              <a:tabLst/>
              <a:defRPr/>
            </a:pPr>
            <a:r>
              <a:rPr kumimoji="0" lang="zh-CN" altLang="en-US" sz="1799" b="1" i="0" u="none" strike="noStrike" kern="0" cap="none" spc="0" normalizeH="0" baseline="0" noProof="0" dirty="0">
                <a:ln>
                  <a:noFill/>
                </a:ln>
                <a:effectLst/>
                <a:uLnTx/>
                <a:uFillTx/>
              </a:rPr>
              <a:t>执行流程</a:t>
            </a:r>
            <a:endParaRPr kumimoji="0" lang="en-US" altLang="zh-CN" sz="1799" b="1" i="0" u="none" strike="noStrike" kern="0" cap="none" spc="0" normalizeH="0" baseline="0" noProof="0" dirty="0">
              <a:ln>
                <a:noFill/>
              </a:ln>
              <a:effectLst/>
              <a:uLnTx/>
              <a:uFillTx/>
            </a:endParaRPr>
          </a:p>
        </p:txBody>
      </p:sp>
      <p:sp>
        <p:nvSpPr>
          <p:cNvPr id="132" name="椭圆 131">
            <a:extLst>
              <a:ext uri="{FF2B5EF4-FFF2-40B4-BE49-F238E27FC236}">
                <a16:creationId xmlns:a16="http://schemas.microsoft.com/office/drawing/2014/main" id="{FA6ECE2C-6752-4EAB-8DA3-58FA9D58BEC1}"/>
              </a:ext>
            </a:extLst>
          </p:cNvPr>
          <p:cNvSpPr/>
          <p:nvPr/>
        </p:nvSpPr>
        <p:spPr bwMode="gray">
          <a:xfrm>
            <a:off x="3086747" y="4216131"/>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1</a:t>
            </a:r>
            <a:endParaRPr kumimoji="0" lang="zh-CN" altLang="en-US" sz="1200" b="1" i="0" u="none" strike="noStrike" kern="0" cap="none" spc="0" normalizeH="0" baseline="0" noProof="0" dirty="0">
              <a:ln>
                <a:noFill/>
              </a:ln>
              <a:solidFill>
                <a:srgbClr val="FFFFFF"/>
              </a:solidFill>
              <a:effectLst/>
              <a:uLnTx/>
              <a:uFillTx/>
            </a:endParaRPr>
          </a:p>
        </p:txBody>
      </p:sp>
      <p:sp>
        <p:nvSpPr>
          <p:cNvPr id="133" name="椭圆 132">
            <a:extLst>
              <a:ext uri="{FF2B5EF4-FFF2-40B4-BE49-F238E27FC236}">
                <a16:creationId xmlns:a16="http://schemas.microsoft.com/office/drawing/2014/main" id="{7D614A79-B043-4F25-B4B3-2336C45EAE3A}"/>
              </a:ext>
            </a:extLst>
          </p:cNvPr>
          <p:cNvSpPr/>
          <p:nvPr/>
        </p:nvSpPr>
        <p:spPr bwMode="gray">
          <a:xfrm>
            <a:off x="3418440" y="3847593"/>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2</a:t>
            </a:r>
            <a:endParaRPr kumimoji="0" lang="zh-CN" altLang="en-US" sz="1200" b="1" i="0" u="none" strike="noStrike" kern="0" cap="none" spc="0" normalizeH="0" baseline="0" noProof="0" dirty="0">
              <a:ln>
                <a:noFill/>
              </a:ln>
              <a:solidFill>
                <a:srgbClr val="FFFFFF"/>
              </a:solidFill>
              <a:effectLst/>
              <a:uLnTx/>
              <a:uFillTx/>
            </a:endParaRPr>
          </a:p>
        </p:txBody>
      </p:sp>
      <p:sp>
        <p:nvSpPr>
          <p:cNvPr id="134" name="椭圆 133">
            <a:extLst>
              <a:ext uri="{FF2B5EF4-FFF2-40B4-BE49-F238E27FC236}">
                <a16:creationId xmlns:a16="http://schemas.microsoft.com/office/drawing/2014/main" id="{48FF3AFD-DA3C-4BBE-9D62-BBB47500B0FD}"/>
              </a:ext>
            </a:extLst>
          </p:cNvPr>
          <p:cNvSpPr>
            <a:spLocks/>
          </p:cNvSpPr>
          <p:nvPr/>
        </p:nvSpPr>
        <p:spPr bwMode="gray">
          <a:xfrm>
            <a:off x="4256181" y="4119679"/>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3</a:t>
            </a:r>
            <a:endParaRPr kumimoji="0" lang="zh-CN" altLang="en-US" sz="1200" b="1" i="0" u="none" strike="noStrike" kern="0" cap="none" spc="0" normalizeH="0" baseline="0" noProof="0" dirty="0">
              <a:ln>
                <a:noFill/>
              </a:ln>
              <a:solidFill>
                <a:srgbClr val="FFFFFF"/>
              </a:solidFill>
              <a:effectLst/>
              <a:uLnTx/>
              <a:uFillTx/>
            </a:endParaRPr>
          </a:p>
        </p:txBody>
      </p:sp>
      <p:sp>
        <p:nvSpPr>
          <p:cNvPr id="135" name="矩形 134">
            <a:extLst>
              <a:ext uri="{FF2B5EF4-FFF2-40B4-BE49-F238E27FC236}">
                <a16:creationId xmlns:a16="http://schemas.microsoft.com/office/drawing/2014/main" id="{A1B113A6-0E8C-4411-8E97-B716BFCA445B}"/>
              </a:ext>
            </a:extLst>
          </p:cNvPr>
          <p:cNvSpPr/>
          <p:nvPr/>
        </p:nvSpPr>
        <p:spPr bwMode="gray">
          <a:xfrm>
            <a:off x="6642270" y="2047794"/>
            <a:ext cx="4792965" cy="1088656"/>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89965" tIns="45702" rIns="91404" bIns="45702" numCol="1" rtlCol="0" anchor="ctr"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0000"/>
                </a:solidFill>
                <a:effectLst/>
                <a:uLnTx/>
                <a:uFillTx/>
                <a:cs typeface="Microsoft YaHei" charset="-122"/>
              </a:rPr>
              <a:t>在“网元管理</a:t>
            </a:r>
            <a:r>
              <a:rPr kumimoji="0" lang="en-US" altLang="zh-CN" sz="1400" b="0" i="0" u="none" strike="noStrike" kern="0" cap="none" spc="0" normalizeH="0" baseline="0" noProof="0" dirty="0">
                <a:ln>
                  <a:noFill/>
                </a:ln>
                <a:solidFill>
                  <a:srgbClr val="000000"/>
                </a:solidFill>
                <a:effectLst/>
                <a:uLnTx/>
                <a:uFillTx/>
                <a:cs typeface="Microsoft YaHei" charset="-122"/>
              </a:rPr>
              <a:t>-</a:t>
            </a:r>
            <a:r>
              <a:rPr kumimoji="0" lang="zh-CN" altLang="en-US" sz="1400" b="0" i="0" u="none" strike="noStrike" kern="0" cap="none" spc="0" normalizeH="0" baseline="0" noProof="0" dirty="0">
                <a:ln>
                  <a:noFill/>
                </a:ln>
                <a:solidFill>
                  <a:srgbClr val="000000"/>
                </a:solidFill>
                <a:effectLst/>
                <a:uLnTx/>
                <a:uFillTx/>
                <a:cs typeface="Microsoft YaHei" charset="-122"/>
              </a:rPr>
              <a:t>设备管理”页面添加设备，根据设备网元类型、软件版本号、厂商匹配对应的</a:t>
            </a:r>
            <a:r>
              <a:rPr kumimoji="0" lang="en-US" altLang="zh-CN" sz="1400" b="0" i="0" u="none" strike="noStrike" kern="0" cap="none" spc="0" normalizeH="0" baseline="0" noProof="0" dirty="0">
                <a:ln>
                  <a:noFill/>
                </a:ln>
                <a:solidFill>
                  <a:srgbClr val="000000"/>
                </a:solidFill>
                <a:effectLst/>
                <a:uLnTx/>
                <a:uFillTx/>
                <a:cs typeface="Microsoft YaHei" charset="-122"/>
              </a:rPr>
              <a:t>SND</a:t>
            </a:r>
            <a:r>
              <a:rPr kumimoji="0" lang="zh-CN" altLang="en-US" sz="1400" b="0" i="0" u="none" strike="noStrike" kern="0" cap="none" spc="0" normalizeH="0" baseline="0" noProof="0" dirty="0">
                <a:ln>
                  <a:noFill/>
                </a:ln>
                <a:solidFill>
                  <a:srgbClr val="000000"/>
                </a:solidFill>
                <a:effectLst/>
                <a:uLnTx/>
                <a:uFillTx/>
                <a:cs typeface="Microsoft YaHei" charset="-122"/>
              </a:rPr>
              <a:t>驱动包</a:t>
            </a:r>
            <a:endParaRPr kumimoji="0" lang="en-US" altLang="zh-CN" sz="1400" b="0" i="0" u="none" strike="noStrike" kern="0" cap="none" spc="0" normalizeH="0" baseline="0" noProof="0" dirty="0">
              <a:ln>
                <a:noFill/>
              </a:ln>
              <a:solidFill>
                <a:srgbClr val="000000"/>
              </a:solidFill>
              <a:effectLst/>
              <a:uLnTx/>
              <a:uFillTx/>
              <a:cs typeface="Microsoft YaHei" charset="-122"/>
            </a:endParaRPr>
          </a:p>
          <a:p>
            <a:pPr marL="171381" marR="0" lvl="0" indent="-171381" defTabSz="914034" eaLnBrk="1" fontAlgn="base" latinLnBrk="0" hangingPunct="1">
              <a:lnSpc>
                <a:spcPct val="150000"/>
              </a:lnSpc>
              <a:spcBef>
                <a:spcPct val="0"/>
              </a:spcBef>
              <a:spcAft>
                <a:spcPct val="0"/>
              </a:spcAft>
              <a:buClr>
                <a:srgbClr val="CC9900"/>
              </a:buClr>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0000"/>
                </a:solidFill>
                <a:effectLst/>
                <a:uLnTx/>
                <a:uFillTx/>
                <a:cs typeface="Microsoft YaHei" charset="-122"/>
              </a:rPr>
              <a:t>同步设备配置到</a:t>
            </a:r>
            <a:r>
              <a:rPr kumimoji="0" lang="en-US" altLang="zh-CN" sz="1400" b="0" i="0" u="none" strike="noStrike" kern="0" cap="none" spc="0" normalizeH="0" baseline="0" noProof="0" dirty="0">
                <a:ln>
                  <a:noFill/>
                </a:ln>
                <a:solidFill>
                  <a:srgbClr val="000000"/>
                </a:solidFill>
                <a:effectLst/>
                <a:uLnTx/>
                <a:uFillTx/>
                <a:cs typeface="Microsoft YaHei" charset="-122"/>
              </a:rPr>
              <a:t>NCE</a:t>
            </a:r>
            <a:r>
              <a:rPr kumimoji="0" lang="zh-CN" altLang="en-US" sz="1400" b="0" i="0" u="none" strike="noStrike" kern="0" cap="none" spc="0" normalizeH="0" baseline="0" noProof="0" dirty="0">
                <a:ln>
                  <a:noFill/>
                </a:ln>
                <a:solidFill>
                  <a:srgbClr val="000000"/>
                </a:solidFill>
                <a:effectLst/>
                <a:uLnTx/>
                <a:uFillTx/>
                <a:cs typeface="Microsoft YaHei" charset="-122"/>
              </a:rPr>
              <a:t>业务开放可编程系统</a:t>
            </a:r>
            <a:endParaRPr kumimoji="0" lang="en-US" altLang="zh-CN" sz="1400" b="0" i="0" u="none" strike="noStrike" kern="0" cap="none" spc="0" normalizeH="0" baseline="0" noProof="0" dirty="0">
              <a:ln>
                <a:noFill/>
              </a:ln>
              <a:solidFill>
                <a:srgbClr val="000000"/>
              </a:solidFill>
              <a:effectLst/>
              <a:uLnTx/>
              <a:uFillTx/>
              <a:cs typeface="Microsoft YaHei" charset="-122"/>
            </a:endParaRPr>
          </a:p>
        </p:txBody>
      </p:sp>
      <p:sp>
        <p:nvSpPr>
          <p:cNvPr id="136" name="矩形 135">
            <a:extLst>
              <a:ext uri="{FF2B5EF4-FFF2-40B4-BE49-F238E27FC236}">
                <a16:creationId xmlns:a16="http://schemas.microsoft.com/office/drawing/2014/main" id="{EB688A3D-DDDB-4C0A-ADED-9911B8A47488}"/>
              </a:ext>
            </a:extLst>
          </p:cNvPr>
          <p:cNvSpPr/>
          <p:nvPr/>
        </p:nvSpPr>
        <p:spPr bwMode="gray">
          <a:xfrm>
            <a:off x="6642271" y="1584437"/>
            <a:ext cx="2449417" cy="452360"/>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管理设备</a:t>
            </a:r>
            <a:endParaRPr lang="en-US" altLang="zh-CN" sz="1600" b="1" kern="0" dirty="0">
              <a:solidFill>
                <a:srgbClr val="000000"/>
              </a:solidFill>
              <a:cs typeface="Microsoft YaHei" charset="-122"/>
            </a:endParaRPr>
          </a:p>
        </p:txBody>
      </p:sp>
      <p:sp>
        <p:nvSpPr>
          <p:cNvPr id="137" name="椭圆 136">
            <a:extLst>
              <a:ext uri="{FF2B5EF4-FFF2-40B4-BE49-F238E27FC236}">
                <a16:creationId xmlns:a16="http://schemas.microsoft.com/office/drawing/2014/main" id="{8344AB64-FAD1-4147-8F59-175195DE2E6E}"/>
              </a:ext>
            </a:extLst>
          </p:cNvPr>
          <p:cNvSpPr>
            <a:spLocks/>
          </p:cNvSpPr>
          <p:nvPr/>
        </p:nvSpPr>
        <p:spPr bwMode="gray">
          <a:xfrm>
            <a:off x="6326868" y="1720528"/>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1</a:t>
            </a:r>
            <a:endParaRPr kumimoji="0" lang="zh-CN" altLang="en-US" sz="1200" b="1" i="0" u="none" strike="noStrike" kern="0" cap="none" spc="0" normalizeH="0" baseline="0" noProof="0" dirty="0">
              <a:ln>
                <a:noFill/>
              </a:ln>
              <a:solidFill>
                <a:srgbClr val="FFFFFF"/>
              </a:solidFill>
              <a:effectLst/>
              <a:uLnTx/>
              <a:uFillTx/>
            </a:endParaRPr>
          </a:p>
        </p:txBody>
      </p:sp>
      <p:cxnSp>
        <p:nvCxnSpPr>
          <p:cNvPr id="138" name="直线连接符 19">
            <a:extLst>
              <a:ext uri="{FF2B5EF4-FFF2-40B4-BE49-F238E27FC236}">
                <a16:creationId xmlns:a16="http://schemas.microsoft.com/office/drawing/2014/main" id="{DA928562-40DF-4237-8CED-4D0217A723AB}"/>
              </a:ext>
            </a:extLst>
          </p:cNvPr>
          <p:cNvCxnSpPr>
            <a:stCxn id="137" idx="4"/>
          </p:cNvCxnSpPr>
          <p:nvPr/>
        </p:nvCxnSpPr>
        <p:spPr bwMode="gray">
          <a:xfrm>
            <a:off x="6416822" y="1900435"/>
            <a:ext cx="0" cy="1514605"/>
          </a:xfrm>
          <a:prstGeom prst="line">
            <a:avLst/>
          </a:prstGeom>
          <a:noFill/>
          <a:ln w="25400" cap="flat" cmpd="sng" algn="ctr">
            <a:solidFill>
              <a:srgbClr val="40BFC8"/>
            </a:solidFill>
            <a:prstDash val="solid"/>
            <a:miter lim="800000"/>
          </a:ln>
          <a:effectLst/>
        </p:spPr>
      </p:cxnSp>
      <p:sp>
        <p:nvSpPr>
          <p:cNvPr id="139" name="矩形 138">
            <a:extLst>
              <a:ext uri="{FF2B5EF4-FFF2-40B4-BE49-F238E27FC236}">
                <a16:creationId xmlns:a16="http://schemas.microsoft.com/office/drawing/2014/main" id="{AE63B378-32FB-4F5F-853C-90381781F472}"/>
              </a:ext>
            </a:extLst>
          </p:cNvPr>
          <p:cNvSpPr/>
          <p:nvPr/>
        </p:nvSpPr>
        <p:spPr bwMode="gray">
          <a:xfrm>
            <a:off x="6642270" y="3645060"/>
            <a:ext cx="4792965" cy="866238"/>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panose="020B0604020202020204" pitchFamily="34" charset="0"/>
              <a:buChar char="•"/>
              <a:tabLst/>
              <a:defRPr/>
            </a:pPr>
            <a:r>
              <a:rPr kumimoji="0" lang="zh-CN" altLang="en-US" sz="1400" b="0" i="0" u="none" strike="noStrike" kern="0" cap="none" spc="0" normalizeH="0" baseline="0" noProof="0" dirty="0">
                <a:ln>
                  <a:noFill/>
                </a:ln>
                <a:solidFill>
                  <a:prstClr val="black"/>
                </a:solidFill>
                <a:effectLst/>
                <a:uLnTx/>
                <a:uFillTx/>
              </a:rPr>
              <a:t>当需要对多个设备应用相同的模板时，可将这些设备添加到同一个设备组</a:t>
            </a:r>
            <a:endParaRPr kumimoji="0" lang="en-US" altLang="zh-CN" sz="1400" b="0" i="0" u="none" strike="noStrike" kern="0" cap="none" spc="0" normalizeH="0" baseline="0" noProof="0" dirty="0">
              <a:ln>
                <a:noFill/>
              </a:ln>
              <a:solidFill>
                <a:prstClr val="black"/>
              </a:solidFill>
              <a:effectLst/>
              <a:uLnTx/>
              <a:uFillTx/>
            </a:endParaRPr>
          </a:p>
        </p:txBody>
      </p:sp>
      <p:sp>
        <p:nvSpPr>
          <p:cNvPr id="140" name="矩形 139">
            <a:extLst>
              <a:ext uri="{FF2B5EF4-FFF2-40B4-BE49-F238E27FC236}">
                <a16:creationId xmlns:a16="http://schemas.microsoft.com/office/drawing/2014/main" id="{353513B1-EFD8-4432-98A7-CA97CBF643E8}"/>
              </a:ext>
            </a:extLst>
          </p:cNvPr>
          <p:cNvSpPr/>
          <p:nvPr/>
        </p:nvSpPr>
        <p:spPr bwMode="gray">
          <a:xfrm>
            <a:off x="6595620" y="3224793"/>
            <a:ext cx="2449417" cy="411237"/>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ctr"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设备按需分组</a:t>
            </a:r>
            <a:endParaRPr lang="en-US" altLang="zh-CN" sz="1600" b="1" kern="0" dirty="0">
              <a:solidFill>
                <a:srgbClr val="FF0000"/>
              </a:solidFill>
              <a:cs typeface="Microsoft YaHei" charset="-122"/>
            </a:endParaRPr>
          </a:p>
        </p:txBody>
      </p:sp>
      <p:sp>
        <p:nvSpPr>
          <p:cNvPr id="141" name="椭圆 140">
            <a:extLst>
              <a:ext uri="{FF2B5EF4-FFF2-40B4-BE49-F238E27FC236}">
                <a16:creationId xmlns:a16="http://schemas.microsoft.com/office/drawing/2014/main" id="{2B4E12A3-4926-41D9-83F9-68163CA7A946}"/>
              </a:ext>
            </a:extLst>
          </p:cNvPr>
          <p:cNvSpPr>
            <a:spLocks/>
          </p:cNvSpPr>
          <p:nvPr/>
        </p:nvSpPr>
        <p:spPr bwMode="gray">
          <a:xfrm>
            <a:off x="6326868" y="3313999"/>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2</a:t>
            </a:r>
            <a:endParaRPr kumimoji="0" lang="zh-CN" altLang="en-US" sz="1200" b="1" i="0" u="none" strike="noStrike" kern="0" cap="none" spc="0" normalizeH="0" baseline="0" noProof="0" dirty="0">
              <a:ln>
                <a:noFill/>
              </a:ln>
              <a:solidFill>
                <a:srgbClr val="FFFFFF"/>
              </a:solidFill>
              <a:effectLst/>
              <a:uLnTx/>
              <a:uFillTx/>
            </a:endParaRPr>
          </a:p>
        </p:txBody>
      </p:sp>
      <p:sp>
        <p:nvSpPr>
          <p:cNvPr id="142" name="椭圆 141">
            <a:extLst>
              <a:ext uri="{FF2B5EF4-FFF2-40B4-BE49-F238E27FC236}">
                <a16:creationId xmlns:a16="http://schemas.microsoft.com/office/drawing/2014/main" id="{A5B2F0CD-BFBA-4513-ABDF-6109907D1CFF}"/>
              </a:ext>
            </a:extLst>
          </p:cNvPr>
          <p:cNvSpPr>
            <a:spLocks/>
          </p:cNvSpPr>
          <p:nvPr/>
        </p:nvSpPr>
        <p:spPr bwMode="gray">
          <a:xfrm>
            <a:off x="6326868" y="4801819"/>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3</a:t>
            </a:r>
            <a:endParaRPr kumimoji="0" lang="zh-CN" altLang="en-US" sz="1200" b="1" i="0" u="none" strike="noStrike" kern="0" cap="none" spc="0" normalizeH="0" baseline="0" noProof="0" dirty="0">
              <a:ln>
                <a:noFill/>
              </a:ln>
              <a:solidFill>
                <a:srgbClr val="FFFFFF"/>
              </a:solidFill>
              <a:effectLst/>
              <a:uLnTx/>
              <a:uFillTx/>
            </a:endParaRPr>
          </a:p>
        </p:txBody>
      </p:sp>
      <p:cxnSp>
        <p:nvCxnSpPr>
          <p:cNvPr id="143" name="直线连接符 254">
            <a:extLst>
              <a:ext uri="{FF2B5EF4-FFF2-40B4-BE49-F238E27FC236}">
                <a16:creationId xmlns:a16="http://schemas.microsoft.com/office/drawing/2014/main" id="{8BB6A88A-3D39-4CAA-8F7F-F0EACDE22706}"/>
              </a:ext>
            </a:extLst>
          </p:cNvPr>
          <p:cNvCxnSpPr>
            <a:stCxn id="141" idx="4"/>
            <a:endCxn id="142" idx="0"/>
          </p:cNvCxnSpPr>
          <p:nvPr/>
        </p:nvCxnSpPr>
        <p:spPr bwMode="gray">
          <a:xfrm>
            <a:off x="6416822" y="3493906"/>
            <a:ext cx="0" cy="1307913"/>
          </a:xfrm>
          <a:prstGeom prst="line">
            <a:avLst/>
          </a:prstGeom>
          <a:noFill/>
          <a:ln w="25400" cap="flat" cmpd="sng" algn="ctr">
            <a:solidFill>
              <a:srgbClr val="40BFC8"/>
            </a:solidFill>
            <a:prstDash val="solid"/>
            <a:miter lim="800000"/>
          </a:ln>
          <a:effectLst/>
        </p:spPr>
      </p:cxnSp>
      <p:sp>
        <p:nvSpPr>
          <p:cNvPr id="144" name="矩形 143">
            <a:extLst>
              <a:ext uri="{FF2B5EF4-FFF2-40B4-BE49-F238E27FC236}">
                <a16:creationId xmlns:a16="http://schemas.microsoft.com/office/drawing/2014/main" id="{EA4DD1A3-AAF3-4559-86FC-9FD5715E4687}"/>
              </a:ext>
            </a:extLst>
          </p:cNvPr>
          <p:cNvSpPr/>
          <p:nvPr/>
        </p:nvSpPr>
        <p:spPr bwMode="gray">
          <a:xfrm>
            <a:off x="6564152" y="4696672"/>
            <a:ext cx="2449417" cy="452360"/>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base">
              <a:lnSpc>
                <a:spcPct val="150000"/>
              </a:lnSpc>
              <a:spcBef>
                <a:spcPct val="0"/>
              </a:spcBef>
              <a:spcAft>
                <a:spcPct val="0"/>
              </a:spcAft>
              <a:buClr>
                <a:srgbClr val="CC9900"/>
              </a:buClr>
              <a:defRPr/>
            </a:pPr>
            <a:r>
              <a:rPr lang="zh-CN" altLang="en-US" sz="1600" b="1" kern="0" dirty="0">
                <a:solidFill>
                  <a:srgbClr val="000000"/>
                </a:solidFill>
                <a:cs typeface="Microsoft YaHei" charset="-122"/>
              </a:rPr>
              <a:t>按设备组批量下发配置</a:t>
            </a:r>
            <a:endParaRPr lang="en-US" altLang="zh-CN" sz="1600" b="1" kern="0" dirty="0">
              <a:solidFill>
                <a:srgbClr val="000000"/>
              </a:solidFill>
              <a:cs typeface="Microsoft YaHei" charset="-122"/>
            </a:endParaRPr>
          </a:p>
        </p:txBody>
      </p:sp>
      <p:sp>
        <p:nvSpPr>
          <p:cNvPr id="145" name="矩形 144">
            <a:extLst>
              <a:ext uri="{FF2B5EF4-FFF2-40B4-BE49-F238E27FC236}">
                <a16:creationId xmlns:a16="http://schemas.microsoft.com/office/drawing/2014/main" id="{0057B327-47B5-4C84-BFE7-CAA1ACC32A5C}"/>
              </a:ext>
            </a:extLst>
          </p:cNvPr>
          <p:cNvSpPr/>
          <p:nvPr/>
        </p:nvSpPr>
        <p:spPr bwMode="gray">
          <a:xfrm>
            <a:off x="6642269" y="5159173"/>
            <a:ext cx="4792965" cy="864892"/>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0000"/>
                </a:solidFill>
                <a:effectLst/>
                <a:uLnTx/>
                <a:uFillTx/>
                <a:cs typeface="Microsoft YaHei" charset="-122"/>
              </a:rPr>
              <a:t>对于常用的配置（如</a:t>
            </a:r>
            <a:r>
              <a:rPr kumimoji="0" lang="en-US" altLang="zh-CN" sz="1400" b="0" i="0" u="none" strike="noStrike" kern="0" cap="none" spc="0" normalizeH="0" baseline="0" noProof="0" dirty="0">
                <a:ln>
                  <a:noFill/>
                </a:ln>
                <a:solidFill>
                  <a:srgbClr val="000000"/>
                </a:solidFill>
                <a:effectLst/>
                <a:uLnTx/>
                <a:uFillTx/>
                <a:cs typeface="Microsoft YaHei" charset="-122"/>
              </a:rPr>
              <a:t>underlay</a:t>
            </a:r>
            <a:r>
              <a:rPr kumimoji="0" lang="zh-CN" altLang="en-US" sz="1400" b="0" i="0" u="none" strike="noStrike" kern="0" cap="none" spc="0" normalizeH="0" baseline="0" noProof="0" dirty="0">
                <a:ln>
                  <a:noFill/>
                </a:ln>
                <a:solidFill>
                  <a:srgbClr val="000000"/>
                </a:solidFill>
                <a:effectLst/>
                <a:uLnTx/>
                <a:uFillTx/>
                <a:cs typeface="Microsoft YaHei" charset="-122"/>
              </a:rPr>
              <a:t>）可以预制一些模板，选择设备组批量的进行下发</a:t>
            </a:r>
            <a:endParaRPr kumimoji="0" lang="en-US" altLang="zh-CN" sz="1400" b="0" i="0" u="none" strike="noStrike" kern="0" cap="none" spc="0" normalizeH="0" baseline="0" noProof="0" dirty="0">
              <a:ln>
                <a:noFill/>
              </a:ln>
              <a:solidFill>
                <a:srgbClr val="000000"/>
              </a:solidFill>
              <a:effectLst/>
              <a:uLnTx/>
              <a:uFillTx/>
              <a:cs typeface="Microsoft YaHei" charset="-122"/>
            </a:endParaRPr>
          </a:p>
        </p:txBody>
      </p:sp>
      <p:sp>
        <p:nvSpPr>
          <p:cNvPr id="146" name="圆角矩形 75">
            <a:extLst>
              <a:ext uri="{FF2B5EF4-FFF2-40B4-BE49-F238E27FC236}">
                <a16:creationId xmlns:a16="http://schemas.microsoft.com/office/drawing/2014/main" id="{183D083D-738C-49DC-B7F8-5D594E1C4002}"/>
              </a:ext>
            </a:extLst>
          </p:cNvPr>
          <p:cNvSpPr/>
          <p:nvPr/>
        </p:nvSpPr>
        <p:spPr bwMode="gray">
          <a:xfrm>
            <a:off x="1871350" y="4716550"/>
            <a:ext cx="1060938" cy="28725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sym typeface="+mn-lt"/>
              </a:rPr>
              <a:t>NETCONF</a:t>
            </a:r>
            <a:endParaRPr kumimoji="0" lang="zh-CN" altLang="en-US" sz="1200" b="0" i="0" u="none" strike="noStrike" kern="0" cap="none" spc="0" normalizeH="0" baseline="0" noProof="0" dirty="0">
              <a:ln>
                <a:noFill/>
              </a:ln>
              <a:solidFill>
                <a:sysClr val="windowText" lastClr="000000"/>
              </a:solidFill>
              <a:effectLst/>
              <a:uLnTx/>
              <a:uFillTx/>
              <a:cs typeface="Arial" charset="0"/>
              <a:sym typeface="+mn-lt"/>
            </a:endParaRPr>
          </a:p>
        </p:txBody>
      </p:sp>
      <p:sp>
        <p:nvSpPr>
          <p:cNvPr id="147" name="圆角矩形 38">
            <a:extLst>
              <a:ext uri="{FF2B5EF4-FFF2-40B4-BE49-F238E27FC236}">
                <a16:creationId xmlns:a16="http://schemas.microsoft.com/office/drawing/2014/main" id="{9BB72E67-2E7A-4D80-BDDC-4D39E837818E}"/>
              </a:ext>
            </a:extLst>
          </p:cNvPr>
          <p:cNvSpPr/>
          <p:nvPr/>
        </p:nvSpPr>
        <p:spPr bwMode="gray">
          <a:xfrm>
            <a:off x="3258734" y="4716550"/>
            <a:ext cx="956475" cy="28725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err="1">
                <a:ln>
                  <a:noFill/>
                </a:ln>
                <a:solidFill>
                  <a:sysClr val="windowText" lastClr="000000"/>
                </a:solidFill>
                <a:effectLst/>
                <a:uLnTx/>
                <a:uFillTx/>
                <a:cs typeface="Arial" charset="0"/>
                <a:sym typeface="+mn-lt"/>
              </a:rPr>
              <a:t>STelnet</a:t>
            </a:r>
            <a:endParaRPr kumimoji="0" lang="zh-CN" altLang="en-US" sz="1200" b="0" i="0" u="none" strike="noStrike" kern="0" cap="none" spc="0" normalizeH="0" baseline="0" noProof="0" dirty="0">
              <a:ln>
                <a:noFill/>
              </a:ln>
              <a:solidFill>
                <a:sysClr val="windowText" lastClr="000000"/>
              </a:solidFill>
              <a:effectLst/>
              <a:uLnTx/>
              <a:uFillTx/>
              <a:cs typeface="Arial" charset="0"/>
              <a:sym typeface="+mn-lt"/>
            </a:endParaRPr>
          </a:p>
        </p:txBody>
      </p:sp>
      <p:sp>
        <p:nvSpPr>
          <p:cNvPr id="148" name="任意多边形 117">
            <a:extLst>
              <a:ext uri="{FF2B5EF4-FFF2-40B4-BE49-F238E27FC236}">
                <a16:creationId xmlns:a16="http://schemas.microsoft.com/office/drawing/2014/main" id="{439265E5-F87E-4CA3-AB7B-418FC5CEF769}"/>
              </a:ext>
            </a:extLst>
          </p:cNvPr>
          <p:cNvSpPr/>
          <p:nvPr/>
        </p:nvSpPr>
        <p:spPr bwMode="gray">
          <a:xfrm>
            <a:off x="2358481" y="3938832"/>
            <a:ext cx="876815" cy="1679059"/>
          </a:xfrm>
          <a:custGeom>
            <a:avLst/>
            <a:gdLst>
              <a:gd name="connsiteX0" fmla="*/ 844420 w 1015703"/>
              <a:gd name="connsiteY0" fmla="*/ 2066189 h 2066189"/>
              <a:gd name="connsiteX1" fmla="*/ 1042 w 1015703"/>
              <a:gd name="connsiteY1" fmla="*/ 1018624 h 2066189"/>
              <a:gd name="connsiteX2" fmla="*/ 995341 w 1015703"/>
              <a:gd name="connsiteY2" fmla="*/ 974236 h 2066189"/>
              <a:gd name="connsiteX3" fmla="*/ 666867 w 1015703"/>
              <a:gd name="connsiteY3" fmla="*/ 121979 h 2066189"/>
              <a:gd name="connsiteX4" fmla="*/ 613601 w 1015703"/>
              <a:gd name="connsiteY4" fmla="*/ 24325 h 2066189"/>
              <a:gd name="connsiteX0" fmla="*/ 844420 w 1015703"/>
              <a:gd name="connsiteY0" fmla="*/ 2080771 h 2080771"/>
              <a:gd name="connsiteX1" fmla="*/ 1042 w 1015703"/>
              <a:gd name="connsiteY1" fmla="*/ 1033206 h 2080771"/>
              <a:gd name="connsiteX2" fmla="*/ 995341 w 1015703"/>
              <a:gd name="connsiteY2" fmla="*/ 988818 h 2080771"/>
              <a:gd name="connsiteX3" fmla="*/ 666867 w 1015703"/>
              <a:gd name="connsiteY3" fmla="*/ 136561 h 2080771"/>
              <a:gd name="connsiteX4" fmla="*/ 779663 w 1015703"/>
              <a:gd name="connsiteY4" fmla="*/ 17898 h 2080771"/>
              <a:gd name="connsiteX0" fmla="*/ 844420 w 1050946"/>
              <a:gd name="connsiteY0" fmla="*/ 2068048 h 2068048"/>
              <a:gd name="connsiteX1" fmla="*/ 1042 w 1050946"/>
              <a:gd name="connsiteY1" fmla="*/ 1020483 h 2068048"/>
              <a:gd name="connsiteX2" fmla="*/ 995341 w 1050946"/>
              <a:gd name="connsiteY2" fmla="*/ 976095 h 2068048"/>
              <a:gd name="connsiteX3" fmla="*/ 891537 w 1050946"/>
              <a:gd name="connsiteY3" fmla="*/ 239380 h 2068048"/>
              <a:gd name="connsiteX4" fmla="*/ 779663 w 1050946"/>
              <a:gd name="connsiteY4" fmla="*/ 5175 h 2068048"/>
              <a:gd name="connsiteX0" fmla="*/ 844420 w 1027613"/>
              <a:gd name="connsiteY0" fmla="*/ 2062873 h 2062873"/>
              <a:gd name="connsiteX1" fmla="*/ 1042 w 1027613"/>
              <a:gd name="connsiteY1" fmla="*/ 1015308 h 2062873"/>
              <a:gd name="connsiteX2" fmla="*/ 995341 w 1027613"/>
              <a:gd name="connsiteY2" fmla="*/ 970920 h 2062873"/>
              <a:gd name="connsiteX3" fmla="*/ 779663 w 1027613"/>
              <a:gd name="connsiteY3" fmla="*/ 0 h 2062873"/>
              <a:gd name="connsiteX0" fmla="*/ 844297 w 1018535"/>
              <a:gd name="connsiteY0" fmla="*/ 2062873 h 2062873"/>
              <a:gd name="connsiteX1" fmla="*/ 919 w 1018535"/>
              <a:gd name="connsiteY1" fmla="*/ 1015308 h 2062873"/>
              <a:gd name="connsiteX2" fmla="*/ 985449 w 1018535"/>
              <a:gd name="connsiteY2" fmla="*/ 834370 h 2062873"/>
              <a:gd name="connsiteX3" fmla="*/ 779540 w 1018535"/>
              <a:gd name="connsiteY3" fmla="*/ 0 h 2062873"/>
              <a:gd name="connsiteX0" fmla="*/ 844296 w 1024764"/>
              <a:gd name="connsiteY0" fmla="*/ 2125896 h 2125896"/>
              <a:gd name="connsiteX1" fmla="*/ 918 w 1024764"/>
              <a:gd name="connsiteY1" fmla="*/ 1078331 h 2125896"/>
              <a:gd name="connsiteX2" fmla="*/ 985448 w 1024764"/>
              <a:gd name="connsiteY2" fmla="*/ 897393 h 2125896"/>
              <a:gd name="connsiteX3" fmla="*/ 818612 w 1024764"/>
              <a:gd name="connsiteY3" fmla="*/ 0 h 2125896"/>
              <a:gd name="connsiteX0" fmla="*/ 844069 w 1007249"/>
              <a:gd name="connsiteY0" fmla="*/ 2125896 h 2125896"/>
              <a:gd name="connsiteX1" fmla="*/ 691 w 1007249"/>
              <a:gd name="connsiteY1" fmla="*/ 1078331 h 2125896"/>
              <a:gd name="connsiteX2" fmla="*/ 965685 w 1007249"/>
              <a:gd name="connsiteY2" fmla="*/ 1096967 h 2125896"/>
              <a:gd name="connsiteX3" fmla="*/ 818385 w 1007249"/>
              <a:gd name="connsiteY3" fmla="*/ 0 h 2125896"/>
              <a:gd name="connsiteX0" fmla="*/ 834315 w 996846"/>
              <a:gd name="connsiteY0" fmla="*/ 2125896 h 2125896"/>
              <a:gd name="connsiteX1" fmla="*/ 706 w 996846"/>
              <a:gd name="connsiteY1" fmla="*/ 1204378 h 2125896"/>
              <a:gd name="connsiteX2" fmla="*/ 955931 w 996846"/>
              <a:gd name="connsiteY2" fmla="*/ 1096967 h 2125896"/>
              <a:gd name="connsiteX3" fmla="*/ 808631 w 996846"/>
              <a:gd name="connsiteY3" fmla="*/ 0 h 2125896"/>
              <a:gd name="connsiteX0" fmla="*/ 835098 w 997629"/>
              <a:gd name="connsiteY0" fmla="*/ 2125896 h 2125896"/>
              <a:gd name="connsiteX1" fmla="*/ 1489 w 997629"/>
              <a:gd name="connsiteY1" fmla="*/ 1204378 h 2125896"/>
              <a:gd name="connsiteX2" fmla="*/ 956714 w 997629"/>
              <a:gd name="connsiteY2" fmla="*/ 1096967 h 2125896"/>
              <a:gd name="connsiteX3" fmla="*/ 809414 w 997629"/>
              <a:gd name="connsiteY3" fmla="*/ 0 h 2125896"/>
              <a:gd name="connsiteX0" fmla="*/ 835098 w 984118"/>
              <a:gd name="connsiteY0" fmla="*/ 2115392 h 2115392"/>
              <a:gd name="connsiteX1" fmla="*/ 1489 w 984118"/>
              <a:gd name="connsiteY1" fmla="*/ 1193874 h 2115392"/>
              <a:gd name="connsiteX2" fmla="*/ 956714 w 984118"/>
              <a:gd name="connsiteY2" fmla="*/ 1086463 h 2115392"/>
              <a:gd name="connsiteX3" fmla="*/ 721499 w 984118"/>
              <a:gd name="connsiteY3" fmla="*/ 0 h 2115392"/>
              <a:gd name="connsiteX0" fmla="*/ 834675 w 1011121"/>
              <a:gd name="connsiteY0" fmla="*/ 2115392 h 2115392"/>
              <a:gd name="connsiteX1" fmla="*/ 1066 w 1011121"/>
              <a:gd name="connsiteY1" fmla="*/ 1193874 h 2115392"/>
              <a:gd name="connsiteX2" fmla="*/ 985596 w 1011121"/>
              <a:gd name="connsiteY2" fmla="*/ 1086463 h 2115392"/>
              <a:gd name="connsiteX3" fmla="*/ 721076 w 1011121"/>
              <a:gd name="connsiteY3" fmla="*/ 0 h 2115392"/>
              <a:gd name="connsiteX0" fmla="*/ 834675 w 1019735"/>
              <a:gd name="connsiteY0" fmla="*/ 2115392 h 2115392"/>
              <a:gd name="connsiteX1" fmla="*/ 1066 w 1019735"/>
              <a:gd name="connsiteY1" fmla="*/ 1193874 h 2115392"/>
              <a:gd name="connsiteX2" fmla="*/ 985596 w 1019735"/>
              <a:gd name="connsiteY2" fmla="*/ 1086463 h 2115392"/>
              <a:gd name="connsiteX3" fmla="*/ 721076 w 1019735"/>
              <a:gd name="connsiteY3" fmla="*/ 0 h 2115392"/>
              <a:gd name="connsiteX0" fmla="*/ 834675 w 999027"/>
              <a:gd name="connsiteY0" fmla="*/ 2083880 h 2083880"/>
              <a:gd name="connsiteX1" fmla="*/ 1066 w 999027"/>
              <a:gd name="connsiteY1" fmla="*/ 1162362 h 2083880"/>
              <a:gd name="connsiteX2" fmla="*/ 985596 w 999027"/>
              <a:gd name="connsiteY2" fmla="*/ 1054951 h 2083880"/>
              <a:gd name="connsiteX3" fmla="*/ 535479 w 999027"/>
              <a:gd name="connsiteY3" fmla="*/ 0 h 2083880"/>
              <a:gd name="connsiteX0" fmla="*/ 834675 w 1012007"/>
              <a:gd name="connsiteY0" fmla="*/ 2083880 h 2083880"/>
              <a:gd name="connsiteX1" fmla="*/ 1066 w 1012007"/>
              <a:gd name="connsiteY1" fmla="*/ 1162362 h 2083880"/>
              <a:gd name="connsiteX2" fmla="*/ 985596 w 1012007"/>
              <a:gd name="connsiteY2" fmla="*/ 1054951 h 2083880"/>
              <a:gd name="connsiteX3" fmla="*/ 535479 w 1012007"/>
              <a:gd name="connsiteY3" fmla="*/ 0 h 2083880"/>
            </a:gdLst>
            <a:ahLst/>
            <a:cxnLst>
              <a:cxn ang="0">
                <a:pos x="connsiteX0" y="connsiteY0"/>
              </a:cxn>
              <a:cxn ang="0">
                <a:pos x="connsiteX1" y="connsiteY1"/>
              </a:cxn>
              <a:cxn ang="0">
                <a:pos x="connsiteX2" y="connsiteY2"/>
              </a:cxn>
              <a:cxn ang="0">
                <a:pos x="connsiteX3" y="connsiteY3"/>
              </a:cxn>
            </a:cxnLst>
            <a:rect l="l" t="t" r="r" b="b"/>
            <a:pathLst>
              <a:path w="1012007" h="2083880">
                <a:moveTo>
                  <a:pt x="834675" y="2083880"/>
                </a:moveTo>
                <a:cubicBezTo>
                  <a:pt x="400409" y="1651093"/>
                  <a:pt x="-24088" y="1333850"/>
                  <a:pt x="1066" y="1162362"/>
                </a:cubicBezTo>
                <a:cubicBezTo>
                  <a:pt x="26220" y="990874"/>
                  <a:pt x="896527" y="1248678"/>
                  <a:pt x="985596" y="1054951"/>
                </a:cubicBezTo>
                <a:cubicBezTo>
                  <a:pt x="1074665" y="861224"/>
                  <a:pt x="941840" y="97236"/>
                  <a:pt x="535479" y="0"/>
                </a:cubicBezTo>
              </a:path>
            </a:pathLst>
          </a:custGeom>
          <a:noFill/>
          <a:ln w="25400" cap="flat" cmpd="sng" algn="ctr">
            <a:solidFill>
              <a:srgbClr val="40BFC8">
                <a:alpha val="50000"/>
              </a:srgbClr>
            </a:solidFill>
            <a:prstDash val="solid"/>
            <a:round/>
            <a:headEnd type="none" w="med" len="med"/>
            <a:tailEnd type="triangle" w="med" len="me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000000"/>
              </a:solidFill>
              <a:effectLst/>
              <a:uLnTx/>
              <a:uFillTx/>
            </a:endParaRPr>
          </a:p>
        </p:txBody>
      </p:sp>
      <p:cxnSp>
        <p:nvCxnSpPr>
          <p:cNvPr id="149" name="曲线连接符 4">
            <a:extLst>
              <a:ext uri="{FF2B5EF4-FFF2-40B4-BE49-F238E27FC236}">
                <a16:creationId xmlns:a16="http://schemas.microsoft.com/office/drawing/2014/main" id="{D9D50818-96F2-4138-89E1-70F37DE8EBCC}"/>
              </a:ext>
            </a:extLst>
          </p:cNvPr>
          <p:cNvCxnSpPr>
            <a:stCxn id="102" idx="1"/>
          </p:cNvCxnSpPr>
          <p:nvPr/>
        </p:nvCxnSpPr>
        <p:spPr bwMode="gray">
          <a:xfrm rot="10800000" flipV="1">
            <a:off x="3266654" y="3914672"/>
            <a:ext cx="1631706" cy="1749508"/>
          </a:xfrm>
          <a:prstGeom prst="curvedConnector2">
            <a:avLst/>
          </a:prstGeom>
          <a:noFill/>
          <a:ln w="25400" cap="flat" cmpd="sng" algn="ctr">
            <a:solidFill>
              <a:srgbClr val="40BFC8">
                <a:alpha val="50000"/>
              </a:srgbClr>
            </a:solidFill>
            <a:prstDash val="solid"/>
            <a:round/>
            <a:headEnd type="none" w="med" len="med"/>
            <a:tailEnd type="triangle" w="med" len="med"/>
          </a:ln>
          <a:effectLst/>
        </p:spPr>
      </p:cxnSp>
      <p:cxnSp>
        <p:nvCxnSpPr>
          <p:cNvPr id="150" name="直接连接符 149">
            <a:extLst>
              <a:ext uri="{FF2B5EF4-FFF2-40B4-BE49-F238E27FC236}">
                <a16:creationId xmlns:a16="http://schemas.microsoft.com/office/drawing/2014/main" id="{DAB24A46-B8E3-445C-8F02-224D902624CC}"/>
              </a:ext>
            </a:extLst>
          </p:cNvPr>
          <p:cNvCxnSpPr>
            <a:cxnSpLocks/>
          </p:cNvCxnSpPr>
          <p:nvPr/>
        </p:nvCxnSpPr>
        <p:spPr bwMode="gray">
          <a:xfrm flipV="1">
            <a:off x="2899235" y="5198500"/>
            <a:ext cx="532071" cy="350511"/>
          </a:xfrm>
          <a:prstGeom prst="line">
            <a:avLst/>
          </a:prstGeom>
          <a:noFill/>
          <a:ln w="9525" cap="flat" cmpd="sng" algn="ctr">
            <a:solidFill>
              <a:schemeClr val="tx1"/>
            </a:solidFill>
            <a:prstDash val="dash"/>
          </a:ln>
          <a:effectLst/>
        </p:spPr>
      </p:cxnSp>
      <p:cxnSp>
        <p:nvCxnSpPr>
          <p:cNvPr id="151" name="直接连接符 150">
            <a:extLst>
              <a:ext uri="{FF2B5EF4-FFF2-40B4-BE49-F238E27FC236}">
                <a16:creationId xmlns:a16="http://schemas.microsoft.com/office/drawing/2014/main" id="{FA48F21B-D576-4CD1-890B-0B58DB736951}"/>
              </a:ext>
            </a:extLst>
          </p:cNvPr>
          <p:cNvCxnSpPr>
            <a:cxnSpLocks/>
          </p:cNvCxnSpPr>
          <p:nvPr/>
        </p:nvCxnSpPr>
        <p:spPr bwMode="gray">
          <a:xfrm flipH="1" flipV="1">
            <a:off x="3431307" y="5198500"/>
            <a:ext cx="708894" cy="380241"/>
          </a:xfrm>
          <a:prstGeom prst="line">
            <a:avLst/>
          </a:prstGeom>
          <a:noFill/>
          <a:ln w="9525" cap="flat" cmpd="sng" algn="ctr">
            <a:solidFill>
              <a:schemeClr val="tx1"/>
            </a:solidFill>
            <a:prstDash val="dash"/>
          </a:ln>
          <a:effectLst/>
        </p:spPr>
      </p:cxnSp>
      <p:cxnSp>
        <p:nvCxnSpPr>
          <p:cNvPr id="152" name="直接连接符 151">
            <a:extLst>
              <a:ext uri="{FF2B5EF4-FFF2-40B4-BE49-F238E27FC236}">
                <a16:creationId xmlns:a16="http://schemas.microsoft.com/office/drawing/2014/main" id="{957C55DC-7151-4E16-9FF3-1638B89ED2A3}"/>
              </a:ext>
            </a:extLst>
          </p:cNvPr>
          <p:cNvCxnSpPr>
            <a:cxnSpLocks/>
          </p:cNvCxnSpPr>
          <p:nvPr/>
        </p:nvCxnSpPr>
        <p:spPr bwMode="gray">
          <a:xfrm flipV="1">
            <a:off x="1764413" y="5198500"/>
            <a:ext cx="1666893" cy="601173"/>
          </a:xfrm>
          <a:prstGeom prst="line">
            <a:avLst/>
          </a:prstGeom>
          <a:noFill/>
          <a:ln w="9525" cap="flat" cmpd="sng" algn="ctr">
            <a:solidFill>
              <a:schemeClr val="tx1"/>
            </a:solidFill>
            <a:prstDash val="dash"/>
          </a:ln>
          <a:effectLst/>
        </p:spPr>
      </p:cxnSp>
      <p:cxnSp>
        <p:nvCxnSpPr>
          <p:cNvPr id="153" name="直接连接符 152">
            <a:extLst>
              <a:ext uri="{FF2B5EF4-FFF2-40B4-BE49-F238E27FC236}">
                <a16:creationId xmlns:a16="http://schemas.microsoft.com/office/drawing/2014/main" id="{3236B158-8F78-4F35-8976-502974670BD4}"/>
              </a:ext>
            </a:extLst>
          </p:cNvPr>
          <p:cNvCxnSpPr>
            <a:cxnSpLocks/>
          </p:cNvCxnSpPr>
          <p:nvPr/>
        </p:nvCxnSpPr>
        <p:spPr bwMode="gray">
          <a:xfrm flipH="1" flipV="1">
            <a:off x="3431306" y="5198502"/>
            <a:ext cx="1936622" cy="570832"/>
          </a:xfrm>
          <a:prstGeom prst="line">
            <a:avLst/>
          </a:prstGeom>
          <a:noFill/>
          <a:ln w="9525" cap="flat" cmpd="sng" algn="ctr">
            <a:solidFill>
              <a:schemeClr val="tx1"/>
            </a:solidFill>
            <a:prstDash val="dash"/>
          </a:ln>
          <a:effectLst/>
        </p:spPr>
      </p:cxnSp>
      <p:pic>
        <p:nvPicPr>
          <p:cNvPr id="154" name="图片 153">
            <a:extLst>
              <a:ext uri="{FF2B5EF4-FFF2-40B4-BE49-F238E27FC236}">
                <a16:creationId xmlns:a16="http://schemas.microsoft.com/office/drawing/2014/main" id="{72AED921-B9E7-4AFF-A7CE-6A936D3F6C19}"/>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57389" y="5788965"/>
            <a:ext cx="469006" cy="384585"/>
          </a:xfrm>
          <a:prstGeom prst="rect">
            <a:avLst/>
          </a:prstGeom>
        </p:spPr>
      </p:pic>
      <p:pic>
        <p:nvPicPr>
          <p:cNvPr id="155" name="图片 154">
            <a:extLst>
              <a:ext uri="{FF2B5EF4-FFF2-40B4-BE49-F238E27FC236}">
                <a16:creationId xmlns:a16="http://schemas.microsoft.com/office/drawing/2014/main" id="{85F66F70-2D76-4586-9A1A-A6FF4D7BB74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00714" y="5520949"/>
            <a:ext cx="469006" cy="384585"/>
          </a:xfrm>
          <a:prstGeom prst="rect">
            <a:avLst/>
          </a:prstGeom>
        </p:spPr>
      </p:pic>
      <p:pic>
        <p:nvPicPr>
          <p:cNvPr id="156" name="图片 155">
            <a:extLst>
              <a:ext uri="{FF2B5EF4-FFF2-40B4-BE49-F238E27FC236}">
                <a16:creationId xmlns:a16="http://schemas.microsoft.com/office/drawing/2014/main" id="{1A8D1435-AB6B-429D-8001-1C16FD679EB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803874" y="5520949"/>
            <a:ext cx="469006" cy="384585"/>
          </a:xfrm>
          <a:prstGeom prst="rect">
            <a:avLst/>
          </a:prstGeom>
        </p:spPr>
      </p:pic>
      <p:pic>
        <p:nvPicPr>
          <p:cNvPr id="157" name="图片 156">
            <a:extLst>
              <a:ext uri="{FF2B5EF4-FFF2-40B4-BE49-F238E27FC236}">
                <a16:creationId xmlns:a16="http://schemas.microsoft.com/office/drawing/2014/main" id="{2738ADE0-9836-4827-8083-9C4D1E63EF8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093449" y="5728822"/>
            <a:ext cx="469006" cy="384585"/>
          </a:xfrm>
          <a:prstGeom prst="rect">
            <a:avLst/>
          </a:prstGeom>
        </p:spPr>
      </p:pic>
      <p:cxnSp>
        <p:nvCxnSpPr>
          <p:cNvPr id="158" name="直接连接符 157">
            <a:extLst>
              <a:ext uri="{FF2B5EF4-FFF2-40B4-BE49-F238E27FC236}">
                <a16:creationId xmlns:a16="http://schemas.microsoft.com/office/drawing/2014/main" id="{D5E13292-BFCA-475D-8644-BEBD4860E015}"/>
              </a:ext>
            </a:extLst>
          </p:cNvPr>
          <p:cNvCxnSpPr>
            <a:cxnSpLocks/>
            <a:stCxn id="154" idx="3"/>
            <a:endCxn id="155" idx="1"/>
          </p:cNvCxnSpPr>
          <p:nvPr/>
        </p:nvCxnSpPr>
        <p:spPr bwMode="gray">
          <a:xfrm flipV="1">
            <a:off x="2026395" y="5713242"/>
            <a:ext cx="674319" cy="268016"/>
          </a:xfrm>
          <a:prstGeom prst="line">
            <a:avLst/>
          </a:prstGeom>
          <a:noFill/>
          <a:ln w="19050" cap="flat" cmpd="sng" algn="ctr">
            <a:solidFill>
              <a:sysClr val="window" lastClr="FFFFFF">
                <a:lumMod val="65000"/>
              </a:sysClr>
            </a:solidFill>
            <a:prstDash val="solid"/>
            <a:miter lim="800000"/>
          </a:ln>
          <a:effectLst/>
        </p:spPr>
      </p:cxnSp>
      <p:cxnSp>
        <p:nvCxnSpPr>
          <p:cNvPr id="159" name="直接连接符 158">
            <a:extLst>
              <a:ext uri="{FF2B5EF4-FFF2-40B4-BE49-F238E27FC236}">
                <a16:creationId xmlns:a16="http://schemas.microsoft.com/office/drawing/2014/main" id="{EFDBF17F-F29D-4D58-871A-E337A1DF273F}"/>
              </a:ext>
            </a:extLst>
          </p:cNvPr>
          <p:cNvCxnSpPr>
            <a:cxnSpLocks/>
            <a:stCxn id="155" idx="3"/>
            <a:endCxn id="156" idx="1"/>
          </p:cNvCxnSpPr>
          <p:nvPr/>
        </p:nvCxnSpPr>
        <p:spPr bwMode="gray">
          <a:xfrm>
            <a:off x="3169720" y="5713242"/>
            <a:ext cx="634154" cy="0"/>
          </a:xfrm>
          <a:prstGeom prst="line">
            <a:avLst/>
          </a:prstGeom>
          <a:noFill/>
          <a:ln w="19050" cap="flat" cmpd="sng" algn="ctr">
            <a:solidFill>
              <a:sysClr val="window" lastClr="FFFFFF">
                <a:lumMod val="65000"/>
              </a:sysClr>
            </a:solidFill>
            <a:prstDash val="solid"/>
            <a:miter lim="800000"/>
          </a:ln>
          <a:effectLst/>
        </p:spPr>
      </p:cxnSp>
      <p:cxnSp>
        <p:nvCxnSpPr>
          <p:cNvPr id="160" name="直接连接符 159">
            <a:extLst>
              <a:ext uri="{FF2B5EF4-FFF2-40B4-BE49-F238E27FC236}">
                <a16:creationId xmlns:a16="http://schemas.microsoft.com/office/drawing/2014/main" id="{9286B99A-DCA9-4A71-AB53-3EC24A3F6FFC}"/>
              </a:ext>
            </a:extLst>
          </p:cNvPr>
          <p:cNvCxnSpPr>
            <a:cxnSpLocks/>
            <a:stCxn id="156" idx="3"/>
            <a:endCxn id="157" idx="1"/>
          </p:cNvCxnSpPr>
          <p:nvPr/>
        </p:nvCxnSpPr>
        <p:spPr bwMode="gray">
          <a:xfrm>
            <a:off x="4272880" y="5713242"/>
            <a:ext cx="820569" cy="207873"/>
          </a:xfrm>
          <a:prstGeom prst="line">
            <a:avLst/>
          </a:prstGeom>
          <a:noFill/>
          <a:ln w="19050" cap="flat" cmpd="sng" algn="ctr">
            <a:solidFill>
              <a:sysClr val="window" lastClr="FFFFFF">
                <a:lumMod val="65000"/>
              </a:sysClr>
            </a:solidFill>
            <a:prstDash val="solid"/>
            <a:miter lim="800000"/>
          </a:ln>
          <a:effectLst/>
        </p:spPr>
      </p:cxnSp>
    </p:spTree>
    <p:extLst>
      <p:ext uri="{BB962C8B-B14F-4D97-AF65-F5344CB8AC3E}">
        <p14:creationId xmlns:p14="http://schemas.microsoft.com/office/powerpoint/2010/main" val="40300040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AA60EF-07E8-484F-A604-09EEE3DB2068}"/>
              </a:ext>
            </a:extLst>
          </p:cNvPr>
          <p:cNvSpPr>
            <a:spLocks noGrp="1"/>
          </p:cNvSpPr>
          <p:nvPr>
            <p:ph type="title"/>
          </p:nvPr>
        </p:nvSpPr>
        <p:spPr bwMode="gray"/>
        <p:txBody>
          <a:bodyPr/>
          <a:lstStyle/>
          <a:p>
            <a:r>
              <a:rPr lang="zh-CN" altLang="en-US"/>
              <a:t>用例</a:t>
            </a:r>
            <a:r>
              <a:rPr lang="en-US" altLang="zh-CN"/>
              <a:t>4</a:t>
            </a:r>
            <a:r>
              <a:rPr lang="zh-CN" altLang="en-US"/>
              <a:t>：使用</a:t>
            </a:r>
            <a:r>
              <a:rPr lang="en-US" altLang="zh-CN"/>
              <a:t>dryRun</a:t>
            </a:r>
            <a:r>
              <a:rPr lang="zh-CN" altLang="en-US"/>
              <a:t>提前检查下发配置的正确性</a:t>
            </a:r>
          </a:p>
        </p:txBody>
      </p:sp>
      <p:sp>
        <p:nvSpPr>
          <p:cNvPr id="65" name="矩形 64">
            <a:extLst>
              <a:ext uri="{FF2B5EF4-FFF2-40B4-BE49-F238E27FC236}">
                <a16:creationId xmlns:a16="http://schemas.microsoft.com/office/drawing/2014/main" id="{88FCF156-5177-454E-824A-474ED57FA91A}"/>
              </a:ext>
            </a:extLst>
          </p:cNvPr>
          <p:cNvSpPr/>
          <p:nvPr/>
        </p:nvSpPr>
        <p:spPr bwMode="gray">
          <a:xfrm>
            <a:off x="1055552" y="1783582"/>
            <a:ext cx="4853110" cy="3414918"/>
          </a:xfrm>
          <a:prstGeom prst="rect">
            <a:avLst/>
          </a:prstGeom>
          <a:solidFill>
            <a:srgbClr val="F3FBFE">
              <a:lumMod val="95000"/>
            </a:srgbClr>
          </a:solidFill>
          <a:ln w="254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66" name="矩形 65">
            <a:extLst>
              <a:ext uri="{FF2B5EF4-FFF2-40B4-BE49-F238E27FC236}">
                <a16:creationId xmlns:a16="http://schemas.microsoft.com/office/drawing/2014/main" id="{01D32D84-014A-45BF-8786-61F3D6EC1A1F}"/>
              </a:ext>
            </a:extLst>
          </p:cNvPr>
          <p:cNvSpPr/>
          <p:nvPr/>
        </p:nvSpPr>
        <p:spPr bwMode="gray">
          <a:xfrm>
            <a:off x="1235074" y="4688711"/>
            <a:ext cx="3431162" cy="404640"/>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67" name="矩形 66">
            <a:extLst>
              <a:ext uri="{FF2B5EF4-FFF2-40B4-BE49-F238E27FC236}">
                <a16:creationId xmlns:a16="http://schemas.microsoft.com/office/drawing/2014/main" id="{D07F50BB-1BDC-4BD1-8E13-0EBED03D27AC}"/>
              </a:ext>
            </a:extLst>
          </p:cNvPr>
          <p:cNvSpPr/>
          <p:nvPr/>
        </p:nvSpPr>
        <p:spPr bwMode="gray">
          <a:xfrm>
            <a:off x="1055553" y="1395535"/>
            <a:ext cx="4853110" cy="294264"/>
          </a:xfrm>
          <a:prstGeom prst="rect">
            <a:avLst/>
          </a:prstGeom>
          <a:solidFill>
            <a:srgbClr val="8BC9A0">
              <a:lumMod val="7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F3FBFE"/>
                </a:solidFill>
                <a:effectLst/>
                <a:uLnTx/>
                <a:uFillTx/>
              </a:rPr>
              <a:t>OSS/</a:t>
            </a:r>
            <a:r>
              <a:rPr kumimoji="0" lang="zh-CN" altLang="en-US" sz="1400" b="1" i="0" u="none" strike="noStrike" kern="0" cap="none" spc="0" normalizeH="0" baseline="0" noProof="0" dirty="0">
                <a:ln>
                  <a:noFill/>
                </a:ln>
                <a:solidFill>
                  <a:srgbClr val="F3FBFE"/>
                </a:solidFill>
                <a:effectLst/>
                <a:uLnTx/>
                <a:uFillTx/>
              </a:rPr>
              <a:t>编排器</a:t>
            </a:r>
          </a:p>
        </p:txBody>
      </p:sp>
      <p:cxnSp>
        <p:nvCxnSpPr>
          <p:cNvPr id="68" name="直接连接符 201">
            <a:extLst>
              <a:ext uri="{FF2B5EF4-FFF2-40B4-BE49-F238E27FC236}">
                <a16:creationId xmlns:a16="http://schemas.microsoft.com/office/drawing/2014/main" id="{34B1F357-2BB6-4482-9CCB-8F7DC648CF61}"/>
              </a:ext>
            </a:extLst>
          </p:cNvPr>
          <p:cNvCxnSpPr/>
          <p:nvPr/>
        </p:nvCxnSpPr>
        <p:spPr bwMode="gray">
          <a:xfrm flipH="1">
            <a:off x="3482107" y="1689799"/>
            <a:ext cx="1" cy="93783"/>
          </a:xfrm>
          <a:prstGeom prst="line">
            <a:avLst/>
          </a:prstGeom>
          <a:noFill/>
          <a:ln w="9525" cap="flat" cmpd="sng" algn="ctr">
            <a:solidFill>
              <a:srgbClr val="D9D9D9"/>
            </a:solidFill>
            <a:prstDash val="solid"/>
          </a:ln>
          <a:effectLst/>
        </p:spPr>
      </p:cxnSp>
      <p:sp>
        <p:nvSpPr>
          <p:cNvPr id="69" name="矩形 68">
            <a:extLst>
              <a:ext uri="{FF2B5EF4-FFF2-40B4-BE49-F238E27FC236}">
                <a16:creationId xmlns:a16="http://schemas.microsoft.com/office/drawing/2014/main" id="{8CE01C57-612B-426A-9156-958665AFCE8F}"/>
              </a:ext>
            </a:extLst>
          </p:cNvPr>
          <p:cNvSpPr/>
          <p:nvPr/>
        </p:nvSpPr>
        <p:spPr bwMode="gray">
          <a:xfrm>
            <a:off x="1193551" y="2182565"/>
            <a:ext cx="4577112" cy="454289"/>
          </a:xfrm>
          <a:prstGeom prst="rect">
            <a:avLst/>
          </a:prstGeom>
          <a:noFill/>
          <a:ln w="22225" cap="flat" cmpd="sng" algn="ctr">
            <a:solidFill>
              <a:srgbClr val="F3FBFE">
                <a:lumMod val="85000"/>
              </a:srgbClr>
            </a:solidFill>
            <a:prstDash val="sysDot"/>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en-US" altLang="zh-CN" sz="1200" b="1" i="0" u="none" strike="noStrike" kern="0" cap="none" spc="0" normalizeH="0" baseline="0" noProof="0">
              <a:ln>
                <a:noFill/>
              </a:ln>
              <a:solidFill>
                <a:prstClr val="black"/>
              </a:solidFill>
              <a:effectLst/>
              <a:uLnTx/>
              <a:uFillTx/>
              <a:cs typeface="Calibri" pitchFamily="34" charset="0"/>
            </a:endParaRPr>
          </a:p>
        </p:txBody>
      </p:sp>
      <p:sp>
        <p:nvSpPr>
          <p:cNvPr id="70" name="矩形 69">
            <a:extLst>
              <a:ext uri="{FF2B5EF4-FFF2-40B4-BE49-F238E27FC236}">
                <a16:creationId xmlns:a16="http://schemas.microsoft.com/office/drawing/2014/main" id="{83BA58D3-8EAF-4CF6-AB36-5F58F19D38BF}"/>
              </a:ext>
            </a:extLst>
          </p:cNvPr>
          <p:cNvSpPr/>
          <p:nvPr/>
        </p:nvSpPr>
        <p:spPr bwMode="gray">
          <a:xfrm>
            <a:off x="1229312" y="3752321"/>
            <a:ext cx="3436924" cy="375617"/>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71" name="矩形 70">
            <a:extLst>
              <a:ext uri="{FF2B5EF4-FFF2-40B4-BE49-F238E27FC236}">
                <a16:creationId xmlns:a16="http://schemas.microsoft.com/office/drawing/2014/main" id="{F4B6C860-1A7A-4996-880A-50318489768F}"/>
              </a:ext>
            </a:extLst>
          </p:cNvPr>
          <p:cNvSpPr/>
          <p:nvPr/>
        </p:nvSpPr>
        <p:spPr bwMode="gray">
          <a:xfrm>
            <a:off x="1160661" y="3802424"/>
            <a:ext cx="861639" cy="30771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fontAlgn="base">
              <a:spcBef>
                <a:spcPct val="0"/>
              </a:spcBef>
              <a:spcAft>
                <a:spcPct val="0"/>
              </a:spcAft>
            </a:pPr>
            <a:r>
              <a:rPr lang="zh-CN" altLang="en-US" sz="1200" b="1" dirty="0">
                <a:solidFill>
                  <a:srgbClr val="000000"/>
                </a:solidFill>
                <a:cs typeface="Microsoft YaHei" charset="-122"/>
              </a:rPr>
              <a:t>网元管理</a:t>
            </a:r>
          </a:p>
        </p:txBody>
      </p:sp>
      <p:sp>
        <p:nvSpPr>
          <p:cNvPr id="72" name="矩形 71">
            <a:extLst>
              <a:ext uri="{FF2B5EF4-FFF2-40B4-BE49-F238E27FC236}">
                <a16:creationId xmlns:a16="http://schemas.microsoft.com/office/drawing/2014/main" id="{600543A9-BC6B-4FF2-A140-5E637342C6D5}"/>
              </a:ext>
            </a:extLst>
          </p:cNvPr>
          <p:cNvSpPr/>
          <p:nvPr/>
        </p:nvSpPr>
        <p:spPr bwMode="gray">
          <a:xfrm>
            <a:off x="1225112" y="4202370"/>
            <a:ext cx="3441124" cy="398236"/>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73" name="矩形 72">
            <a:extLst>
              <a:ext uri="{FF2B5EF4-FFF2-40B4-BE49-F238E27FC236}">
                <a16:creationId xmlns:a16="http://schemas.microsoft.com/office/drawing/2014/main" id="{BB75336C-26F7-409C-A36D-1AEF648DE61E}"/>
              </a:ext>
            </a:extLst>
          </p:cNvPr>
          <p:cNvSpPr/>
          <p:nvPr/>
        </p:nvSpPr>
        <p:spPr bwMode="gray">
          <a:xfrm>
            <a:off x="1935096" y="4248024"/>
            <a:ext cx="1149265" cy="35930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Huawei NE Driver</a:t>
            </a:r>
          </a:p>
        </p:txBody>
      </p:sp>
      <p:sp>
        <p:nvSpPr>
          <p:cNvPr id="74" name="矩形 73">
            <a:extLst>
              <a:ext uri="{FF2B5EF4-FFF2-40B4-BE49-F238E27FC236}">
                <a16:creationId xmlns:a16="http://schemas.microsoft.com/office/drawing/2014/main" id="{90F0542D-2B31-4894-A98C-F869C7ABF4DD}"/>
              </a:ext>
            </a:extLst>
          </p:cNvPr>
          <p:cNvSpPr/>
          <p:nvPr/>
        </p:nvSpPr>
        <p:spPr bwMode="gray">
          <a:xfrm>
            <a:off x="3423641" y="4278666"/>
            <a:ext cx="1143197" cy="289993"/>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3rd NE Driver</a:t>
            </a:r>
          </a:p>
        </p:txBody>
      </p:sp>
      <p:sp>
        <p:nvSpPr>
          <p:cNvPr id="75" name="矩形 74">
            <a:extLst>
              <a:ext uri="{FF2B5EF4-FFF2-40B4-BE49-F238E27FC236}">
                <a16:creationId xmlns:a16="http://schemas.microsoft.com/office/drawing/2014/main" id="{DB702B72-9A85-42EE-8703-58B21C80FAA2}"/>
              </a:ext>
            </a:extLst>
          </p:cNvPr>
          <p:cNvSpPr/>
          <p:nvPr/>
        </p:nvSpPr>
        <p:spPr bwMode="gray">
          <a:xfrm>
            <a:off x="1226043" y="3263075"/>
            <a:ext cx="3440193" cy="405448"/>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76" name="矩形 75">
            <a:extLst>
              <a:ext uri="{FF2B5EF4-FFF2-40B4-BE49-F238E27FC236}">
                <a16:creationId xmlns:a16="http://schemas.microsoft.com/office/drawing/2014/main" id="{DE2BD30D-1ED2-43B2-9159-27F911DCA02C}"/>
              </a:ext>
            </a:extLst>
          </p:cNvPr>
          <p:cNvSpPr/>
          <p:nvPr/>
        </p:nvSpPr>
        <p:spPr bwMode="gray">
          <a:xfrm>
            <a:off x="1169486" y="3321272"/>
            <a:ext cx="861639" cy="30771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a:spcBef>
                <a:spcPct val="0"/>
              </a:spcBef>
              <a:spcAft>
                <a:spcPct val="0"/>
              </a:spcAft>
              <a:defRPr/>
            </a:pPr>
            <a:r>
              <a:rPr lang="zh-CN" altLang="en-US" sz="1200" b="1" kern="0" dirty="0">
                <a:solidFill>
                  <a:srgbClr val="000000"/>
                </a:solidFill>
                <a:cs typeface="Microsoft YaHei" charset="-122"/>
              </a:rPr>
              <a:t>业务管理</a:t>
            </a:r>
            <a:endParaRPr lang="en-US" altLang="zh-CN" sz="1200" b="1" kern="0" dirty="0">
              <a:solidFill>
                <a:srgbClr val="000000"/>
              </a:solidFill>
              <a:cs typeface="Microsoft YaHei" charset="-122"/>
            </a:endParaRPr>
          </a:p>
        </p:txBody>
      </p:sp>
      <p:sp>
        <p:nvSpPr>
          <p:cNvPr id="77" name="矩形 76">
            <a:extLst>
              <a:ext uri="{FF2B5EF4-FFF2-40B4-BE49-F238E27FC236}">
                <a16:creationId xmlns:a16="http://schemas.microsoft.com/office/drawing/2014/main" id="{FB1FBEDA-7D6F-4B53-9E79-633C9203FBA3}"/>
              </a:ext>
            </a:extLst>
          </p:cNvPr>
          <p:cNvSpPr/>
          <p:nvPr/>
        </p:nvSpPr>
        <p:spPr bwMode="gray">
          <a:xfrm>
            <a:off x="1307770" y="2265731"/>
            <a:ext cx="2211290" cy="276200"/>
          </a:xfrm>
          <a:prstGeom prst="rect">
            <a:avLst/>
          </a:prstGeom>
          <a:solidFill>
            <a:srgbClr val="56C4D2"/>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a:ln>
                  <a:noFill/>
                </a:ln>
                <a:solidFill>
                  <a:srgbClr val="F3FBFE"/>
                </a:solidFill>
                <a:effectLst/>
                <a:uLnTx/>
                <a:uFillTx/>
                <a:cs typeface="Microsoft YaHei" charset="-122"/>
              </a:rPr>
              <a:t>GUI</a:t>
            </a:r>
          </a:p>
        </p:txBody>
      </p:sp>
      <p:sp>
        <p:nvSpPr>
          <p:cNvPr id="78" name="矩形 77">
            <a:extLst>
              <a:ext uri="{FF2B5EF4-FFF2-40B4-BE49-F238E27FC236}">
                <a16:creationId xmlns:a16="http://schemas.microsoft.com/office/drawing/2014/main" id="{8FBFCF6B-5658-4219-882E-961E1B25D7E1}"/>
              </a:ext>
            </a:extLst>
          </p:cNvPr>
          <p:cNvSpPr/>
          <p:nvPr/>
        </p:nvSpPr>
        <p:spPr bwMode="gray">
          <a:xfrm>
            <a:off x="1937186" y="3292522"/>
            <a:ext cx="945332" cy="325470"/>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HVPN Service</a:t>
            </a:r>
          </a:p>
        </p:txBody>
      </p:sp>
      <p:sp>
        <p:nvSpPr>
          <p:cNvPr id="79" name="矩形 78">
            <a:extLst>
              <a:ext uri="{FF2B5EF4-FFF2-40B4-BE49-F238E27FC236}">
                <a16:creationId xmlns:a16="http://schemas.microsoft.com/office/drawing/2014/main" id="{A7549EA4-D112-4B27-BB78-3900FE37918F}"/>
              </a:ext>
            </a:extLst>
          </p:cNvPr>
          <p:cNvSpPr/>
          <p:nvPr/>
        </p:nvSpPr>
        <p:spPr bwMode="gray">
          <a:xfrm>
            <a:off x="3014888" y="3307356"/>
            <a:ext cx="896197" cy="314874"/>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SRV6 Service</a:t>
            </a:r>
          </a:p>
        </p:txBody>
      </p:sp>
      <p:sp>
        <p:nvSpPr>
          <p:cNvPr id="80" name="矩形 79">
            <a:extLst>
              <a:ext uri="{FF2B5EF4-FFF2-40B4-BE49-F238E27FC236}">
                <a16:creationId xmlns:a16="http://schemas.microsoft.com/office/drawing/2014/main" id="{14D292BF-DD0C-4CBB-A259-C2DC48E28B62}"/>
              </a:ext>
            </a:extLst>
          </p:cNvPr>
          <p:cNvSpPr/>
          <p:nvPr/>
        </p:nvSpPr>
        <p:spPr bwMode="gray">
          <a:xfrm>
            <a:off x="1243840" y="4308386"/>
            <a:ext cx="557069" cy="289245"/>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defTabSz="977412" fontAlgn="base">
              <a:lnSpc>
                <a:spcPct val="90000"/>
              </a:lnSpc>
              <a:spcBef>
                <a:spcPct val="0"/>
              </a:spcBef>
              <a:spcAft>
                <a:spcPct val="35000"/>
              </a:spcAft>
            </a:pPr>
            <a:r>
              <a:rPr lang="en-US" altLang="zh-CN" sz="1200" kern="0" dirty="0">
                <a:solidFill>
                  <a:srgbClr val="000000"/>
                </a:solidFill>
                <a:cs typeface="Arial" charset="0"/>
                <a:sym typeface="+mn-lt"/>
              </a:rPr>
              <a:t>SND</a:t>
            </a:r>
            <a:endParaRPr lang="zh-CN" altLang="en-US" sz="1200" kern="0" dirty="0">
              <a:solidFill>
                <a:srgbClr val="000000"/>
              </a:solidFill>
              <a:cs typeface="Arial" charset="0"/>
              <a:sym typeface="+mn-lt"/>
            </a:endParaRPr>
          </a:p>
        </p:txBody>
      </p:sp>
      <p:sp>
        <p:nvSpPr>
          <p:cNvPr id="81" name="矩形 80">
            <a:extLst>
              <a:ext uri="{FF2B5EF4-FFF2-40B4-BE49-F238E27FC236}">
                <a16:creationId xmlns:a16="http://schemas.microsoft.com/office/drawing/2014/main" id="{525B912E-8D02-4062-9DB1-B7D792BD72C6}"/>
              </a:ext>
            </a:extLst>
          </p:cNvPr>
          <p:cNvSpPr/>
          <p:nvPr/>
        </p:nvSpPr>
        <p:spPr bwMode="gray">
          <a:xfrm>
            <a:off x="3679106" y="2266073"/>
            <a:ext cx="1983033" cy="275858"/>
          </a:xfrm>
          <a:prstGeom prst="rect">
            <a:avLst/>
          </a:prstGeom>
          <a:solidFill>
            <a:srgbClr val="56C4D2"/>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F3FBFE"/>
                </a:solidFill>
                <a:effectLst/>
                <a:uLnTx/>
                <a:uFillTx/>
                <a:cs typeface="Microsoft YaHei" charset="-122"/>
              </a:rPr>
              <a:t>NBI</a:t>
            </a:r>
          </a:p>
        </p:txBody>
      </p:sp>
      <p:sp>
        <p:nvSpPr>
          <p:cNvPr id="82" name="TextBox 197">
            <a:extLst>
              <a:ext uri="{FF2B5EF4-FFF2-40B4-BE49-F238E27FC236}">
                <a16:creationId xmlns:a16="http://schemas.microsoft.com/office/drawing/2014/main" id="{ABCDA38D-CE94-4715-9A2C-9E23A5A25C7A}"/>
              </a:ext>
            </a:extLst>
          </p:cNvPr>
          <p:cNvSpPr txBox="1"/>
          <p:nvPr/>
        </p:nvSpPr>
        <p:spPr bwMode="gray">
          <a:xfrm>
            <a:off x="1193551" y="1856126"/>
            <a:ext cx="2103020" cy="307698"/>
          </a:xfrm>
          <a:prstGeom prst="rect">
            <a:avLst/>
          </a:prstGeom>
          <a:noFill/>
        </p:spPr>
        <p:txBody>
          <a:bodyPr wrap="square" lIns="91365" tIns="45681" rIns="91365" bIns="45681" rtlCol="0">
            <a:spAutoFit/>
          </a:bodyPr>
          <a:lstStyle>
            <a:defPPr>
              <a:defRPr lang="en-US"/>
            </a:defPPr>
            <a:lvl1pPr defTabSz="1624029" fontAlgn="base">
              <a:spcBef>
                <a:spcPct val="0"/>
              </a:spcBef>
              <a:spcAft>
                <a:spcPct val="0"/>
              </a:spcAft>
              <a:defRPr sz="1200" b="1">
                <a:solidFill>
                  <a:schemeClr val="tx1">
                    <a:lumMod val="50000"/>
                    <a:lumOff val="50000"/>
                  </a:schemeClr>
                </a:solidFill>
                <a:cs typeface="Calibri" pitchFamily="34" charset="0"/>
              </a:defRPr>
            </a:lvl1pPr>
            <a:lvl2pPr marL="609636" defTabSz="1219272">
              <a:defRPr sz="2400"/>
            </a:lvl2pPr>
            <a:lvl3pPr marL="1219272" defTabSz="1219272">
              <a:defRPr sz="2400"/>
            </a:lvl3pPr>
            <a:lvl4pPr marL="1828908" defTabSz="1219272">
              <a:defRPr sz="2400"/>
            </a:lvl4pPr>
            <a:lvl5pPr marL="2438545" defTabSz="1219272">
              <a:defRPr sz="2400"/>
            </a:lvl5pPr>
            <a:lvl6pPr marL="3048180" defTabSz="1219272">
              <a:defRPr sz="2400"/>
            </a:lvl6pPr>
            <a:lvl7pPr marL="3657816" defTabSz="1219272">
              <a:defRPr sz="2400"/>
            </a:lvl7pPr>
            <a:lvl8pPr marL="4267452" defTabSz="1219272">
              <a:defRPr sz="2400"/>
            </a:lvl8pPr>
            <a:lvl9pPr marL="4877087" defTabSz="1219272">
              <a:defRPr sz="2400"/>
            </a:lvl9pPr>
          </a:lstStyle>
          <a:p>
            <a:r>
              <a:rPr lang="en-US" altLang="zh-CN" sz="1400">
                <a:solidFill>
                  <a:prstClr val="black"/>
                </a:solidFill>
                <a:cs typeface="Arial" charset="0"/>
              </a:rPr>
              <a:t>iMaster NCE</a:t>
            </a:r>
            <a:endParaRPr lang="en-US" altLang="zh-CN" sz="1400" dirty="0">
              <a:solidFill>
                <a:prstClr val="black"/>
              </a:solidFill>
              <a:cs typeface="Arial" charset="0"/>
            </a:endParaRPr>
          </a:p>
        </p:txBody>
      </p:sp>
      <p:sp>
        <p:nvSpPr>
          <p:cNvPr id="83" name="圆角矩形 72">
            <a:extLst>
              <a:ext uri="{FF2B5EF4-FFF2-40B4-BE49-F238E27FC236}">
                <a16:creationId xmlns:a16="http://schemas.microsoft.com/office/drawing/2014/main" id="{CDA16316-E74E-4088-B490-D1823B6F65DE}"/>
              </a:ext>
            </a:extLst>
          </p:cNvPr>
          <p:cNvSpPr/>
          <p:nvPr/>
        </p:nvSpPr>
        <p:spPr bwMode="gray">
          <a:xfrm>
            <a:off x="1937186" y="3797457"/>
            <a:ext cx="1147391" cy="291417"/>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sym typeface="+mn-lt"/>
              </a:rPr>
              <a:t>设备管理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sym typeface="+mn-lt"/>
            </a:endParaRPr>
          </a:p>
        </p:txBody>
      </p:sp>
      <p:sp>
        <p:nvSpPr>
          <p:cNvPr id="84" name="矩形 83">
            <a:extLst>
              <a:ext uri="{FF2B5EF4-FFF2-40B4-BE49-F238E27FC236}">
                <a16:creationId xmlns:a16="http://schemas.microsoft.com/office/drawing/2014/main" id="{F2F05B6C-2960-4224-87B0-49CC840C0982}"/>
              </a:ext>
            </a:extLst>
          </p:cNvPr>
          <p:cNvSpPr/>
          <p:nvPr/>
        </p:nvSpPr>
        <p:spPr bwMode="gray">
          <a:xfrm>
            <a:off x="4001036" y="3332707"/>
            <a:ext cx="565802" cy="273800"/>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Microsoft YaHei" charset="-122"/>
              </a:rPr>
              <a:t>…</a:t>
            </a:r>
          </a:p>
        </p:txBody>
      </p:sp>
      <p:sp>
        <p:nvSpPr>
          <p:cNvPr id="85" name="圆角矩形 94">
            <a:extLst>
              <a:ext uri="{FF2B5EF4-FFF2-40B4-BE49-F238E27FC236}">
                <a16:creationId xmlns:a16="http://schemas.microsoft.com/office/drawing/2014/main" id="{C50C6716-4621-4AFE-8589-2E9D76141987}"/>
              </a:ext>
            </a:extLst>
          </p:cNvPr>
          <p:cNvSpPr/>
          <p:nvPr/>
        </p:nvSpPr>
        <p:spPr bwMode="gray">
          <a:xfrm>
            <a:off x="3423640" y="3792593"/>
            <a:ext cx="1143196" cy="29834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sym typeface="+mn-lt"/>
              </a:rPr>
              <a:t>设备组</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sym typeface="+mn-lt"/>
            </a:endParaRPr>
          </a:p>
        </p:txBody>
      </p:sp>
      <p:sp>
        <p:nvSpPr>
          <p:cNvPr id="86" name="矩形 85">
            <a:extLst>
              <a:ext uri="{FF2B5EF4-FFF2-40B4-BE49-F238E27FC236}">
                <a16:creationId xmlns:a16="http://schemas.microsoft.com/office/drawing/2014/main" id="{401267DD-722C-4D74-9FD5-9D751F1E68D2}"/>
              </a:ext>
            </a:extLst>
          </p:cNvPr>
          <p:cNvSpPr/>
          <p:nvPr/>
        </p:nvSpPr>
        <p:spPr bwMode="gray">
          <a:xfrm>
            <a:off x="1220883" y="2782264"/>
            <a:ext cx="3445353" cy="402607"/>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87" name="矩形 86">
            <a:extLst>
              <a:ext uri="{FF2B5EF4-FFF2-40B4-BE49-F238E27FC236}">
                <a16:creationId xmlns:a16="http://schemas.microsoft.com/office/drawing/2014/main" id="{F6B6D923-DC84-4930-AF2D-D06AD7845074}"/>
              </a:ext>
            </a:extLst>
          </p:cNvPr>
          <p:cNvSpPr/>
          <p:nvPr/>
        </p:nvSpPr>
        <p:spPr bwMode="gray">
          <a:xfrm>
            <a:off x="1937186" y="2840917"/>
            <a:ext cx="1279392" cy="276874"/>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软件包管理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88" name="矩形 87">
            <a:extLst>
              <a:ext uri="{FF2B5EF4-FFF2-40B4-BE49-F238E27FC236}">
                <a16:creationId xmlns:a16="http://schemas.microsoft.com/office/drawing/2014/main" id="{18909482-F298-415C-98CA-5CDF84C97BFB}"/>
              </a:ext>
            </a:extLst>
          </p:cNvPr>
          <p:cNvSpPr/>
          <p:nvPr/>
        </p:nvSpPr>
        <p:spPr bwMode="gray">
          <a:xfrm>
            <a:off x="3302488" y="2848918"/>
            <a:ext cx="1264351" cy="273564"/>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公钥管理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89" name="矩形 88">
            <a:extLst>
              <a:ext uri="{FF2B5EF4-FFF2-40B4-BE49-F238E27FC236}">
                <a16:creationId xmlns:a16="http://schemas.microsoft.com/office/drawing/2014/main" id="{61487E36-D4CE-4590-8BFB-EFAE9BFB47ED}"/>
              </a:ext>
            </a:extLst>
          </p:cNvPr>
          <p:cNvSpPr/>
          <p:nvPr/>
        </p:nvSpPr>
        <p:spPr bwMode="gray">
          <a:xfrm>
            <a:off x="1235075" y="4758801"/>
            <a:ext cx="553863" cy="28950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defTabSz="977412" fontAlgn="base">
              <a:lnSpc>
                <a:spcPct val="90000"/>
              </a:lnSpc>
              <a:spcBef>
                <a:spcPct val="0"/>
              </a:spcBef>
              <a:spcAft>
                <a:spcPct val="35000"/>
              </a:spcAft>
            </a:pPr>
            <a:r>
              <a:rPr lang="zh-CN" altLang="en-US" sz="1200" kern="0" dirty="0">
                <a:solidFill>
                  <a:srgbClr val="000000"/>
                </a:solidFill>
                <a:cs typeface="Microsoft YaHei" charset="-122"/>
                <a:sym typeface="+mn-lt"/>
              </a:rPr>
              <a:t>协议</a:t>
            </a:r>
          </a:p>
        </p:txBody>
      </p:sp>
      <p:sp>
        <p:nvSpPr>
          <p:cNvPr id="90" name="矩形 89">
            <a:extLst>
              <a:ext uri="{FF2B5EF4-FFF2-40B4-BE49-F238E27FC236}">
                <a16:creationId xmlns:a16="http://schemas.microsoft.com/office/drawing/2014/main" id="{2F7D0A30-72A4-4024-87EE-B36A4D10CBA8}"/>
              </a:ext>
            </a:extLst>
          </p:cNvPr>
          <p:cNvSpPr/>
          <p:nvPr/>
        </p:nvSpPr>
        <p:spPr bwMode="gray">
          <a:xfrm>
            <a:off x="4823069" y="2788095"/>
            <a:ext cx="930668" cy="2285695"/>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91" name="矩形 90">
            <a:extLst>
              <a:ext uri="{FF2B5EF4-FFF2-40B4-BE49-F238E27FC236}">
                <a16:creationId xmlns:a16="http://schemas.microsoft.com/office/drawing/2014/main" id="{B9B2BB09-382D-4D88-9C8F-65E830E9A96E}"/>
              </a:ext>
            </a:extLst>
          </p:cNvPr>
          <p:cNvSpPr/>
          <p:nvPr/>
        </p:nvSpPr>
        <p:spPr bwMode="gray">
          <a:xfrm>
            <a:off x="4857585" y="2864582"/>
            <a:ext cx="861639" cy="30771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a:spcBef>
                <a:spcPct val="0"/>
              </a:spcBef>
              <a:spcAft>
                <a:spcPct val="0"/>
              </a:spcAft>
              <a:defRPr/>
            </a:pPr>
            <a:r>
              <a:rPr lang="zh-CN" altLang="en-US" sz="1200" b="1" kern="0" dirty="0">
                <a:solidFill>
                  <a:srgbClr val="000000"/>
                </a:solidFill>
                <a:cs typeface="Calibri" pitchFamily="34" charset="0"/>
              </a:rPr>
              <a:t>系统配置</a:t>
            </a:r>
            <a:endParaRPr lang="en-US" altLang="zh-CN" sz="1200" b="1" kern="0" dirty="0">
              <a:solidFill>
                <a:srgbClr val="000000"/>
              </a:solidFill>
              <a:cs typeface="Calibri" pitchFamily="34" charset="0"/>
            </a:endParaRPr>
          </a:p>
        </p:txBody>
      </p:sp>
      <p:sp>
        <p:nvSpPr>
          <p:cNvPr id="92" name="矩形 91">
            <a:extLst>
              <a:ext uri="{FF2B5EF4-FFF2-40B4-BE49-F238E27FC236}">
                <a16:creationId xmlns:a16="http://schemas.microsoft.com/office/drawing/2014/main" id="{CD5DBF85-25D2-48B4-AC0B-18FE84C01A68}"/>
              </a:ext>
            </a:extLst>
          </p:cNvPr>
          <p:cNvSpPr/>
          <p:nvPr/>
        </p:nvSpPr>
        <p:spPr bwMode="gray">
          <a:xfrm>
            <a:off x="1183679" y="2840917"/>
            <a:ext cx="861639" cy="30771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a:spcBef>
                <a:spcPct val="0"/>
              </a:spcBef>
              <a:spcAft>
                <a:spcPct val="0"/>
              </a:spcAft>
              <a:defRPr/>
            </a:pPr>
            <a:r>
              <a:rPr lang="zh-CN" altLang="en-US" sz="1200" b="1" kern="0" dirty="0">
                <a:solidFill>
                  <a:srgbClr val="000000"/>
                </a:solidFill>
                <a:cs typeface="Microsoft YaHei" charset="-122"/>
              </a:rPr>
              <a:t>工程管理</a:t>
            </a:r>
            <a:endParaRPr lang="en-US" altLang="zh-CN" sz="1200" b="1" kern="0" dirty="0">
              <a:solidFill>
                <a:srgbClr val="000000"/>
              </a:solidFill>
              <a:cs typeface="Microsoft YaHei" charset="-122"/>
            </a:endParaRPr>
          </a:p>
        </p:txBody>
      </p:sp>
      <p:sp>
        <p:nvSpPr>
          <p:cNvPr id="93" name="矩形 92">
            <a:extLst>
              <a:ext uri="{FF2B5EF4-FFF2-40B4-BE49-F238E27FC236}">
                <a16:creationId xmlns:a16="http://schemas.microsoft.com/office/drawing/2014/main" id="{046741CF-C175-4755-B7BC-A24289F90839}"/>
              </a:ext>
            </a:extLst>
          </p:cNvPr>
          <p:cNvSpPr/>
          <p:nvPr/>
        </p:nvSpPr>
        <p:spPr bwMode="gray">
          <a:xfrm>
            <a:off x="4949160" y="3315898"/>
            <a:ext cx="697145" cy="305427"/>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业务模板</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94" name="矩形 93">
            <a:extLst>
              <a:ext uri="{FF2B5EF4-FFF2-40B4-BE49-F238E27FC236}">
                <a16:creationId xmlns:a16="http://schemas.microsoft.com/office/drawing/2014/main" id="{E6FFB89A-363E-48D4-8675-6BD51823E898}"/>
              </a:ext>
            </a:extLst>
          </p:cNvPr>
          <p:cNvSpPr/>
          <p:nvPr/>
        </p:nvSpPr>
        <p:spPr bwMode="gray">
          <a:xfrm>
            <a:off x="4949160" y="4656735"/>
            <a:ext cx="697145" cy="305427"/>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协议参数</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95" name="矩形 94">
            <a:extLst>
              <a:ext uri="{FF2B5EF4-FFF2-40B4-BE49-F238E27FC236}">
                <a16:creationId xmlns:a16="http://schemas.microsoft.com/office/drawing/2014/main" id="{01DAF9B4-D44E-4CF8-9820-06181F3CD227}"/>
              </a:ext>
            </a:extLst>
          </p:cNvPr>
          <p:cNvSpPr/>
          <p:nvPr/>
        </p:nvSpPr>
        <p:spPr bwMode="gray">
          <a:xfrm>
            <a:off x="4949160" y="3768970"/>
            <a:ext cx="697145" cy="305427"/>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网元模板</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96" name="任意多边形 127">
            <a:extLst>
              <a:ext uri="{FF2B5EF4-FFF2-40B4-BE49-F238E27FC236}">
                <a16:creationId xmlns:a16="http://schemas.microsoft.com/office/drawing/2014/main" id="{0D781113-161A-424E-94C1-A63E42E420DC}"/>
              </a:ext>
            </a:extLst>
          </p:cNvPr>
          <p:cNvSpPr/>
          <p:nvPr/>
        </p:nvSpPr>
        <p:spPr bwMode="gray">
          <a:xfrm>
            <a:off x="2578347" y="3398917"/>
            <a:ext cx="718224" cy="1989064"/>
          </a:xfrm>
          <a:custGeom>
            <a:avLst/>
            <a:gdLst>
              <a:gd name="connsiteX0" fmla="*/ 0 w 1564413"/>
              <a:gd name="connsiteY0" fmla="*/ 0 h 3462292"/>
              <a:gd name="connsiteX1" fmla="*/ 168675 w 1564413"/>
              <a:gd name="connsiteY1" fmla="*/ 710214 h 3462292"/>
              <a:gd name="connsiteX2" fmla="*/ 577048 w 1564413"/>
              <a:gd name="connsiteY2" fmla="*/ 1127464 h 3462292"/>
              <a:gd name="connsiteX3" fmla="*/ 1544714 w 1564413"/>
              <a:gd name="connsiteY3" fmla="*/ 1384917 h 3462292"/>
              <a:gd name="connsiteX4" fmla="*/ 1198485 w 1564413"/>
              <a:gd name="connsiteY4" fmla="*/ 2024109 h 3462292"/>
              <a:gd name="connsiteX5" fmla="*/ 843378 w 1564413"/>
              <a:gd name="connsiteY5" fmla="*/ 2530136 h 3462292"/>
              <a:gd name="connsiteX6" fmla="*/ 1118586 w 1564413"/>
              <a:gd name="connsiteY6" fmla="*/ 3462292 h 3462292"/>
              <a:gd name="connsiteX0" fmla="*/ 0 w 1564413"/>
              <a:gd name="connsiteY0" fmla="*/ 0 h 3462292"/>
              <a:gd name="connsiteX1" fmla="*/ 168675 w 1564413"/>
              <a:gd name="connsiteY1" fmla="*/ 710214 h 3462292"/>
              <a:gd name="connsiteX2" fmla="*/ 577048 w 1564413"/>
              <a:gd name="connsiteY2" fmla="*/ 1127464 h 3462292"/>
              <a:gd name="connsiteX3" fmla="*/ 1544714 w 1564413"/>
              <a:gd name="connsiteY3" fmla="*/ 1384917 h 3462292"/>
              <a:gd name="connsiteX4" fmla="*/ 1198485 w 1564413"/>
              <a:gd name="connsiteY4" fmla="*/ 2024109 h 3462292"/>
              <a:gd name="connsiteX5" fmla="*/ 843378 w 1564413"/>
              <a:gd name="connsiteY5" fmla="*/ 2689222 h 3462292"/>
              <a:gd name="connsiteX6" fmla="*/ 1118586 w 1564413"/>
              <a:gd name="connsiteY6" fmla="*/ 3462292 h 3462292"/>
              <a:gd name="connsiteX0" fmla="*/ 0 w 1576903"/>
              <a:gd name="connsiteY0" fmla="*/ 0 h 3462292"/>
              <a:gd name="connsiteX1" fmla="*/ 168675 w 1576903"/>
              <a:gd name="connsiteY1" fmla="*/ 710214 h 3462292"/>
              <a:gd name="connsiteX2" fmla="*/ 577048 w 1576903"/>
              <a:gd name="connsiteY2" fmla="*/ 1127464 h 3462292"/>
              <a:gd name="connsiteX3" fmla="*/ 1544714 w 1576903"/>
              <a:gd name="connsiteY3" fmla="*/ 1384917 h 3462292"/>
              <a:gd name="connsiteX4" fmla="*/ 1300085 w 1576903"/>
              <a:gd name="connsiteY4" fmla="*/ 2014750 h 3462292"/>
              <a:gd name="connsiteX5" fmla="*/ 843378 w 1576903"/>
              <a:gd name="connsiteY5" fmla="*/ 2689222 h 3462292"/>
              <a:gd name="connsiteX6" fmla="*/ 1118586 w 1576903"/>
              <a:gd name="connsiteY6" fmla="*/ 3462292 h 3462292"/>
              <a:gd name="connsiteX0" fmla="*/ 0 w 1546809"/>
              <a:gd name="connsiteY0" fmla="*/ 0 h 3462292"/>
              <a:gd name="connsiteX1" fmla="*/ 168675 w 1546809"/>
              <a:gd name="connsiteY1" fmla="*/ 710214 h 3462292"/>
              <a:gd name="connsiteX2" fmla="*/ 577048 w 1546809"/>
              <a:gd name="connsiteY2" fmla="*/ 1127464 h 3462292"/>
              <a:gd name="connsiteX3" fmla="*/ 1544714 w 1546809"/>
              <a:gd name="connsiteY3" fmla="*/ 1384917 h 3462292"/>
              <a:gd name="connsiteX4" fmla="*/ 843378 w 1546809"/>
              <a:gd name="connsiteY4" fmla="*/ 2689222 h 3462292"/>
              <a:gd name="connsiteX5" fmla="*/ 1118586 w 1546809"/>
              <a:gd name="connsiteY5" fmla="*/ 3462292 h 3462292"/>
              <a:gd name="connsiteX0" fmla="*/ 0 w 1546809"/>
              <a:gd name="connsiteY0" fmla="*/ 0 h 3462292"/>
              <a:gd name="connsiteX1" fmla="*/ 168675 w 1546809"/>
              <a:gd name="connsiteY1" fmla="*/ 710214 h 3462292"/>
              <a:gd name="connsiteX2" fmla="*/ 577048 w 1546809"/>
              <a:gd name="connsiteY2" fmla="*/ 1127464 h 3462292"/>
              <a:gd name="connsiteX3" fmla="*/ 1544714 w 1546809"/>
              <a:gd name="connsiteY3" fmla="*/ 1384917 h 3462292"/>
              <a:gd name="connsiteX4" fmla="*/ 843378 w 1546809"/>
              <a:gd name="connsiteY4" fmla="*/ 2745369 h 3462292"/>
              <a:gd name="connsiteX5" fmla="*/ 1118586 w 1546809"/>
              <a:gd name="connsiteY5" fmla="*/ 3462292 h 3462292"/>
              <a:gd name="connsiteX0" fmla="*/ 0 w 1546809"/>
              <a:gd name="connsiteY0" fmla="*/ 0 h 3462292"/>
              <a:gd name="connsiteX1" fmla="*/ 168675 w 1546809"/>
              <a:gd name="connsiteY1" fmla="*/ 710214 h 3462292"/>
              <a:gd name="connsiteX2" fmla="*/ 577048 w 1546809"/>
              <a:gd name="connsiteY2" fmla="*/ 1127464 h 3462292"/>
              <a:gd name="connsiteX3" fmla="*/ 1544714 w 1546809"/>
              <a:gd name="connsiteY3" fmla="*/ 1384917 h 3462292"/>
              <a:gd name="connsiteX4" fmla="*/ 843378 w 1546809"/>
              <a:gd name="connsiteY4" fmla="*/ 2745369 h 3462292"/>
              <a:gd name="connsiteX5" fmla="*/ 1118586 w 1546809"/>
              <a:gd name="connsiteY5" fmla="*/ 3462292 h 3462292"/>
              <a:gd name="connsiteX0" fmla="*/ 0 w 1546652"/>
              <a:gd name="connsiteY0" fmla="*/ 0 h 3462292"/>
              <a:gd name="connsiteX1" fmla="*/ 168675 w 1546652"/>
              <a:gd name="connsiteY1" fmla="*/ 710214 h 3462292"/>
              <a:gd name="connsiteX2" fmla="*/ 577048 w 1546652"/>
              <a:gd name="connsiteY2" fmla="*/ 1127464 h 3462292"/>
              <a:gd name="connsiteX3" fmla="*/ 1544714 w 1546652"/>
              <a:gd name="connsiteY3" fmla="*/ 1384917 h 3462292"/>
              <a:gd name="connsiteX4" fmla="*/ 843378 w 1546652"/>
              <a:gd name="connsiteY4" fmla="*/ 2745369 h 3462292"/>
              <a:gd name="connsiteX5" fmla="*/ 1118586 w 1546652"/>
              <a:gd name="connsiteY5" fmla="*/ 3462292 h 3462292"/>
              <a:gd name="connsiteX0" fmla="*/ 0 w 1546652"/>
              <a:gd name="connsiteY0" fmla="*/ 0 h 3462292"/>
              <a:gd name="connsiteX1" fmla="*/ 168675 w 1546652"/>
              <a:gd name="connsiteY1" fmla="*/ 710214 h 3462292"/>
              <a:gd name="connsiteX2" fmla="*/ 577048 w 1546652"/>
              <a:gd name="connsiteY2" fmla="*/ 1127464 h 3462292"/>
              <a:gd name="connsiteX3" fmla="*/ 1544714 w 1546652"/>
              <a:gd name="connsiteY3" fmla="*/ 1384917 h 3462292"/>
              <a:gd name="connsiteX4" fmla="*/ 843378 w 1546652"/>
              <a:gd name="connsiteY4" fmla="*/ 2745369 h 3462292"/>
              <a:gd name="connsiteX5" fmla="*/ 1118586 w 1546652"/>
              <a:gd name="connsiteY5" fmla="*/ 3462292 h 3462292"/>
              <a:gd name="connsiteX0" fmla="*/ 0 w 1538364"/>
              <a:gd name="connsiteY0" fmla="*/ 0 h 3462292"/>
              <a:gd name="connsiteX1" fmla="*/ 168675 w 1538364"/>
              <a:gd name="connsiteY1" fmla="*/ 710214 h 3462292"/>
              <a:gd name="connsiteX2" fmla="*/ 577048 w 1538364"/>
              <a:gd name="connsiteY2" fmla="*/ 1127464 h 3462292"/>
              <a:gd name="connsiteX3" fmla="*/ 1536248 w 1538364"/>
              <a:gd name="connsiteY3" fmla="*/ 1515928 h 3462292"/>
              <a:gd name="connsiteX4" fmla="*/ 843378 w 1538364"/>
              <a:gd name="connsiteY4" fmla="*/ 2745369 h 3462292"/>
              <a:gd name="connsiteX5" fmla="*/ 1118586 w 1538364"/>
              <a:gd name="connsiteY5" fmla="*/ 3462292 h 3462292"/>
              <a:gd name="connsiteX0" fmla="*/ 0 w 1544918"/>
              <a:gd name="connsiteY0" fmla="*/ 0 h 3462292"/>
              <a:gd name="connsiteX1" fmla="*/ 168675 w 1544918"/>
              <a:gd name="connsiteY1" fmla="*/ 710214 h 3462292"/>
              <a:gd name="connsiteX2" fmla="*/ 577048 w 1544918"/>
              <a:gd name="connsiteY2" fmla="*/ 1127464 h 3462292"/>
              <a:gd name="connsiteX3" fmla="*/ 1536248 w 1544918"/>
              <a:gd name="connsiteY3" fmla="*/ 1515928 h 3462292"/>
              <a:gd name="connsiteX4" fmla="*/ 843378 w 1544918"/>
              <a:gd name="connsiteY4" fmla="*/ 2745369 h 3462292"/>
              <a:gd name="connsiteX5" fmla="*/ 1118586 w 1544918"/>
              <a:gd name="connsiteY5" fmla="*/ 3462292 h 3462292"/>
              <a:gd name="connsiteX0" fmla="*/ 0 w 1519759"/>
              <a:gd name="connsiteY0" fmla="*/ 0 h 3462292"/>
              <a:gd name="connsiteX1" fmla="*/ 168675 w 1519759"/>
              <a:gd name="connsiteY1" fmla="*/ 710214 h 3462292"/>
              <a:gd name="connsiteX2" fmla="*/ 577048 w 1519759"/>
              <a:gd name="connsiteY2" fmla="*/ 1127464 h 3462292"/>
              <a:gd name="connsiteX3" fmla="*/ 1510848 w 1519759"/>
              <a:gd name="connsiteY3" fmla="*/ 1637582 h 3462292"/>
              <a:gd name="connsiteX4" fmla="*/ 843378 w 1519759"/>
              <a:gd name="connsiteY4" fmla="*/ 2745369 h 3462292"/>
              <a:gd name="connsiteX5" fmla="*/ 1118586 w 1519759"/>
              <a:gd name="connsiteY5" fmla="*/ 3462292 h 3462292"/>
              <a:gd name="connsiteX0" fmla="*/ 0 w 1514188"/>
              <a:gd name="connsiteY0" fmla="*/ 0 h 3462292"/>
              <a:gd name="connsiteX1" fmla="*/ 168675 w 1514188"/>
              <a:gd name="connsiteY1" fmla="*/ 710214 h 3462292"/>
              <a:gd name="connsiteX2" fmla="*/ 509315 w 1514188"/>
              <a:gd name="connsiteY2" fmla="*/ 1164896 h 3462292"/>
              <a:gd name="connsiteX3" fmla="*/ 1510848 w 1514188"/>
              <a:gd name="connsiteY3" fmla="*/ 1637582 h 3462292"/>
              <a:gd name="connsiteX4" fmla="*/ 843378 w 1514188"/>
              <a:gd name="connsiteY4" fmla="*/ 2745369 h 3462292"/>
              <a:gd name="connsiteX5" fmla="*/ 1118586 w 1514188"/>
              <a:gd name="connsiteY5" fmla="*/ 3462292 h 3462292"/>
              <a:gd name="connsiteX0" fmla="*/ 0 w 1512653"/>
              <a:gd name="connsiteY0" fmla="*/ 0 h 3462292"/>
              <a:gd name="connsiteX1" fmla="*/ 168675 w 1512653"/>
              <a:gd name="connsiteY1" fmla="*/ 710214 h 3462292"/>
              <a:gd name="connsiteX2" fmla="*/ 602448 w 1512653"/>
              <a:gd name="connsiteY2" fmla="*/ 1202327 h 3462292"/>
              <a:gd name="connsiteX3" fmla="*/ 1510848 w 1512653"/>
              <a:gd name="connsiteY3" fmla="*/ 1637582 h 3462292"/>
              <a:gd name="connsiteX4" fmla="*/ 843378 w 1512653"/>
              <a:gd name="connsiteY4" fmla="*/ 2745369 h 3462292"/>
              <a:gd name="connsiteX5" fmla="*/ 1118586 w 1512653"/>
              <a:gd name="connsiteY5" fmla="*/ 3462292 h 3462292"/>
              <a:gd name="connsiteX0" fmla="*/ 0 w 1512653"/>
              <a:gd name="connsiteY0" fmla="*/ 0 h 3462292"/>
              <a:gd name="connsiteX1" fmla="*/ 602448 w 1512653"/>
              <a:gd name="connsiteY1" fmla="*/ 1202327 h 3462292"/>
              <a:gd name="connsiteX2" fmla="*/ 1510848 w 1512653"/>
              <a:gd name="connsiteY2" fmla="*/ 1637582 h 3462292"/>
              <a:gd name="connsiteX3" fmla="*/ 843378 w 1512653"/>
              <a:gd name="connsiteY3" fmla="*/ 2745369 h 3462292"/>
              <a:gd name="connsiteX4" fmla="*/ 1118586 w 1512653"/>
              <a:gd name="connsiteY4" fmla="*/ 3462292 h 3462292"/>
              <a:gd name="connsiteX0" fmla="*/ 0 w 1512653"/>
              <a:gd name="connsiteY0" fmla="*/ 0 h 3462292"/>
              <a:gd name="connsiteX1" fmla="*/ 602448 w 1512653"/>
              <a:gd name="connsiteY1" fmla="*/ 1202327 h 3462292"/>
              <a:gd name="connsiteX2" fmla="*/ 1510848 w 1512653"/>
              <a:gd name="connsiteY2" fmla="*/ 1637582 h 3462292"/>
              <a:gd name="connsiteX3" fmla="*/ 843378 w 1512653"/>
              <a:gd name="connsiteY3" fmla="*/ 2745369 h 3462292"/>
              <a:gd name="connsiteX4" fmla="*/ 1118586 w 1512653"/>
              <a:gd name="connsiteY4" fmla="*/ 3462292 h 3462292"/>
              <a:gd name="connsiteX0" fmla="*/ 0 w 1512653"/>
              <a:gd name="connsiteY0" fmla="*/ 0 h 3462292"/>
              <a:gd name="connsiteX1" fmla="*/ 602448 w 1512653"/>
              <a:gd name="connsiteY1" fmla="*/ 1202327 h 3462292"/>
              <a:gd name="connsiteX2" fmla="*/ 1510848 w 1512653"/>
              <a:gd name="connsiteY2" fmla="*/ 1637582 h 3462292"/>
              <a:gd name="connsiteX3" fmla="*/ 843378 w 1512653"/>
              <a:gd name="connsiteY3" fmla="*/ 2745369 h 3462292"/>
              <a:gd name="connsiteX4" fmla="*/ 1118586 w 1512653"/>
              <a:gd name="connsiteY4" fmla="*/ 3462292 h 3462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2653" h="3462292">
                <a:moveTo>
                  <a:pt x="0" y="0"/>
                </a:moveTo>
                <a:cubicBezTo>
                  <a:pt x="49310" y="390854"/>
                  <a:pt x="223640" y="966829"/>
                  <a:pt x="602448" y="1202327"/>
                </a:cubicBezTo>
                <a:cubicBezTo>
                  <a:pt x="981256" y="1437825"/>
                  <a:pt x="1470693" y="1380408"/>
                  <a:pt x="1510848" y="1637582"/>
                </a:cubicBezTo>
                <a:cubicBezTo>
                  <a:pt x="1551003" y="1894756"/>
                  <a:pt x="908755" y="2441251"/>
                  <a:pt x="843378" y="2745369"/>
                </a:cubicBezTo>
                <a:cubicBezTo>
                  <a:pt x="778001" y="3049487"/>
                  <a:pt x="1118586" y="3462292"/>
                  <a:pt x="1118586" y="3462292"/>
                </a:cubicBezTo>
              </a:path>
            </a:pathLst>
          </a:custGeom>
          <a:noFill/>
          <a:ln w="25400" cap="flat" cmpd="sng" algn="ctr">
            <a:solidFill>
              <a:srgbClr val="40BFC8">
                <a:alpha val="50000"/>
              </a:srgbClr>
            </a:solidFill>
            <a:prstDash val="solid"/>
            <a:round/>
            <a:headEnd type="none" w="med" len="med"/>
            <a:tailEnd type="triangle" w="med" len="me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000000"/>
              </a:solidFill>
              <a:effectLst/>
              <a:uLnTx/>
              <a:uFillTx/>
            </a:endParaRPr>
          </a:p>
        </p:txBody>
      </p:sp>
      <p:sp>
        <p:nvSpPr>
          <p:cNvPr id="97" name="椭圆 96">
            <a:extLst>
              <a:ext uri="{FF2B5EF4-FFF2-40B4-BE49-F238E27FC236}">
                <a16:creationId xmlns:a16="http://schemas.microsoft.com/office/drawing/2014/main" id="{2731D84C-E685-4600-9C05-0ACC3C6C4BC8}"/>
              </a:ext>
            </a:extLst>
          </p:cNvPr>
          <p:cNvSpPr>
            <a:spLocks/>
          </p:cNvSpPr>
          <p:nvPr/>
        </p:nvSpPr>
        <p:spPr bwMode="gray">
          <a:xfrm>
            <a:off x="3010071" y="4302453"/>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3</a:t>
            </a:r>
            <a:endParaRPr kumimoji="0" lang="zh-CN" altLang="en-US" sz="1200" b="1" i="0" u="none" strike="noStrike" kern="0" cap="none" spc="0" normalizeH="0" baseline="0" noProof="0" dirty="0">
              <a:ln>
                <a:noFill/>
              </a:ln>
              <a:solidFill>
                <a:srgbClr val="FFFFFF"/>
              </a:solidFill>
              <a:effectLst/>
              <a:uLnTx/>
              <a:uFillTx/>
            </a:endParaRPr>
          </a:p>
        </p:txBody>
      </p:sp>
      <p:sp>
        <p:nvSpPr>
          <p:cNvPr id="98" name="椭圆 97">
            <a:extLst>
              <a:ext uri="{FF2B5EF4-FFF2-40B4-BE49-F238E27FC236}">
                <a16:creationId xmlns:a16="http://schemas.microsoft.com/office/drawing/2014/main" id="{1E9074B4-608D-44C0-B215-310D39F72592}"/>
              </a:ext>
            </a:extLst>
          </p:cNvPr>
          <p:cNvSpPr/>
          <p:nvPr/>
        </p:nvSpPr>
        <p:spPr bwMode="gray">
          <a:xfrm>
            <a:off x="2317441" y="3014406"/>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1</a:t>
            </a:r>
            <a:endParaRPr kumimoji="0" lang="zh-CN" altLang="en-US" sz="1200" b="1" i="0" u="none" strike="noStrike" kern="0" cap="none" spc="0" normalizeH="0" baseline="0" noProof="0" dirty="0">
              <a:ln>
                <a:noFill/>
              </a:ln>
              <a:solidFill>
                <a:srgbClr val="FFFFFF"/>
              </a:solidFill>
              <a:effectLst/>
              <a:uLnTx/>
              <a:uFillTx/>
            </a:endParaRPr>
          </a:p>
        </p:txBody>
      </p:sp>
      <p:sp>
        <p:nvSpPr>
          <p:cNvPr id="99" name="椭圆 98">
            <a:extLst>
              <a:ext uri="{FF2B5EF4-FFF2-40B4-BE49-F238E27FC236}">
                <a16:creationId xmlns:a16="http://schemas.microsoft.com/office/drawing/2014/main" id="{BA317A5C-1A20-4827-9063-A0FD0FD2F49D}"/>
              </a:ext>
            </a:extLst>
          </p:cNvPr>
          <p:cNvSpPr/>
          <p:nvPr/>
        </p:nvSpPr>
        <p:spPr bwMode="gray">
          <a:xfrm>
            <a:off x="2613860" y="3013847"/>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2</a:t>
            </a:r>
            <a:endParaRPr kumimoji="0" lang="zh-CN" altLang="en-US" sz="1200" b="1" i="0" u="none" strike="noStrike" kern="0" cap="none" spc="0" normalizeH="0" baseline="0" noProof="0" dirty="0">
              <a:ln>
                <a:noFill/>
              </a:ln>
              <a:solidFill>
                <a:srgbClr val="FFFFFF"/>
              </a:solidFill>
              <a:effectLst/>
              <a:uLnTx/>
              <a:uFillTx/>
            </a:endParaRPr>
          </a:p>
        </p:txBody>
      </p:sp>
      <p:sp>
        <p:nvSpPr>
          <p:cNvPr id="100" name="矩形 99">
            <a:extLst>
              <a:ext uri="{FF2B5EF4-FFF2-40B4-BE49-F238E27FC236}">
                <a16:creationId xmlns:a16="http://schemas.microsoft.com/office/drawing/2014/main" id="{E87AB3E4-10C7-4819-8358-32CACCAB3FDE}"/>
              </a:ext>
            </a:extLst>
          </p:cNvPr>
          <p:cNvSpPr/>
          <p:nvPr/>
        </p:nvSpPr>
        <p:spPr bwMode="gray">
          <a:xfrm>
            <a:off x="5925035" y="5145269"/>
            <a:ext cx="2449417" cy="455865"/>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ctr" anchorCtr="0" compatLnSpc="1">
            <a:prstTxWarp prst="textNoShape">
              <a:avLst/>
            </a:prstTxWarp>
          </a:bodyPr>
          <a:lstStyle/>
          <a:p>
            <a:pPr algn="ctr" defTabSz="914034" fontAlgn="base">
              <a:lnSpc>
                <a:spcPct val="150000"/>
              </a:lnSpc>
              <a:spcBef>
                <a:spcPct val="0"/>
              </a:spcBef>
              <a:spcAft>
                <a:spcPct val="0"/>
              </a:spcAft>
              <a:buClr>
                <a:srgbClr val="CC9900"/>
              </a:buClr>
              <a:defRPr/>
            </a:pPr>
            <a:r>
              <a:rPr lang="zh-CN" altLang="en-US" sz="1400" b="1" kern="0" spc="300" dirty="0">
                <a:solidFill>
                  <a:srgbClr val="F3FBFE"/>
                </a:solidFill>
                <a:cs typeface="Microsoft YaHei" charset="-122"/>
              </a:rPr>
              <a:t>关键能力</a:t>
            </a:r>
            <a:endParaRPr lang="en-US" altLang="zh-CN" sz="1400" b="1" kern="0" spc="300" dirty="0">
              <a:solidFill>
                <a:srgbClr val="F3FBFE"/>
              </a:solidFill>
              <a:cs typeface="Microsoft YaHei" charset="-122"/>
            </a:endParaRPr>
          </a:p>
        </p:txBody>
      </p:sp>
      <p:sp>
        <p:nvSpPr>
          <p:cNvPr id="101" name="矩形 100">
            <a:extLst>
              <a:ext uri="{FF2B5EF4-FFF2-40B4-BE49-F238E27FC236}">
                <a16:creationId xmlns:a16="http://schemas.microsoft.com/office/drawing/2014/main" id="{160AB63D-6C95-43D2-AE41-D709C10ED014}"/>
              </a:ext>
            </a:extLst>
          </p:cNvPr>
          <p:cNvSpPr/>
          <p:nvPr/>
        </p:nvSpPr>
        <p:spPr bwMode="gray">
          <a:xfrm>
            <a:off x="6508879" y="2141285"/>
            <a:ext cx="5196091" cy="1556444"/>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89965" tIns="45702" rIns="91404" bIns="45702" numCol="1" rtlCol="0" anchor="ctr" anchorCtr="0" compatLnSpc="1">
            <a:prstTxWarp prst="textNoShape">
              <a:avLst/>
            </a:prstTxWarp>
          </a:bodyPr>
          <a:lstStyle/>
          <a:p>
            <a:pPr marL="0" marR="0" lvl="0" indent="0" defTabSz="914034" eaLnBrk="1" fontAlgn="base" latinLnBrk="0" hangingPunct="1">
              <a:lnSpc>
                <a:spcPct val="150000"/>
              </a:lnSpc>
              <a:spcBef>
                <a:spcPct val="0"/>
              </a:spcBef>
              <a:spcAft>
                <a:spcPct val="0"/>
              </a:spcAft>
              <a:buClr>
                <a:srgbClr val="CC9900"/>
              </a:buClr>
              <a:buSzTx/>
              <a:buFontTx/>
              <a:buNone/>
              <a:tabLst/>
              <a:defRPr/>
            </a:pPr>
            <a:r>
              <a:rPr kumimoji="0" lang="zh-CN" altLang="en-US" sz="1400" b="0" i="0" u="none" strike="noStrike" kern="0" cap="none" spc="0" normalizeH="0" baseline="0" noProof="0" dirty="0">
                <a:ln>
                  <a:noFill/>
                </a:ln>
                <a:solidFill>
                  <a:srgbClr val="000000"/>
                </a:solidFill>
                <a:effectLst/>
                <a:uLnTx/>
                <a:uFillTx/>
              </a:rPr>
              <a:t>按照实际需求，在“业务管理”页面执行业务的相关配置操作</a:t>
            </a:r>
            <a:endParaRPr kumimoji="0" lang="en-US" altLang="zh-CN" sz="1400" b="0" i="0" u="none" strike="noStrike" kern="0" cap="none" spc="0" normalizeH="0" baseline="0" noProof="0" dirty="0">
              <a:ln>
                <a:noFill/>
              </a:ln>
              <a:solidFill>
                <a:srgbClr val="000000"/>
              </a:solidFill>
              <a:effectLst/>
              <a:uLnTx/>
              <a:uFillTx/>
            </a:endParaRPr>
          </a:p>
          <a:p>
            <a:pPr marL="171381" marR="0" lvl="0" indent="-171381" defTabSz="914034" eaLnBrk="1" fontAlgn="base" latinLnBrk="0" hangingPunct="1">
              <a:lnSpc>
                <a:spcPct val="150000"/>
              </a:lnSpc>
              <a:spcBef>
                <a:spcPct val="0"/>
              </a:spcBef>
              <a:spcAft>
                <a:spcPct val="0"/>
              </a:spcAft>
              <a:buClr>
                <a:srgbClr val="CC9900"/>
              </a:buClr>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0000"/>
                </a:solidFill>
                <a:effectLst/>
                <a:uLnTx/>
                <a:uFillTx/>
              </a:rPr>
              <a:t>创建一条新业务</a:t>
            </a:r>
            <a:endParaRPr kumimoji="0" lang="en-US" altLang="zh-CN" sz="1400" b="0" i="0" u="none" strike="noStrike" kern="0" cap="none" spc="0" normalizeH="0" baseline="0" noProof="0" dirty="0">
              <a:ln>
                <a:noFill/>
              </a:ln>
              <a:solidFill>
                <a:srgbClr val="000000"/>
              </a:solidFill>
              <a:effectLst/>
              <a:uLnTx/>
              <a:uFillTx/>
            </a:endParaRPr>
          </a:p>
          <a:p>
            <a:pPr marL="171381" marR="0" lvl="0" indent="-171381" defTabSz="914034" eaLnBrk="1" fontAlgn="base" latinLnBrk="0" hangingPunct="1">
              <a:lnSpc>
                <a:spcPct val="150000"/>
              </a:lnSpc>
              <a:spcBef>
                <a:spcPct val="0"/>
              </a:spcBef>
              <a:spcAft>
                <a:spcPct val="0"/>
              </a:spcAft>
              <a:buClr>
                <a:srgbClr val="CC9900"/>
              </a:buClr>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0000"/>
                </a:solidFill>
                <a:effectLst/>
                <a:uLnTx/>
                <a:uFillTx/>
              </a:rPr>
              <a:t>选择已有业务，修改配置参数</a:t>
            </a:r>
            <a:endParaRPr kumimoji="0" lang="en-US" altLang="zh-CN" sz="1400" b="0" i="0" u="none" strike="noStrike" kern="0" cap="none" spc="0" normalizeH="0" baseline="0" noProof="0" dirty="0">
              <a:ln>
                <a:noFill/>
              </a:ln>
              <a:solidFill>
                <a:srgbClr val="000000"/>
              </a:solidFill>
              <a:effectLst/>
              <a:uLnTx/>
              <a:uFillTx/>
            </a:endParaRPr>
          </a:p>
          <a:p>
            <a:pPr marL="171381" marR="0" lvl="0" indent="-171381" defTabSz="914034" eaLnBrk="1" fontAlgn="base" latinLnBrk="0" hangingPunct="1">
              <a:lnSpc>
                <a:spcPct val="150000"/>
              </a:lnSpc>
              <a:spcBef>
                <a:spcPct val="0"/>
              </a:spcBef>
              <a:spcAft>
                <a:spcPct val="0"/>
              </a:spcAft>
              <a:buClr>
                <a:srgbClr val="CC9900"/>
              </a:buClr>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0000"/>
                </a:solidFill>
                <a:effectLst/>
                <a:uLnTx/>
                <a:uFillTx/>
              </a:rPr>
              <a:t>选中已有业务，删除业务</a:t>
            </a:r>
            <a:endParaRPr kumimoji="0" lang="en-US" altLang="zh-CN" sz="1400" b="0" i="0" u="none" strike="noStrike" kern="0" cap="none" spc="0" normalizeH="0" baseline="0" noProof="0" dirty="0">
              <a:ln>
                <a:noFill/>
              </a:ln>
              <a:solidFill>
                <a:srgbClr val="000000"/>
              </a:solidFill>
              <a:effectLst/>
              <a:uLnTx/>
              <a:uFillTx/>
            </a:endParaRPr>
          </a:p>
        </p:txBody>
      </p:sp>
      <p:sp>
        <p:nvSpPr>
          <p:cNvPr id="102" name="矩形 101">
            <a:extLst>
              <a:ext uri="{FF2B5EF4-FFF2-40B4-BE49-F238E27FC236}">
                <a16:creationId xmlns:a16="http://schemas.microsoft.com/office/drawing/2014/main" id="{D11BA14D-3B98-42FB-803F-10CB9DE5AA49}"/>
              </a:ext>
            </a:extLst>
          </p:cNvPr>
          <p:cNvSpPr/>
          <p:nvPr/>
        </p:nvSpPr>
        <p:spPr bwMode="gray">
          <a:xfrm>
            <a:off x="6519799" y="1634387"/>
            <a:ext cx="2449417" cy="466980"/>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ctr" anchorCtr="0" compatLnSpc="1">
            <a:prstTxWarp prst="textNoShape">
              <a:avLst/>
            </a:prstTxWarp>
          </a:bodyPr>
          <a:lstStyle/>
          <a:p>
            <a:pPr defTabSz="914034" fontAlgn="base">
              <a:spcBef>
                <a:spcPct val="0"/>
              </a:spcBef>
              <a:spcAft>
                <a:spcPct val="0"/>
              </a:spcAft>
              <a:buClr>
                <a:srgbClr val="CC9900"/>
              </a:buClr>
              <a:defRPr/>
            </a:pPr>
            <a:r>
              <a:rPr lang="zh-CN" altLang="en-US" sz="1600" b="1" kern="0" dirty="0">
                <a:solidFill>
                  <a:srgbClr val="000000"/>
                </a:solidFill>
                <a:cs typeface="Microsoft YaHei" charset="-122"/>
              </a:rPr>
              <a:t>业务配置</a:t>
            </a:r>
          </a:p>
        </p:txBody>
      </p:sp>
      <p:sp>
        <p:nvSpPr>
          <p:cNvPr id="103" name="椭圆 102">
            <a:extLst>
              <a:ext uri="{FF2B5EF4-FFF2-40B4-BE49-F238E27FC236}">
                <a16:creationId xmlns:a16="http://schemas.microsoft.com/office/drawing/2014/main" id="{869E8D66-1E34-49F8-9ABF-174CA6F20965}"/>
              </a:ext>
            </a:extLst>
          </p:cNvPr>
          <p:cNvSpPr>
            <a:spLocks/>
          </p:cNvSpPr>
          <p:nvPr/>
        </p:nvSpPr>
        <p:spPr bwMode="gray">
          <a:xfrm>
            <a:off x="6242486" y="1787913"/>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1</a:t>
            </a:r>
            <a:endParaRPr kumimoji="0" lang="zh-CN" altLang="en-US" sz="1200" b="1" i="0" u="none" strike="noStrike" kern="0" cap="none" spc="0" normalizeH="0" baseline="0" noProof="0" dirty="0">
              <a:ln>
                <a:noFill/>
              </a:ln>
              <a:solidFill>
                <a:srgbClr val="FFFFFF"/>
              </a:solidFill>
              <a:effectLst/>
              <a:uLnTx/>
              <a:uFillTx/>
            </a:endParaRPr>
          </a:p>
        </p:txBody>
      </p:sp>
      <p:sp>
        <p:nvSpPr>
          <p:cNvPr id="104" name="椭圆 103">
            <a:extLst>
              <a:ext uri="{FF2B5EF4-FFF2-40B4-BE49-F238E27FC236}">
                <a16:creationId xmlns:a16="http://schemas.microsoft.com/office/drawing/2014/main" id="{0E53B576-1EFD-45FF-B940-59A396C35F5E}"/>
              </a:ext>
            </a:extLst>
          </p:cNvPr>
          <p:cNvSpPr>
            <a:spLocks/>
          </p:cNvSpPr>
          <p:nvPr/>
        </p:nvSpPr>
        <p:spPr bwMode="gray">
          <a:xfrm>
            <a:off x="6242486" y="3868663"/>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2</a:t>
            </a:r>
            <a:endParaRPr kumimoji="0" lang="zh-CN" altLang="en-US" sz="1200" b="1" i="0" u="none" strike="noStrike" kern="0" cap="none" spc="0" normalizeH="0" baseline="0" noProof="0" dirty="0">
              <a:ln>
                <a:noFill/>
              </a:ln>
              <a:solidFill>
                <a:srgbClr val="FFFFFF"/>
              </a:solidFill>
              <a:effectLst/>
              <a:uLnTx/>
              <a:uFillTx/>
            </a:endParaRPr>
          </a:p>
        </p:txBody>
      </p:sp>
      <p:cxnSp>
        <p:nvCxnSpPr>
          <p:cNvPr id="105" name="直线连接符 247">
            <a:extLst>
              <a:ext uri="{FF2B5EF4-FFF2-40B4-BE49-F238E27FC236}">
                <a16:creationId xmlns:a16="http://schemas.microsoft.com/office/drawing/2014/main" id="{A72980B9-4F39-44B1-A156-6F6F9BDBCFD0}"/>
              </a:ext>
            </a:extLst>
          </p:cNvPr>
          <p:cNvCxnSpPr>
            <a:endCxn id="104" idx="0"/>
          </p:cNvCxnSpPr>
          <p:nvPr/>
        </p:nvCxnSpPr>
        <p:spPr bwMode="gray">
          <a:xfrm>
            <a:off x="6332440" y="2041267"/>
            <a:ext cx="0" cy="1827396"/>
          </a:xfrm>
          <a:prstGeom prst="line">
            <a:avLst/>
          </a:prstGeom>
          <a:noFill/>
          <a:ln w="25400" cap="flat" cmpd="sng" algn="ctr">
            <a:solidFill>
              <a:srgbClr val="40BFC8"/>
            </a:solidFill>
            <a:prstDash val="solid"/>
            <a:miter lim="800000"/>
          </a:ln>
          <a:effectLst/>
        </p:spPr>
      </p:cxnSp>
      <p:sp>
        <p:nvSpPr>
          <p:cNvPr id="106" name="矩形 105">
            <a:extLst>
              <a:ext uri="{FF2B5EF4-FFF2-40B4-BE49-F238E27FC236}">
                <a16:creationId xmlns:a16="http://schemas.microsoft.com/office/drawing/2014/main" id="{0F7F364D-815D-48FE-8176-582E1B9969A8}"/>
              </a:ext>
            </a:extLst>
          </p:cNvPr>
          <p:cNvSpPr/>
          <p:nvPr/>
        </p:nvSpPr>
        <p:spPr bwMode="gray">
          <a:xfrm>
            <a:off x="6548010" y="3736210"/>
            <a:ext cx="2449417" cy="466980"/>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ctr" anchorCtr="0" compatLnSpc="1">
            <a:prstTxWarp prst="textNoShape">
              <a:avLst/>
            </a:prstTxWarp>
          </a:bodyPr>
          <a:lstStyle/>
          <a:p>
            <a:pPr defTabSz="914034" fontAlgn="base">
              <a:spcBef>
                <a:spcPct val="0"/>
              </a:spcBef>
              <a:spcAft>
                <a:spcPct val="0"/>
              </a:spcAft>
              <a:buClr>
                <a:srgbClr val="CC9900"/>
              </a:buClr>
              <a:defRPr/>
            </a:pPr>
            <a:r>
              <a:rPr lang="zh-CN" altLang="en-US" sz="1600" b="1" kern="0" dirty="0">
                <a:solidFill>
                  <a:srgbClr val="000000"/>
                </a:solidFill>
                <a:cs typeface="Microsoft YaHei" charset="-122"/>
              </a:rPr>
              <a:t>业务配置下发前检查</a:t>
            </a:r>
          </a:p>
        </p:txBody>
      </p:sp>
      <p:sp>
        <p:nvSpPr>
          <p:cNvPr id="107" name="矩形 106">
            <a:extLst>
              <a:ext uri="{FF2B5EF4-FFF2-40B4-BE49-F238E27FC236}">
                <a16:creationId xmlns:a16="http://schemas.microsoft.com/office/drawing/2014/main" id="{D2A5AF07-4538-47CC-9C4D-15F2E1908860}"/>
              </a:ext>
            </a:extLst>
          </p:cNvPr>
          <p:cNvSpPr/>
          <p:nvPr/>
        </p:nvSpPr>
        <p:spPr bwMode="gray">
          <a:xfrm>
            <a:off x="6483164" y="4192962"/>
            <a:ext cx="5221805" cy="443513"/>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89965" tIns="45702" rIns="91404" bIns="45702" numCol="1" rtlCol="0" anchor="ctr"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panose="020B0604020202020204" pitchFamily="34" charset="0"/>
              <a:buChar char="•"/>
              <a:tabLst/>
              <a:defRPr/>
            </a:pPr>
            <a:r>
              <a:rPr kumimoji="0" lang="en-US" altLang="zh-CN" sz="1400" b="0" i="0" u="none" strike="noStrike" kern="0" cap="none" spc="0" normalizeH="0" baseline="0" noProof="0" dirty="0" err="1">
                <a:ln>
                  <a:noFill/>
                </a:ln>
                <a:solidFill>
                  <a:srgbClr val="000000"/>
                </a:solidFill>
                <a:effectLst/>
                <a:uLnTx/>
                <a:uFillTx/>
              </a:rPr>
              <a:t>dryRun</a:t>
            </a:r>
            <a:r>
              <a:rPr kumimoji="0" lang="zh-CN" altLang="en-US" sz="1400" b="0" i="0" u="none" strike="noStrike" kern="0" cap="none" spc="0" normalizeH="0" baseline="0" noProof="0" dirty="0">
                <a:ln>
                  <a:noFill/>
                </a:ln>
                <a:solidFill>
                  <a:srgbClr val="000000"/>
                </a:solidFill>
                <a:effectLst/>
                <a:uLnTx/>
                <a:uFillTx/>
              </a:rPr>
              <a:t>，查看生成的配置</a:t>
            </a:r>
            <a:r>
              <a:rPr kumimoji="0" lang="zh-CN" altLang="en-US" sz="1400" b="0" i="0" u="none" strike="noStrike" kern="0" cap="none" spc="0" normalizeH="0" baseline="0" noProof="0">
                <a:ln>
                  <a:noFill/>
                </a:ln>
                <a:solidFill>
                  <a:srgbClr val="000000"/>
                </a:solidFill>
                <a:effectLst/>
                <a:uLnTx/>
                <a:uFillTx/>
              </a:rPr>
              <a:t>是否正确</a:t>
            </a:r>
            <a:endParaRPr kumimoji="0" lang="en-US" altLang="zh-CN" sz="1400" b="0" i="0" u="none" strike="noStrike" kern="0" cap="none" spc="0" normalizeH="0" baseline="0" noProof="0" dirty="0">
              <a:ln>
                <a:noFill/>
              </a:ln>
              <a:solidFill>
                <a:srgbClr val="000000"/>
              </a:solidFill>
              <a:effectLst/>
              <a:uLnTx/>
              <a:uFillTx/>
            </a:endParaRPr>
          </a:p>
        </p:txBody>
      </p:sp>
      <p:sp>
        <p:nvSpPr>
          <p:cNvPr id="108" name="矩形 107">
            <a:extLst>
              <a:ext uri="{FF2B5EF4-FFF2-40B4-BE49-F238E27FC236}">
                <a16:creationId xmlns:a16="http://schemas.microsoft.com/office/drawing/2014/main" id="{31AF320A-C1C8-461D-85C5-F419DD6DE49E}"/>
              </a:ext>
            </a:extLst>
          </p:cNvPr>
          <p:cNvSpPr/>
          <p:nvPr/>
        </p:nvSpPr>
        <p:spPr bwMode="gray">
          <a:xfrm>
            <a:off x="6490633" y="5267209"/>
            <a:ext cx="5221805" cy="853454"/>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89965" tIns="45702" rIns="91404" bIns="45702" numCol="1" rtlCol="0" anchor="ctr" anchorCtr="0" compatLnSpc="1">
            <a:prstTxWarp prst="textNoShape">
              <a:avLst/>
            </a:prstTxWarp>
          </a:bodyPr>
          <a:lstStyle/>
          <a:p>
            <a:pPr marL="171381" marR="0" lvl="0" indent="-171381" defTabSz="914034" eaLnBrk="1" fontAlgn="base" latinLnBrk="0" hangingPunct="1">
              <a:lnSpc>
                <a:spcPct val="150000"/>
              </a:lnSpc>
              <a:spcBef>
                <a:spcPct val="0"/>
              </a:spcBef>
              <a:spcAft>
                <a:spcPct val="0"/>
              </a:spcAft>
              <a:buClr>
                <a:srgbClr val="CC9900"/>
              </a:buClr>
              <a:buSzTx/>
              <a:buFont typeface="Arial" panose="020B0604020202020204" pitchFamily="34" charset="0"/>
              <a:buChar char="•"/>
              <a:tabLst/>
              <a:defRPr/>
            </a:pPr>
            <a:r>
              <a:rPr kumimoji="0" lang="en-US" altLang="zh-CN" sz="1400" b="0" i="0" u="none" strike="noStrike" kern="0" cap="none" spc="0" normalizeH="0" baseline="0" noProof="0" dirty="0">
                <a:ln>
                  <a:noFill/>
                </a:ln>
                <a:solidFill>
                  <a:srgbClr val="000000"/>
                </a:solidFill>
                <a:effectLst/>
                <a:uLnTx/>
                <a:uFillTx/>
              </a:rPr>
              <a:t>Commit</a:t>
            </a:r>
            <a:r>
              <a:rPr kumimoji="0" lang="zh-CN" altLang="en-US" sz="1400" b="0" i="0" u="none" strike="noStrike" kern="0" cap="none" spc="0" normalizeH="0" baseline="0" noProof="0" dirty="0">
                <a:ln>
                  <a:noFill/>
                </a:ln>
                <a:solidFill>
                  <a:srgbClr val="000000"/>
                </a:solidFill>
                <a:effectLst/>
                <a:uLnTx/>
                <a:uFillTx/>
              </a:rPr>
              <a:t>，下发配置</a:t>
            </a:r>
            <a:r>
              <a:rPr kumimoji="0" lang="zh-CN" altLang="en-US" sz="1400" b="0" i="0" u="none" strike="noStrike" kern="0" cap="none" spc="0" normalizeH="0" baseline="0" noProof="0">
                <a:ln>
                  <a:noFill/>
                </a:ln>
                <a:solidFill>
                  <a:srgbClr val="000000"/>
                </a:solidFill>
                <a:effectLst/>
                <a:uLnTx/>
                <a:uFillTx/>
              </a:rPr>
              <a:t>到设备</a:t>
            </a:r>
            <a:endParaRPr kumimoji="0" lang="en-US" altLang="zh-CN" sz="1400" b="0" i="0" u="none" strike="noStrike" kern="0" cap="none" spc="0" normalizeH="0" baseline="0" noProof="0" dirty="0">
              <a:ln>
                <a:noFill/>
              </a:ln>
              <a:solidFill>
                <a:srgbClr val="000000"/>
              </a:solidFill>
              <a:effectLst/>
              <a:uLnTx/>
              <a:uFillTx/>
            </a:endParaRPr>
          </a:p>
          <a:p>
            <a:pPr marL="171381" marR="0" lvl="0" indent="-171381" defTabSz="914034" eaLnBrk="1" fontAlgn="base" latinLnBrk="0" hangingPunct="1">
              <a:lnSpc>
                <a:spcPct val="150000"/>
              </a:lnSpc>
              <a:spcBef>
                <a:spcPct val="0"/>
              </a:spcBef>
              <a:spcAft>
                <a:spcPct val="0"/>
              </a:spcAft>
              <a:buClr>
                <a:srgbClr val="CC9900"/>
              </a:buClr>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0000"/>
                </a:solidFill>
                <a:effectLst/>
                <a:uLnTx/>
                <a:uFillTx/>
              </a:rPr>
              <a:t>通过关联数据可以看到已下发的配置数据</a:t>
            </a:r>
          </a:p>
        </p:txBody>
      </p:sp>
      <p:sp>
        <p:nvSpPr>
          <p:cNvPr id="109" name="椭圆 108">
            <a:extLst>
              <a:ext uri="{FF2B5EF4-FFF2-40B4-BE49-F238E27FC236}">
                <a16:creationId xmlns:a16="http://schemas.microsoft.com/office/drawing/2014/main" id="{A2CF476D-64E3-4177-880B-7352EEF94E80}"/>
              </a:ext>
            </a:extLst>
          </p:cNvPr>
          <p:cNvSpPr>
            <a:spLocks/>
          </p:cNvSpPr>
          <p:nvPr/>
        </p:nvSpPr>
        <p:spPr bwMode="gray">
          <a:xfrm>
            <a:off x="6252623" y="4996053"/>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rPr>
              <a:t>3</a:t>
            </a:r>
            <a:endParaRPr kumimoji="0" lang="zh-CN" altLang="en-US" sz="1200" b="1" i="0" u="none" strike="noStrike" kern="0" cap="none" spc="0" normalizeH="0" baseline="0" noProof="0" dirty="0">
              <a:ln>
                <a:noFill/>
              </a:ln>
              <a:solidFill>
                <a:srgbClr val="FFFFFF"/>
              </a:solidFill>
              <a:effectLst/>
              <a:uLnTx/>
              <a:uFillTx/>
            </a:endParaRPr>
          </a:p>
        </p:txBody>
      </p:sp>
      <p:cxnSp>
        <p:nvCxnSpPr>
          <p:cNvPr id="110" name="直线连接符 247">
            <a:extLst>
              <a:ext uri="{FF2B5EF4-FFF2-40B4-BE49-F238E27FC236}">
                <a16:creationId xmlns:a16="http://schemas.microsoft.com/office/drawing/2014/main" id="{CFB90247-29A6-44B3-BC1D-962C645AA42B}"/>
              </a:ext>
            </a:extLst>
          </p:cNvPr>
          <p:cNvCxnSpPr>
            <a:cxnSpLocks/>
            <a:stCxn id="104" idx="4"/>
          </p:cNvCxnSpPr>
          <p:nvPr/>
        </p:nvCxnSpPr>
        <p:spPr bwMode="gray">
          <a:xfrm>
            <a:off x="6332440" y="4048570"/>
            <a:ext cx="13377" cy="937440"/>
          </a:xfrm>
          <a:prstGeom prst="line">
            <a:avLst/>
          </a:prstGeom>
          <a:noFill/>
          <a:ln w="25400" cap="flat" cmpd="sng" algn="ctr">
            <a:solidFill>
              <a:srgbClr val="40BFC8"/>
            </a:solidFill>
            <a:prstDash val="solid"/>
            <a:miter lim="800000"/>
          </a:ln>
          <a:effectLst/>
        </p:spPr>
      </p:cxnSp>
      <p:sp>
        <p:nvSpPr>
          <p:cNvPr id="111" name="矩形 110">
            <a:extLst>
              <a:ext uri="{FF2B5EF4-FFF2-40B4-BE49-F238E27FC236}">
                <a16:creationId xmlns:a16="http://schemas.microsoft.com/office/drawing/2014/main" id="{8304227E-D9EE-4865-BAE6-C6F15AD2185D}"/>
              </a:ext>
            </a:extLst>
          </p:cNvPr>
          <p:cNvSpPr/>
          <p:nvPr/>
        </p:nvSpPr>
        <p:spPr bwMode="gray">
          <a:xfrm>
            <a:off x="6514073" y="4815101"/>
            <a:ext cx="2449417" cy="466980"/>
          </a:xfrm>
          <a:prstGeom prst="rect">
            <a:avLst/>
          </a:prstGeom>
          <a:noFill/>
          <a:ln w="28575" cap="flat" cmpd="sng" algn="ctr">
            <a:noFill/>
            <a:prstDash val="solid"/>
            <a:round/>
            <a:headEnd type="none" w="med" len="med"/>
            <a:tailEnd type="none" w="med" len="med"/>
          </a:ln>
          <a:effectLst/>
        </p:spPr>
        <p:txBody>
          <a:bodyPr vert="horz" wrap="square" lIns="91404" tIns="45702" rIns="91404" bIns="45702" numCol="1" rtlCol="0" anchor="ctr" anchorCtr="0" compatLnSpc="1">
            <a:prstTxWarp prst="textNoShape">
              <a:avLst/>
            </a:prstTxWarp>
          </a:bodyPr>
          <a:lstStyle/>
          <a:p>
            <a:pPr defTabSz="914034" fontAlgn="base">
              <a:spcBef>
                <a:spcPct val="0"/>
              </a:spcBef>
              <a:spcAft>
                <a:spcPct val="0"/>
              </a:spcAft>
              <a:buClr>
                <a:srgbClr val="CC9900"/>
              </a:buClr>
              <a:defRPr/>
            </a:pPr>
            <a:r>
              <a:rPr lang="zh-CN" altLang="en-US" sz="1600" b="1" kern="0" dirty="0">
                <a:solidFill>
                  <a:srgbClr val="000000"/>
                </a:solidFill>
                <a:cs typeface="Microsoft YaHei" charset="-122"/>
              </a:rPr>
              <a:t>下发业务配置到设备</a:t>
            </a:r>
          </a:p>
        </p:txBody>
      </p:sp>
      <p:sp>
        <p:nvSpPr>
          <p:cNvPr id="112" name="圆角矩形 75">
            <a:extLst>
              <a:ext uri="{FF2B5EF4-FFF2-40B4-BE49-F238E27FC236}">
                <a16:creationId xmlns:a16="http://schemas.microsoft.com/office/drawing/2014/main" id="{CF17CF3D-9FD4-4A67-92B7-98D2C86495A3}"/>
              </a:ext>
            </a:extLst>
          </p:cNvPr>
          <p:cNvSpPr/>
          <p:nvPr/>
        </p:nvSpPr>
        <p:spPr bwMode="gray">
          <a:xfrm>
            <a:off x="1969775" y="4737210"/>
            <a:ext cx="1060938" cy="28725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sym typeface="+mn-lt"/>
              </a:rPr>
              <a:t>NETCONF</a:t>
            </a:r>
            <a:endParaRPr kumimoji="0" lang="zh-CN" altLang="en-US" sz="1200" b="0" i="0" u="none" strike="noStrike" kern="0" cap="none" spc="0" normalizeH="0" baseline="0" noProof="0" dirty="0">
              <a:ln>
                <a:noFill/>
              </a:ln>
              <a:solidFill>
                <a:sysClr val="windowText" lastClr="000000"/>
              </a:solidFill>
              <a:effectLst/>
              <a:uLnTx/>
              <a:uFillTx/>
              <a:cs typeface="Arial" charset="0"/>
              <a:sym typeface="+mn-lt"/>
            </a:endParaRPr>
          </a:p>
        </p:txBody>
      </p:sp>
      <p:sp>
        <p:nvSpPr>
          <p:cNvPr id="113" name="圆角矩形 38">
            <a:extLst>
              <a:ext uri="{FF2B5EF4-FFF2-40B4-BE49-F238E27FC236}">
                <a16:creationId xmlns:a16="http://schemas.microsoft.com/office/drawing/2014/main" id="{1BC08CA2-A6FE-4FE4-9171-318A5B0462C6}"/>
              </a:ext>
            </a:extLst>
          </p:cNvPr>
          <p:cNvSpPr/>
          <p:nvPr/>
        </p:nvSpPr>
        <p:spPr bwMode="gray">
          <a:xfrm>
            <a:off x="3357159" y="4737210"/>
            <a:ext cx="956475" cy="28725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err="1">
                <a:ln>
                  <a:noFill/>
                </a:ln>
                <a:solidFill>
                  <a:sysClr val="windowText" lastClr="000000"/>
                </a:solidFill>
                <a:effectLst/>
                <a:uLnTx/>
                <a:uFillTx/>
                <a:cs typeface="Arial" charset="0"/>
                <a:sym typeface="+mn-lt"/>
              </a:rPr>
              <a:t>STelnet</a:t>
            </a:r>
            <a:endParaRPr kumimoji="0" lang="zh-CN" altLang="en-US" sz="1200" b="0" i="0" u="none" strike="noStrike" kern="0" cap="none" spc="0" normalizeH="0" baseline="0" noProof="0" dirty="0">
              <a:ln>
                <a:noFill/>
              </a:ln>
              <a:solidFill>
                <a:sysClr val="windowText" lastClr="000000"/>
              </a:solidFill>
              <a:effectLst/>
              <a:uLnTx/>
              <a:uFillTx/>
              <a:cs typeface="Arial" charset="0"/>
              <a:sym typeface="+mn-lt"/>
            </a:endParaRPr>
          </a:p>
        </p:txBody>
      </p:sp>
      <p:cxnSp>
        <p:nvCxnSpPr>
          <p:cNvPr id="114" name="直接连接符 113">
            <a:extLst>
              <a:ext uri="{FF2B5EF4-FFF2-40B4-BE49-F238E27FC236}">
                <a16:creationId xmlns:a16="http://schemas.microsoft.com/office/drawing/2014/main" id="{3084C244-AAC0-4EE2-9153-A2B37F63F20A}"/>
              </a:ext>
            </a:extLst>
          </p:cNvPr>
          <p:cNvCxnSpPr>
            <a:cxnSpLocks/>
          </p:cNvCxnSpPr>
          <p:nvPr/>
        </p:nvCxnSpPr>
        <p:spPr bwMode="gray">
          <a:xfrm flipV="1">
            <a:off x="2899235" y="5198500"/>
            <a:ext cx="532071" cy="350511"/>
          </a:xfrm>
          <a:prstGeom prst="line">
            <a:avLst/>
          </a:prstGeom>
          <a:noFill/>
          <a:ln w="9525" cap="flat" cmpd="sng" algn="ctr">
            <a:solidFill>
              <a:schemeClr val="tx1"/>
            </a:solidFill>
            <a:prstDash val="dash"/>
          </a:ln>
          <a:effectLst/>
        </p:spPr>
      </p:cxnSp>
      <p:cxnSp>
        <p:nvCxnSpPr>
          <p:cNvPr id="115" name="直接连接符 114">
            <a:extLst>
              <a:ext uri="{FF2B5EF4-FFF2-40B4-BE49-F238E27FC236}">
                <a16:creationId xmlns:a16="http://schemas.microsoft.com/office/drawing/2014/main" id="{7BA63E0B-CFBD-46AD-A172-4BFFEA229D2E}"/>
              </a:ext>
            </a:extLst>
          </p:cNvPr>
          <p:cNvCxnSpPr>
            <a:cxnSpLocks/>
          </p:cNvCxnSpPr>
          <p:nvPr/>
        </p:nvCxnSpPr>
        <p:spPr bwMode="gray">
          <a:xfrm flipH="1" flipV="1">
            <a:off x="3431307" y="5198500"/>
            <a:ext cx="708894" cy="380241"/>
          </a:xfrm>
          <a:prstGeom prst="line">
            <a:avLst/>
          </a:prstGeom>
          <a:noFill/>
          <a:ln w="9525" cap="flat" cmpd="sng" algn="ctr">
            <a:solidFill>
              <a:schemeClr val="tx1"/>
            </a:solidFill>
            <a:prstDash val="dash"/>
          </a:ln>
          <a:effectLst/>
        </p:spPr>
      </p:cxnSp>
      <p:cxnSp>
        <p:nvCxnSpPr>
          <p:cNvPr id="116" name="直接连接符 115">
            <a:extLst>
              <a:ext uri="{FF2B5EF4-FFF2-40B4-BE49-F238E27FC236}">
                <a16:creationId xmlns:a16="http://schemas.microsoft.com/office/drawing/2014/main" id="{9046158A-1BDC-4999-B2C4-DFE8C481FDBF}"/>
              </a:ext>
            </a:extLst>
          </p:cNvPr>
          <p:cNvCxnSpPr>
            <a:cxnSpLocks/>
          </p:cNvCxnSpPr>
          <p:nvPr/>
        </p:nvCxnSpPr>
        <p:spPr bwMode="gray">
          <a:xfrm flipV="1">
            <a:off x="1764413" y="5198500"/>
            <a:ext cx="1666893" cy="601173"/>
          </a:xfrm>
          <a:prstGeom prst="line">
            <a:avLst/>
          </a:prstGeom>
          <a:noFill/>
          <a:ln w="9525" cap="flat" cmpd="sng" algn="ctr">
            <a:solidFill>
              <a:schemeClr val="tx1"/>
            </a:solidFill>
            <a:prstDash val="dash"/>
          </a:ln>
          <a:effectLst/>
        </p:spPr>
      </p:cxnSp>
      <p:cxnSp>
        <p:nvCxnSpPr>
          <p:cNvPr id="117" name="直接连接符 116">
            <a:extLst>
              <a:ext uri="{FF2B5EF4-FFF2-40B4-BE49-F238E27FC236}">
                <a16:creationId xmlns:a16="http://schemas.microsoft.com/office/drawing/2014/main" id="{36BECDDC-3566-487C-8DD8-427CFFA11876}"/>
              </a:ext>
            </a:extLst>
          </p:cNvPr>
          <p:cNvCxnSpPr>
            <a:cxnSpLocks/>
          </p:cNvCxnSpPr>
          <p:nvPr/>
        </p:nvCxnSpPr>
        <p:spPr bwMode="gray">
          <a:xfrm flipH="1" flipV="1">
            <a:off x="3431306" y="5198502"/>
            <a:ext cx="1936622" cy="570832"/>
          </a:xfrm>
          <a:prstGeom prst="line">
            <a:avLst/>
          </a:prstGeom>
          <a:noFill/>
          <a:ln w="9525" cap="flat" cmpd="sng" algn="ctr">
            <a:solidFill>
              <a:schemeClr val="tx1"/>
            </a:solidFill>
            <a:prstDash val="dash"/>
          </a:ln>
          <a:effectLst/>
        </p:spPr>
      </p:cxnSp>
      <p:pic>
        <p:nvPicPr>
          <p:cNvPr id="118" name="图片 117">
            <a:extLst>
              <a:ext uri="{FF2B5EF4-FFF2-40B4-BE49-F238E27FC236}">
                <a16:creationId xmlns:a16="http://schemas.microsoft.com/office/drawing/2014/main" id="{9A75423E-3A1F-45FD-99DD-0AF4BC33D5D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57389" y="5788965"/>
            <a:ext cx="469006" cy="384585"/>
          </a:xfrm>
          <a:prstGeom prst="rect">
            <a:avLst/>
          </a:prstGeom>
        </p:spPr>
      </p:pic>
      <p:pic>
        <p:nvPicPr>
          <p:cNvPr id="150" name="图片 149">
            <a:extLst>
              <a:ext uri="{FF2B5EF4-FFF2-40B4-BE49-F238E27FC236}">
                <a16:creationId xmlns:a16="http://schemas.microsoft.com/office/drawing/2014/main" id="{D78B6E8D-84A6-4D02-A36F-A25762A0817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00714" y="5520949"/>
            <a:ext cx="469006" cy="384585"/>
          </a:xfrm>
          <a:prstGeom prst="rect">
            <a:avLst/>
          </a:prstGeom>
        </p:spPr>
      </p:pic>
      <p:pic>
        <p:nvPicPr>
          <p:cNvPr id="151" name="图片 150">
            <a:extLst>
              <a:ext uri="{FF2B5EF4-FFF2-40B4-BE49-F238E27FC236}">
                <a16:creationId xmlns:a16="http://schemas.microsoft.com/office/drawing/2014/main" id="{402299C2-41A5-4C62-B019-65038007841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803874" y="5520949"/>
            <a:ext cx="469006" cy="384585"/>
          </a:xfrm>
          <a:prstGeom prst="rect">
            <a:avLst/>
          </a:prstGeom>
        </p:spPr>
      </p:pic>
      <p:pic>
        <p:nvPicPr>
          <p:cNvPr id="152" name="图片 151">
            <a:extLst>
              <a:ext uri="{FF2B5EF4-FFF2-40B4-BE49-F238E27FC236}">
                <a16:creationId xmlns:a16="http://schemas.microsoft.com/office/drawing/2014/main" id="{2DB6A324-82EE-483D-BBA3-5656D68809A8}"/>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093449" y="5728822"/>
            <a:ext cx="469006" cy="384585"/>
          </a:xfrm>
          <a:prstGeom prst="rect">
            <a:avLst/>
          </a:prstGeom>
        </p:spPr>
      </p:pic>
      <p:cxnSp>
        <p:nvCxnSpPr>
          <p:cNvPr id="153" name="直接连接符 152">
            <a:extLst>
              <a:ext uri="{FF2B5EF4-FFF2-40B4-BE49-F238E27FC236}">
                <a16:creationId xmlns:a16="http://schemas.microsoft.com/office/drawing/2014/main" id="{40DB34B3-2BFC-4AC6-B376-B74F304555A8}"/>
              </a:ext>
            </a:extLst>
          </p:cNvPr>
          <p:cNvCxnSpPr>
            <a:cxnSpLocks/>
            <a:stCxn id="118" idx="3"/>
            <a:endCxn id="150" idx="1"/>
          </p:cNvCxnSpPr>
          <p:nvPr/>
        </p:nvCxnSpPr>
        <p:spPr bwMode="gray">
          <a:xfrm flipV="1">
            <a:off x="2026395" y="5713242"/>
            <a:ext cx="674319" cy="268016"/>
          </a:xfrm>
          <a:prstGeom prst="line">
            <a:avLst/>
          </a:prstGeom>
          <a:noFill/>
          <a:ln w="19050" cap="flat" cmpd="sng" algn="ctr">
            <a:solidFill>
              <a:sysClr val="window" lastClr="FFFFFF">
                <a:lumMod val="65000"/>
              </a:sysClr>
            </a:solidFill>
            <a:prstDash val="solid"/>
            <a:miter lim="800000"/>
          </a:ln>
          <a:effectLst/>
        </p:spPr>
      </p:cxnSp>
      <p:cxnSp>
        <p:nvCxnSpPr>
          <p:cNvPr id="154" name="直接连接符 153">
            <a:extLst>
              <a:ext uri="{FF2B5EF4-FFF2-40B4-BE49-F238E27FC236}">
                <a16:creationId xmlns:a16="http://schemas.microsoft.com/office/drawing/2014/main" id="{F2DB9358-8768-47CD-901F-DCD4FEE6D366}"/>
              </a:ext>
            </a:extLst>
          </p:cNvPr>
          <p:cNvCxnSpPr>
            <a:cxnSpLocks/>
            <a:stCxn id="150" idx="3"/>
            <a:endCxn id="151" idx="1"/>
          </p:cNvCxnSpPr>
          <p:nvPr/>
        </p:nvCxnSpPr>
        <p:spPr bwMode="gray">
          <a:xfrm>
            <a:off x="3169720" y="5713242"/>
            <a:ext cx="634154" cy="0"/>
          </a:xfrm>
          <a:prstGeom prst="line">
            <a:avLst/>
          </a:prstGeom>
          <a:noFill/>
          <a:ln w="19050" cap="flat" cmpd="sng" algn="ctr">
            <a:solidFill>
              <a:sysClr val="window" lastClr="FFFFFF">
                <a:lumMod val="65000"/>
              </a:sysClr>
            </a:solidFill>
            <a:prstDash val="solid"/>
            <a:miter lim="800000"/>
          </a:ln>
          <a:effectLst/>
        </p:spPr>
      </p:cxnSp>
      <p:cxnSp>
        <p:nvCxnSpPr>
          <p:cNvPr id="155" name="直接连接符 154">
            <a:extLst>
              <a:ext uri="{FF2B5EF4-FFF2-40B4-BE49-F238E27FC236}">
                <a16:creationId xmlns:a16="http://schemas.microsoft.com/office/drawing/2014/main" id="{851275A7-1F45-4560-BD7C-A67756BF3C24}"/>
              </a:ext>
            </a:extLst>
          </p:cNvPr>
          <p:cNvCxnSpPr>
            <a:cxnSpLocks/>
            <a:stCxn id="151" idx="3"/>
            <a:endCxn id="152" idx="1"/>
          </p:cNvCxnSpPr>
          <p:nvPr/>
        </p:nvCxnSpPr>
        <p:spPr bwMode="gray">
          <a:xfrm>
            <a:off x="4272880" y="5713242"/>
            <a:ext cx="820569" cy="207873"/>
          </a:xfrm>
          <a:prstGeom prst="line">
            <a:avLst/>
          </a:prstGeom>
          <a:noFill/>
          <a:ln w="19050" cap="flat" cmpd="sng" algn="ctr">
            <a:solidFill>
              <a:sysClr val="window" lastClr="FFFFFF">
                <a:lumMod val="65000"/>
              </a:sysClr>
            </a:solidFill>
            <a:prstDash val="solid"/>
            <a:miter lim="800000"/>
          </a:ln>
          <a:effectLst/>
        </p:spPr>
      </p:cxnSp>
      <p:sp>
        <p:nvSpPr>
          <p:cNvPr id="156" name="矩形 155">
            <a:extLst>
              <a:ext uri="{FF2B5EF4-FFF2-40B4-BE49-F238E27FC236}">
                <a16:creationId xmlns:a16="http://schemas.microsoft.com/office/drawing/2014/main" id="{4EC43B08-6462-4BEC-A5D4-4EB51E6686EB}"/>
              </a:ext>
            </a:extLst>
          </p:cNvPr>
          <p:cNvSpPr/>
          <p:nvPr/>
        </p:nvSpPr>
        <p:spPr bwMode="gray">
          <a:xfrm>
            <a:off x="6334139" y="1241022"/>
            <a:ext cx="5013589" cy="369188"/>
          </a:xfrm>
          <a:prstGeom prst="rect">
            <a:avLst/>
          </a:prstGeom>
        </p:spPr>
        <p:txBody>
          <a:bodyPr wrap="square">
            <a:spAutoFit/>
          </a:bodyPr>
          <a:lstStyle/>
          <a:p>
            <a:pPr marL="0" marR="0" lvl="0" indent="0" algn="ctr" defTabSz="1218956" eaLnBrk="1" fontAlgn="base" latinLnBrk="0" hangingPunct="1">
              <a:lnSpc>
                <a:spcPct val="100000"/>
              </a:lnSpc>
              <a:spcBef>
                <a:spcPct val="0"/>
              </a:spcBef>
              <a:spcAft>
                <a:spcPct val="0"/>
              </a:spcAft>
              <a:buClrTx/>
              <a:buSzTx/>
              <a:buFontTx/>
              <a:buNone/>
              <a:tabLst/>
              <a:defRPr/>
            </a:pPr>
            <a:r>
              <a:rPr kumimoji="0" lang="zh-CN" altLang="en-US" sz="1799" b="1" i="0" u="none" strike="noStrike" kern="0" cap="none" spc="0" normalizeH="0" baseline="0" noProof="0" dirty="0">
                <a:ln>
                  <a:noFill/>
                </a:ln>
                <a:effectLst/>
                <a:uLnTx/>
                <a:uFillTx/>
              </a:rPr>
              <a:t>执行流程</a:t>
            </a:r>
            <a:endParaRPr kumimoji="0" lang="en-US" altLang="zh-CN" sz="1799" b="1" i="0" u="none" strike="noStrike" kern="0" cap="none" spc="0" normalizeH="0" baseline="0" noProof="0" dirty="0">
              <a:ln>
                <a:noFill/>
              </a:ln>
              <a:effectLst/>
              <a:uLnTx/>
              <a:uFillTx/>
            </a:endParaRPr>
          </a:p>
        </p:txBody>
      </p:sp>
    </p:spTree>
    <p:extLst>
      <p:ext uri="{BB962C8B-B14F-4D97-AF65-F5344CB8AC3E}">
        <p14:creationId xmlns:p14="http://schemas.microsoft.com/office/powerpoint/2010/main" val="14545209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D37F4B-6BA5-4803-BC22-C7522422C2BB}"/>
              </a:ext>
            </a:extLst>
          </p:cNvPr>
          <p:cNvSpPr>
            <a:spLocks noGrp="1"/>
          </p:cNvSpPr>
          <p:nvPr>
            <p:ph type="title"/>
          </p:nvPr>
        </p:nvSpPr>
        <p:spPr bwMode="gray"/>
        <p:txBody>
          <a:bodyPr/>
          <a:lstStyle/>
          <a:p>
            <a:r>
              <a:rPr lang="zh-CN" altLang="en-US"/>
              <a:t>用例</a:t>
            </a:r>
            <a:r>
              <a:rPr lang="en-US" altLang="zh-CN"/>
              <a:t>5</a:t>
            </a:r>
            <a:r>
              <a:rPr lang="zh-CN" altLang="en-US"/>
              <a:t>：业务配置冲突自动检测</a:t>
            </a:r>
          </a:p>
        </p:txBody>
      </p:sp>
      <p:sp>
        <p:nvSpPr>
          <p:cNvPr id="56" name="矩形 55">
            <a:extLst>
              <a:ext uri="{FF2B5EF4-FFF2-40B4-BE49-F238E27FC236}">
                <a16:creationId xmlns:a16="http://schemas.microsoft.com/office/drawing/2014/main" id="{E3FBC1F7-2AF8-4241-B0F6-DA957E74E193}"/>
              </a:ext>
            </a:extLst>
          </p:cNvPr>
          <p:cNvSpPr/>
          <p:nvPr/>
        </p:nvSpPr>
        <p:spPr bwMode="gray">
          <a:xfrm>
            <a:off x="6415652" y="2305098"/>
            <a:ext cx="4677644" cy="3008731"/>
          </a:xfrm>
          <a:prstGeom prst="rect">
            <a:avLst/>
          </a:prstGeom>
          <a:solidFill>
            <a:srgbClr val="F3FBFE">
              <a:lumMod val="95000"/>
            </a:srgbClr>
          </a:solidFill>
          <a:ln w="28575" cap="flat" cmpd="sng" algn="ctr">
            <a:noFill/>
            <a:prstDash val="solid"/>
            <a:round/>
            <a:headEnd type="none" w="med" len="med"/>
            <a:tailEnd type="none" w="med" len="med"/>
          </a:ln>
          <a:effectLst/>
        </p:spPr>
        <p:txBody>
          <a:bodyPr vert="horz" wrap="square" lIns="90000" tIns="45720" rIns="91440" bIns="45720" numCol="1" rtlCol="0" anchor="t" anchorCtr="0" compatLnSpc="1">
            <a:prstTxWarp prst="textNoShape">
              <a:avLst/>
            </a:prstTxWarp>
          </a:bodyPr>
          <a:lstStyle/>
          <a:p>
            <a:pPr marL="0" marR="0" lvl="0" indent="0" defTabSz="914400" eaLnBrk="1" fontAlgn="base" latinLnBrk="0" hangingPunct="1">
              <a:lnSpc>
                <a:spcPct val="150000"/>
              </a:lnSpc>
              <a:spcBef>
                <a:spcPct val="0"/>
              </a:spcBef>
              <a:spcAft>
                <a:spcPct val="0"/>
              </a:spcAft>
              <a:buClr>
                <a:srgbClr val="CC9900"/>
              </a:buClr>
              <a:buSzTx/>
              <a:buFontTx/>
              <a:buNone/>
              <a:tabLst/>
              <a:defRPr/>
            </a:pPr>
            <a:r>
              <a:rPr kumimoji="0" lang="zh-CN" altLang="en-US" sz="1400" b="0" i="0" u="none" strike="noStrike" kern="0" cap="none" spc="0" normalizeH="0" baseline="0" noProof="0" dirty="0">
                <a:ln>
                  <a:noFill/>
                </a:ln>
                <a:solidFill>
                  <a:prstClr val="black"/>
                </a:solidFill>
                <a:effectLst/>
                <a:uLnTx/>
                <a:uFillTx/>
              </a:rPr>
              <a:t>在下发配置前，系统可以自动检查业务下发到设备的配置是否会冲突。比如</a:t>
            </a:r>
            <a:r>
              <a:rPr kumimoji="0" lang="en-US" altLang="zh-CN" sz="1400" b="0" i="0" u="none" strike="noStrike" kern="0" cap="none" spc="0" normalizeH="0" baseline="0" noProof="0" dirty="0">
                <a:ln>
                  <a:noFill/>
                </a:ln>
                <a:solidFill>
                  <a:prstClr val="black"/>
                </a:solidFill>
                <a:effectLst/>
                <a:uLnTx/>
                <a:uFillTx/>
              </a:rPr>
              <a:t>service1</a:t>
            </a:r>
            <a:r>
              <a:rPr kumimoji="0" lang="zh-CN" altLang="en-US" sz="1400" b="0" i="0" u="none" strike="noStrike" kern="0" cap="none" spc="0" normalizeH="0" baseline="0" noProof="0" dirty="0">
                <a:ln>
                  <a:noFill/>
                </a:ln>
                <a:solidFill>
                  <a:prstClr val="black"/>
                </a:solidFill>
                <a:effectLst/>
                <a:uLnTx/>
                <a:uFillTx/>
              </a:rPr>
              <a:t>给设备</a:t>
            </a:r>
            <a:r>
              <a:rPr kumimoji="0" lang="en-US" altLang="zh-CN" sz="1400" b="0" i="0" u="none" strike="noStrike" kern="0" cap="none" spc="0" normalizeH="0" baseline="0" noProof="0" dirty="0">
                <a:ln>
                  <a:noFill/>
                </a:ln>
                <a:solidFill>
                  <a:prstClr val="black"/>
                </a:solidFill>
                <a:effectLst/>
                <a:uLnTx/>
                <a:uFillTx/>
              </a:rPr>
              <a:t>1</a:t>
            </a:r>
            <a:r>
              <a:rPr kumimoji="0" lang="zh-CN" altLang="en-US" sz="1400" b="0" i="0" u="none" strike="noStrike" kern="0" cap="none" spc="0" normalizeH="0" baseline="0" noProof="0" dirty="0">
                <a:ln>
                  <a:noFill/>
                </a:ln>
                <a:solidFill>
                  <a:prstClr val="black"/>
                </a:solidFill>
                <a:effectLst/>
                <a:uLnTx/>
                <a:uFillTx/>
              </a:rPr>
              <a:t>下发了</a:t>
            </a:r>
            <a:r>
              <a:rPr kumimoji="0" lang="en-US" altLang="zh-CN" sz="1400" b="0" i="0" u="none" strike="noStrike" kern="0" cap="none" spc="0" normalizeH="0" baseline="0" noProof="0" dirty="0">
                <a:ln>
                  <a:noFill/>
                </a:ln>
                <a:solidFill>
                  <a:prstClr val="black"/>
                </a:solidFill>
                <a:effectLst/>
                <a:uLnTx/>
                <a:uFillTx/>
              </a:rPr>
              <a:t>vlan2</a:t>
            </a:r>
            <a:r>
              <a:rPr kumimoji="0" lang="zh-CN" altLang="en-US" sz="1400" b="0" i="0" u="none" strike="noStrike" kern="0" cap="none" spc="0" normalizeH="0" baseline="0" noProof="0" dirty="0">
                <a:ln>
                  <a:noFill/>
                </a:ln>
                <a:solidFill>
                  <a:prstClr val="black"/>
                </a:solidFill>
                <a:effectLst/>
                <a:uLnTx/>
                <a:uFillTx/>
              </a:rPr>
              <a:t>的</a:t>
            </a:r>
            <a:r>
              <a:rPr kumimoji="0" lang="en-US" altLang="zh-CN" sz="1400" b="0" i="0" u="none" strike="noStrike" kern="0" cap="none" spc="0" normalizeH="0" baseline="0" noProof="0" dirty="0">
                <a:ln>
                  <a:noFill/>
                </a:ln>
                <a:solidFill>
                  <a:prstClr val="black"/>
                </a:solidFill>
                <a:effectLst/>
                <a:uLnTx/>
                <a:uFillTx/>
              </a:rPr>
              <a:t>description</a:t>
            </a:r>
            <a:r>
              <a:rPr kumimoji="0" lang="zh-CN" altLang="en-US" sz="1400" b="0" i="0" u="none" strike="noStrike" kern="0" cap="none" spc="0" normalizeH="0" baseline="0" noProof="0" dirty="0">
                <a:ln>
                  <a:noFill/>
                </a:ln>
                <a:solidFill>
                  <a:prstClr val="black"/>
                </a:solidFill>
                <a:effectLst/>
                <a:uLnTx/>
                <a:uFillTx/>
              </a:rPr>
              <a:t>配置，如果</a:t>
            </a:r>
            <a:r>
              <a:rPr kumimoji="0" lang="en-US" altLang="zh-CN" sz="1400" b="0" i="0" u="none" strike="noStrike" kern="0" cap="none" spc="0" normalizeH="0" baseline="0" noProof="0" dirty="0">
                <a:ln>
                  <a:noFill/>
                </a:ln>
                <a:solidFill>
                  <a:prstClr val="black"/>
                </a:solidFill>
                <a:effectLst/>
                <a:uLnTx/>
                <a:uFillTx/>
              </a:rPr>
              <a:t>service2</a:t>
            </a:r>
            <a:r>
              <a:rPr kumimoji="0" lang="zh-CN" altLang="en-US" sz="1400" b="0" i="0" u="none" strike="noStrike" kern="0" cap="none" spc="0" normalizeH="0" baseline="0" noProof="0" dirty="0">
                <a:ln>
                  <a:noFill/>
                </a:ln>
                <a:solidFill>
                  <a:prstClr val="black"/>
                </a:solidFill>
                <a:effectLst/>
                <a:uLnTx/>
                <a:uFillTx/>
              </a:rPr>
              <a:t>也给设备</a:t>
            </a:r>
            <a:r>
              <a:rPr kumimoji="0" lang="en-US" altLang="zh-CN" sz="1400" b="0" i="0" u="none" strike="noStrike" kern="0" cap="none" spc="0" normalizeH="0" baseline="0" noProof="0" dirty="0">
                <a:ln>
                  <a:noFill/>
                </a:ln>
                <a:solidFill>
                  <a:prstClr val="black"/>
                </a:solidFill>
                <a:effectLst/>
                <a:uLnTx/>
                <a:uFillTx/>
              </a:rPr>
              <a:t>1</a:t>
            </a:r>
            <a:r>
              <a:rPr kumimoji="0" lang="zh-CN" altLang="en-US" sz="1400" b="0" i="0" u="none" strike="noStrike" kern="0" cap="none" spc="0" normalizeH="0" baseline="0" noProof="0" dirty="0">
                <a:ln>
                  <a:noFill/>
                </a:ln>
                <a:solidFill>
                  <a:prstClr val="black"/>
                </a:solidFill>
                <a:effectLst/>
                <a:uLnTx/>
                <a:uFillTx/>
              </a:rPr>
              <a:t>下发</a:t>
            </a:r>
            <a:r>
              <a:rPr kumimoji="0" lang="en-US" altLang="zh-CN" sz="1400" b="0" i="0" u="none" strike="noStrike" kern="0" cap="none" spc="0" normalizeH="0" baseline="0" noProof="0" dirty="0">
                <a:ln>
                  <a:noFill/>
                </a:ln>
                <a:solidFill>
                  <a:prstClr val="black"/>
                </a:solidFill>
                <a:effectLst/>
                <a:uLnTx/>
                <a:uFillTx/>
              </a:rPr>
              <a:t>vlan2</a:t>
            </a:r>
            <a:r>
              <a:rPr kumimoji="0" lang="zh-CN" altLang="en-US" sz="1400" b="0" i="0" u="none" strike="noStrike" kern="0" cap="none" spc="0" normalizeH="0" baseline="0" noProof="0" dirty="0">
                <a:ln>
                  <a:noFill/>
                </a:ln>
                <a:solidFill>
                  <a:prstClr val="black"/>
                </a:solidFill>
                <a:effectLst/>
                <a:uLnTx/>
                <a:uFillTx/>
              </a:rPr>
              <a:t>的</a:t>
            </a:r>
            <a:r>
              <a:rPr kumimoji="0" lang="en-US" altLang="zh-CN" sz="1400" b="0" i="0" u="none" strike="noStrike" kern="0" cap="none" spc="0" normalizeH="0" baseline="0" noProof="0" dirty="0">
                <a:ln>
                  <a:noFill/>
                </a:ln>
                <a:solidFill>
                  <a:prstClr val="black"/>
                </a:solidFill>
                <a:effectLst/>
                <a:uLnTx/>
                <a:uFillTx/>
              </a:rPr>
              <a:t>description</a:t>
            </a:r>
            <a:r>
              <a:rPr kumimoji="0" lang="zh-CN" altLang="en-US" sz="1400" b="0" i="0" u="none" strike="noStrike" kern="0" cap="none" spc="0" normalizeH="0" baseline="0" noProof="0" dirty="0">
                <a:ln>
                  <a:noFill/>
                </a:ln>
                <a:solidFill>
                  <a:prstClr val="black"/>
                </a:solidFill>
                <a:effectLst/>
                <a:uLnTx/>
                <a:uFillTx/>
              </a:rPr>
              <a:t>配置，这个时候</a:t>
            </a:r>
            <a:r>
              <a:rPr kumimoji="0" lang="en-US" altLang="zh-CN" sz="1400" b="0" i="0" u="none" strike="noStrike" kern="0" cap="none" spc="0" normalizeH="0" baseline="0" noProof="0" dirty="0">
                <a:ln>
                  <a:noFill/>
                </a:ln>
                <a:solidFill>
                  <a:prstClr val="black"/>
                </a:solidFill>
                <a:effectLst/>
                <a:uLnTx/>
                <a:uFillTx/>
              </a:rPr>
              <a:t>NCE</a:t>
            </a:r>
            <a:r>
              <a:rPr kumimoji="0" lang="zh-CN" altLang="en-US" sz="1400" b="0" i="0" u="none" strike="noStrike" kern="0" cap="none" spc="0" normalizeH="0" baseline="0" noProof="0" dirty="0">
                <a:ln>
                  <a:noFill/>
                </a:ln>
                <a:solidFill>
                  <a:prstClr val="black"/>
                </a:solidFill>
                <a:effectLst/>
                <a:uLnTx/>
                <a:uFillTx/>
              </a:rPr>
              <a:t>业务开放可编程系统会判断两者值是否相同，如果不相同，就会提示用户配置存在冲突。</a:t>
            </a:r>
            <a:endParaRPr kumimoji="0" lang="en-US" altLang="zh-CN" sz="1400" b="0" i="0" u="none" strike="noStrike" kern="0" cap="none" spc="0" normalizeH="0" baseline="0" noProof="0" dirty="0">
              <a:ln>
                <a:noFill/>
              </a:ln>
              <a:solidFill>
                <a:prstClr val="black"/>
              </a:solidFill>
              <a:effectLst/>
              <a:uLnTx/>
              <a:uFillTx/>
            </a:endParaRPr>
          </a:p>
          <a:p>
            <a:pPr marL="0" marR="0" lvl="0" indent="0" defTabSz="914400" eaLnBrk="1" fontAlgn="base" latinLnBrk="0" hangingPunct="1">
              <a:lnSpc>
                <a:spcPct val="150000"/>
              </a:lnSpc>
              <a:spcBef>
                <a:spcPct val="0"/>
              </a:spcBef>
              <a:spcAft>
                <a:spcPct val="0"/>
              </a:spcAft>
              <a:buClr>
                <a:srgbClr val="CC9900"/>
              </a:buClr>
              <a:buSzTx/>
              <a:buFontTx/>
              <a:buNone/>
              <a:tabLst/>
              <a:defRPr/>
            </a:pPr>
            <a:endParaRPr kumimoji="0" lang="en-US" altLang="zh-CN" sz="1400" b="0" i="0" u="none" strike="noStrike" kern="0" cap="none" spc="0" normalizeH="0" baseline="0" noProof="0" dirty="0">
              <a:ln>
                <a:noFill/>
              </a:ln>
              <a:solidFill>
                <a:prstClr val="black"/>
              </a:solidFill>
              <a:effectLst/>
              <a:uLnTx/>
              <a:uFillTx/>
            </a:endParaRPr>
          </a:p>
          <a:p>
            <a:pPr marL="0" marR="0" lvl="0" indent="0" defTabSz="914400" eaLnBrk="1" fontAlgn="base" latinLnBrk="0" hangingPunct="1">
              <a:lnSpc>
                <a:spcPct val="150000"/>
              </a:lnSpc>
              <a:spcBef>
                <a:spcPct val="0"/>
              </a:spcBef>
              <a:spcAft>
                <a:spcPct val="0"/>
              </a:spcAft>
              <a:buClr>
                <a:srgbClr val="CC9900"/>
              </a:buClr>
              <a:buSzTx/>
              <a:buFontTx/>
              <a:buNone/>
              <a:tabLst/>
              <a:defRPr/>
            </a:pPr>
            <a:r>
              <a:rPr kumimoji="0" lang="zh-CN" altLang="en-US" sz="1400" b="0" i="0" u="none" strike="noStrike" kern="0" cap="none" spc="0" normalizeH="0" baseline="0" noProof="0" dirty="0">
                <a:ln>
                  <a:noFill/>
                </a:ln>
                <a:solidFill>
                  <a:srgbClr val="000000"/>
                </a:solidFill>
                <a:effectLst/>
                <a:uLnTx/>
                <a:uFillTx/>
                <a:cs typeface="Microsoft YaHei" charset="-122"/>
              </a:rPr>
              <a:t>在“业务管理”页面执行“下发配置”操作，系统会自动检测业务配置是否冲突。</a:t>
            </a:r>
            <a:endParaRPr kumimoji="0" lang="en-US" altLang="zh-CN" sz="1400" b="0" i="0" u="none" strike="noStrike" kern="0" cap="none" spc="0" normalizeH="0" baseline="0" noProof="0" dirty="0">
              <a:ln>
                <a:noFill/>
              </a:ln>
              <a:solidFill>
                <a:srgbClr val="000000"/>
              </a:solidFill>
              <a:effectLst/>
              <a:uLnTx/>
              <a:uFillTx/>
              <a:cs typeface="Microsoft YaHei" charset="-122"/>
            </a:endParaRPr>
          </a:p>
          <a:p>
            <a:pPr marL="0" marR="0" lvl="0" indent="0" defTabSz="914400" eaLnBrk="1" fontAlgn="base" latinLnBrk="0" hangingPunct="1">
              <a:lnSpc>
                <a:spcPct val="150000"/>
              </a:lnSpc>
              <a:spcBef>
                <a:spcPct val="0"/>
              </a:spcBef>
              <a:spcAft>
                <a:spcPct val="0"/>
              </a:spcAft>
              <a:buClr>
                <a:srgbClr val="CC9900"/>
              </a:buClr>
              <a:buSzTx/>
              <a:buFontTx/>
              <a:buNone/>
              <a:tabLst/>
              <a:defRPr/>
            </a:pPr>
            <a:endParaRPr kumimoji="0" lang="en-US" altLang="zh-CN" sz="1400" b="0" i="0" u="none" strike="noStrike" kern="0" cap="none" spc="0" normalizeH="0" baseline="0" noProof="0" dirty="0">
              <a:ln>
                <a:noFill/>
              </a:ln>
              <a:solidFill>
                <a:srgbClr val="000000"/>
              </a:solidFill>
              <a:effectLst/>
              <a:uLnTx/>
              <a:uFillTx/>
              <a:cs typeface="Microsoft YaHei" charset="-122"/>
            </a:endParaRPr>
          </a:p>
        </p:txBody>
      </p:sp>
      <p:sp>
        <p:nvSpPr>
          <p:cNvPr id="57" name="矩形 56">
            <a:extLst>
              <a:ext uri="{FF2B5EF4-FFF2-40B4-BE49-F238E27FC236}">
                <a16:creationId xmlns:a16="http://schemas.microsoft.com/office/drawing/2014/main" id="{7B7E160A-6095-44C9-B877-96BF2969A2D7}"/>
              </a:ext>
            </a:extLst>
          </p:cNvPr>
          <p:cNvSpPr/>
          <p:nvPr/>
        </p:nvSpPr>
        <p:spPr bwMode="gray">
          <a:xfrm>
            <a:off x="6415652" y="1802735"/>
            <a:ext cx="2450374" cy="578020"/>
          </a:xfrm>
          <a:prstGeom prst="rect">
            <a:avLst/>
          </a:prstGeom>
          <a:noFill/>
          <a:ln w="2857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buClr>
                <a:srgbClr val="CC9900"/>
              </a:buClr>
              <a:defRPr/>
            </a:pPr>
            <a:r>
              <a:rPr lang="zh-CN" altLang="en-US" sz="1600" b="1" kern="0" dirty="0">
                <a:solidFill>
                  <a:srgbClr val="000000"/>
                </a:solidFill>
                <a:cs typeface="Microsoft YaHei" charset="-122"/>
              </a:rPr>
              <a:t>业务配置冲突自动检测</a:t>
            </a:r>
          </a:p>
        </p:txBody>
      </p:sp>
      <p:sp>
        <p:nvSpPr>
          <p:cNvPr id="59" name="椭圆 58">
            <a:extLst>
              <a:ext uri="{FF2B5EF4-FFF2-40B4-BE49-F238E27FC236}">
                <a16:creationId xmlns:a16="http://schemas.microsoft.com/office/drawing/2014/main" id="{D9D1D9BD-424A-4091-807A-13BF4A40CDB6}"/>
              </a:ext>
            </a:extLst>
          </p:cNvPr>
          <p:cNvSpPr/>
          <p:nvPr/>
        </p:nvSpPr>
        <p:spPr bwMode="gray">
          <a:xfrm>
            <a:off x="6271336" y="2001791"/>
            <a:ext cx="179907" cy="17990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rgbClr val="FFFFFF"/>
                </a:solidFill>
                <a:effectLst/>
                <a:uLnTx/>
                <a:uFillTx/>
              </a:rPr>
              <a:t>1</a:t>
            </a:r>
            <a:endParaRPr kumimoji="0" lang="zh-CN" altLang="en-US" sz="1000" b="1" i="0" u="none" strike="noStrike" kern="0" cap="none" spc="0" normalizeH="0" baseline="0" noProof="0" dirty="0">
              <a:ln>
                <a:noFill/>
              </a:ln>
              <a:solidFill>
                <a:srgbClr val="FFFFFF"/>
              </a:solidFill>
              <a:effectLst/>
              <a:uLnTx/>
              <a:uFillTx/>
            </a:endParaRPr>
          </a:p>
        </p:txBody>
      </p:sp>
      <p:sp>
        <p:nvSpPr>
          <p:cNvPr id="60" name="矩形 59">
            <a:extLst>
              <a:ext uri="{FF2B5EF4-FFF2-40B4-BE49-F238E27FC236}">
                <a16:creationId xmlns:a16="http://schemas.microsoft.com/office/drawing/2014/main" id="{FA963EF7-A899-441E-9A95-2628DC7AF20A}"/>
              </a:ext>
            </a:extLst>
          </p:cNvPr>
          <p:cNvSpPr/>
          <p:nvPr/>
        </p:nvSpPr>
        <p:spPr bwMode="gray">
          <a:xfrm>
            <a:off x="893117" y="1784078"/>
            <a:ext cx="5015546" cy="3650441"/>
          </a:xfrm>
          <a:prstGeom prst="rect">
            <a:avLst/>
          </a:prstGeom>
          <a:solidFill>
            <a:srgbClr val="F3FBFE">
              <a:lumMod val="95000"/>
            </a:srgbClr>
          </a:solidFill>
          <a:ln w="25400" cap="flat" cmpd="sng" algn="ctr">
            <a:noFill/>
            <a:prstDash val="solid"/>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cs typeface="Calibri" pitchFamily="34" charset="0"/>
            </a:endParaRPr>
          </a:p>
        </p:txBody>
      </p:sp>
      <p:sp>
        <p:nvSpPr>
          <p:cNvPr id="61" name="矩形 60">
            <a:extLst>
              <a:ext uri="{FF2B5EF4-FFF2-40B4-BE49-F238E27FC236}">
                <a16:creationId xmlns:a16="http://schemas.microsoft.com/office/drawing/2014/main" id="{9446D495-9102-4A5D-A86A-ACF84A95CBB2}"/>
              </a:ext>
            </a:extLst>
          </p:cNvPr>
          <p:cNvSpPr/>
          <p:nvPr/>
        </p:nvSpPr>
        <p:spPr bwMode="gray">
          <a:xfrm>
            <a:off x="1078647" y="4768881"/>
            <a:ext cx="3546004" cy="432548"/>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62" name="矩形 61">
            <a:extLst>
              <a:ext uri="{FF2B5EF4-FFF2-40B4-BE49-F238E27FC236}">
                <a16:creationId xmlns:a16="http://schemas.microsoft.com/office/drawing/2014/main" id="{22C56E54-AD24-4660-8AB2-46DD3D828850}"/>
              </a:ext>
            </a:extLst>
          </p:cNvPr>
          <p:cNvSpPr/>
          <p:nvPr/>
        </p:nvSpPr>
        <p:spPr bwMode="gray">
          <a:xfrm>
            <a:off x="893117" y="1248577"/>
            <a:ext cx="5015546" cy="314559"/>
          </a:xfrm>
          <a:prstGeom prst="rect">
            <a:avLst/>
          </a:prstGeom>
          <a:solidFill>
            <a:srgbClr val="8BC9A0">
              <a:lumMod val="7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F3FBFE"/>
                </a:solidFill>
                <a:effectLst/>
                <a:uLnTx/>
                <a:uFillTx/>
              </a:rPr>
              <a:t>OSS/</a:t>
            </a:r>
            <a:r>
              <a:rPr kumimoji="0" lang="zh-CN" altLang="en-US" sz="1400" b="1" i="0" u="none" strike="noStrike" kern="0" cap="none" spc="0" normalizeH="0" baseline="0" noProof="0" dirty="0">
                <a:ln>
                  <a:noFill/>
                </a:ln>
                <a:solidFill>
                  <a:srgbClr val="F3FBFE"/>
                </a:solidFill>
                <a:effectLst/>
                <a:uLnTx/>
                <a:uFillTx/>
              </a:rPr>
              <a:t>编排器</a:t>
            </a:r>
          </a:p>
        </p:txBody>
      </p:sp>
      <p:cxnSp>
        <p:nvCxnSpPr>
          <p:cNvPr id="63" name="直接连接符 201">
            <a:extLst>
              <a:ext uri="{FF2B5EF4-FFF2-40B4-BE49-F238E27FC236}">
                <a16:creationId xmlns:a16="http://schemas.microsoft.com/office/drawing/2014/main" id="{ADCB84E8-8881-4023-9223-50BC5789A218}"/>
              </a:ext>
            </a:extLst>
          </p:cNvPr>
          <p:cNvCxnSpPr/>
          <p:nvPr/>
        </p:nvCxnSpPr>
        <p:spPr bwMode="gray">
          <a:xfrm flipH="1">
            <a:off x="3400889" y="1563136"/>
            <a:ext cx="1" cy="100252"/>
          </a:xfrm>
          <a:prstGeom prst="line">
            <a:avLst/>
          </a:prstGeom>
          <a:noFill/>
          <a:ln w="9525" cap="flat" cmpd="sng" algn="ctr">
            <a:solidFill>
              <a:srgbClr val="D9D9D9"/>
            </a:solidFill>
            <a:prstDash val="solid"/>
          </a:ln>
          <a:effectLst/>
        </p:spPr>
      </p:cxnSp>
      <p:sp>
        <p:nvSpPr>
          <p:cNvPr id="64" name="矩形 63">
            <a:extLst>
              <a:ext uri="{FF2B5EF4-FFF2-40B4-BE49-F238E27FC236}">
                <a16:creationId xmlns:a16="http://schemas.microsoft.com/office/drawing/2014/main" id="{5AE3DCAD-EA09-4ED9-9CDC-863DB9717891}"/>
              </a:ext>
            </a:extLst>
          </p:cNvPr>
          <p:cNvSpPr/>
          <p:nvPr/>
        </p:nvSpPr>
        <p:spPr bwMode="gray">
          <a:xfrm>
            <a:off x="1035734" y="2089888"/>
            <a:ext cx="4730310" cy="485621"/>
          </a:xfrm>
          <a:prstGeom prst="rect">
            <a:avLst/>
          </a:prstGeom>
          <a:noFill/>
          <a:ln w="22225" cap="flat" cmpd="sng" algn="ctr">
            <a:solidFill>
              <a:srgbClr val="F3FBFE">
                <a:lumMod val="85000"/>
              </a:srgbClr>
            </a:solidFill>
            <a:prstDash val="sysDot"/>
          </a:ln>
        </p:spPr>
        <p:txBody>
          <a:bodyPr lIns="91365" tIns="45681" rIns="91365" bIns="45681" rtlCol="0" anchor="ctr"/>
          <a:lstStyle/>
          <a:p>
            <a:pPr marL="0" marR="0" lvl="0" indent="0" algn="ctr" defTabSz="1218175" eaLnBrk="1" fontAlgn="auto" latinLnBrk="0" hangingPunct="1">
              <a:lnSpc>
                <a:spcPct val="100000"/>
              </a:lnSpc>
              <a:spcBef>
                <a:spcPct val="0"/>
              </a:spcBef>
              <a:spcAft>
                <a:spcPct val="0"/>
              </a:spcAft>
              <a:buClrTx/>
              <a:buSzTx/>
              <a:buFontTx/>
              <a:buNone/>
              <a:tabLst/>
              <a:defRPr/>
            </a:pPr>
            <a:endParaRPr kumimoji="0" lang="en-US" altLang="zh-CN" sz="1200" b="1" i="0" u="none" strike="noStrike" kern="0" cap="none" spc="0" normalizeH="0" baseline="0" noProof="0">
              <a:ln>
                <a:noFill/>
              </a:ln>
              <a:solidFill>
                <a:prstClr val="black"/>
              </a:solidFill>
              <a:effectLst/>
              <a:uLnTx/>
              <a:uFillTx/>
              <a:cs typeface="Calibri" pitchFamily="34" charset="0"/>
            </a:endParaRPr>
          </a:p>
        </p:txBody>
      </p:sp>
      <p:sp>
        <p:nvSpPr>
          <p:cNvPr id="65" name="矩形 64">
            <a:extLst>
              <a:ext uri="{FF2B5EF4-FFF2-40B4-BE49-F238E27FC236}">
                <a16:creationId xmlns:a16="http://schemas.microsoft.com/office/drawing/2014/main" id="{353F3BCD-01F4-4E6D-A72A-BAAECA58A190}"/>
              </a:ext>
            </a:extLst>
          </p:cNvPr>
          <p:cNvSpPr/>
          <p:nvPr/>
        </p:nvSpPr>
        <p:spPr bwMode="gray">
          <a:xfrm>
            <a:off x="1072692" y="3767908"/>
            <a:ext cx="3551960" cy="401523"/>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66" name="矩形 65">
            <a:extLst>
              <a:ext uri="{FF2B5EF4-FFF2-40B4-BE49-F238E27FC236}">
                <a16:creationId xmlns:a16="http://schemas.microsoft.com/office/drawing/2014/main" id="{014542B0-370E-419C-9408-724D8ABF998D}"/>
              </a:ext>
            </a:extLst>
          </p:cNvPr>
          <p:cNvSpPr/>
          <p:nvPr/>
        </p:nvSpPr>
        <p:spPr bwMode="gray">
          <a:xfrm>
            <a:off x="1016163" y="3821466"/>
            <a:ext cx="861639" cy="30771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fontAlgn="base">
              <a:spcBef>
                <a:spcPct val="0"/>
              </a:spcBef>
              <a:spcAft>
                <a:spcPct val="0"/>
              </a:spcAft>
            </a:pPr>
            <a:r>
              <a:rPr lang="zh-CN" altLang="en-US" sz="1200" b="1" dirty="0">
                <a:solidFill>
                  <a:srgbClr val="000000"/>
                </a:solidFill>
                <a:cs typeface="Microsoft YaHei" charset="-122"/>
              </a:rPr>
              <a:t>网元管理</a:t>
            </a:r>
          </a:p>
        </p:txBody>
      </p:sp>
      <p:sp>
        <p:nvSpPr>
          <p:cNvPr id="67" name="矩形 66">
            <a:extLst>
              <a:ext uri="{FF2B5EF4-FFF2-40B4-BE49-F238E27FC236}">
                <a16:creationId xmlns:a16="http://schemas.microsoft.com/office/drawing/2014/main" id="{1713BA0B-3B89-47A2-A7AC-6CECB3658956}"/>
              </a:ext>
            </a:extLst>
          </p:cNvPr>
          <p:cNvSpPr/>
          <p:nvPr/>
        </p:nvSpPr>
        <p:spPr bwMode="gray">
          <a:xfrm>
            <a:off x="1068351" y="4248997"/>
            <a:ext cx="3556300" cy="425702"/>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68" name="矩形 67">
            <a:extLst>
              <a:ext uri="{FF2B5EF4-FFF2-40B4-BE49-F238E27FC236}">
                <a16:creationId xmlns:a16="http://schemas.microsoft.com/office/drawing/2014/main" id="{0DA5D625-37D2-4E75-9CAD-427224D2317C}"/>
              </a:ext>
            </a:extLst>
          </p:cNvPr>
          <p:cNvSpPr/>
          <p:nvPr/>
        </p:nvSpPr>
        <p:spPr bwMode="gray">
          <a:xfrm>
            <a:off x="1802099" y="4282603"/>
            <a:ext cx="1187731" cy="368731"/>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Huawei NE Driver</a:t>
            </a:r>
          </a:p>
        </p:txBody>
      </p:sp>
      <p:sp>
        <p:nvSpPr>
          <p:cNvPr id="69" name="矩形 68">
            <a:extLst>
              <a:ext uri="{FF2B5EF4-FFF2-40B4-BE49-F238E27FC236}">
                <a16:creationId xmlns:a16="http://schemas.microsoft.com/office/drawing/2014/main" id="{19805B90-C61A-462F-B17B-6B05A5197A0D}"/>
              </a:ext>
            </a:extLst>
          </p:cNvPr>
          <p:cNvSpPr/>
          <p:nvPr/>
        </p:nvSpPr>
        <p:spPr bwMode="gray">
          <a:xfrm>
            <a:off x="3340466" y="4330555"/>
            <a:ext cx="1181461" cy="309993"/>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3rd NE Driver</a:t>
            </a:r>
          </a:p>
        </p:txBody>
      </p:sp>
      <p:sp>
        <p:nvSpPr>
          <p:cNvPr id="70" name="矩形 69">
            <a:extLst>
              <a:ext uri="{FF2B5EF4-FFF2-40B4-BE49-F238E27FC236}">
                <a16:creationId xmlns:a16="http://schemas.microsoft.com/office/drawing/2014/main" id="{00988D9B-B3AB-403D-A1AC-F6942EFABA23}"/>
              </a:ext>
            </a:extLst>
          </p:cNvPr>
          <p:cNvSpPr/>
          <p:nvPr/>
        </p:nvSpPr>
        <p:spPr bwMode="gray">
          <a:xfrm>
            <a:off x="1069314" y="3244920"/>
            <a:ext cx="3555338" cy="433411"/>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71" name="矩形 70">
            <a:extLst>
              <a:ext uri="{FF2B5EF4-FFF2-40B4-BE49-F238E27FC236}">
                <a16:creationId xmlns:a16="http://schemas.microsoft.com/office/drawing/2014/main" id="{DCE88325-1877-4BC3-B36C-7695DC7FB94D}"/>
              </a:ext>
            </a:extLst>
          </p:cNvPr>
          <p:cNvSpPr/>
          <p:nvPr/>
        </p:nvSpPr>
        <p:spPr bwMode="gray">
          <a:xfrm>
            <a:off x="1025284" y="3307130"/>
            <a:ext cx="861639" cy="30771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a:spcBef>
                <a:spcPct val="0"/>
              </a:spcBef>
              <a:spcAft>
                <a:spcPct val="0"/>
              </a:spcAft>
              <a:defRPr/>
            </a:pPr>
            <a:r>
              <a:rPr lang="zh-CN" altLang="en-US" sz="1200" b="1" kern="0" dirty="0">
                <a:solidFill>
                  <a:srgbClr val="000000"/>
                </a:solidFill>
                <a:cs typeface="Microsoft YaHei" charset="-122"/>
              </a:rPr>
              <a:t>业务管理</a:t>
            </a:r>
            <a:endParaRPr lang="en-US" altLang="zh-CN" sz="1200" b="1" kern="0" dirty="0">
              <a:solidFill>
                <a:srgbClr val="000000"/>
              </a:solidFill>
              <a:cs typeface="Microsoft YaHei" charset="-122"/>
            </a:endParaRPr>
          </a:p>
        </p:txBody>
      </p:sp>
      <p:sp>
        <p:nvSpPr>
          <p:cNvPr id="72" name="矩形 71">
            <a:extLst>
              <a:ext uri="{FF2B5EF4-FFF2-40B4-BE49-F238E27FC236}">
                <a16:creationId xmlns:a16="http://schemas.microsoft.com/office/drawing/2014/main" id="{05795E35-C670-41C9-859A-2A1CEB6104F9}"/>
              </a:ext>
            </a:extLst>
          </p:cNvPr>
          <p:cNvSpPr/>
          <p:nvPr/>
        </p:nvSpPr>
        <p:spPr bwMode="gray">
          <a:xfrm>
            <a:off x="1804258" y="3259756"/>
            <a:ext cx="976972" cy="33401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HVPN Service</a:t>
            </a:r>
          </a:p>
        </p:txBody>
      </p:sp>
      <p:sp>
        <p:nvSpPr>
          <p:cNvPr id="73" name="矩形 72">
            <a:extLst>
              <a:ext uri="{FF2B5EF4-FFF2-40B4-BE49-F238E27FC236}">
                <a16:creationId xmlns:a16="http://schemas.microsoft.com/office/drawing/2014/main" id="{AD3E7B75-809B-4A2B-ACBA-79E678406BBE}"/>
              </a:ext>
            </a:extLst>
          </p:cNvPr>
          <p:cNvSpPr/>
          <p:nvPr/>
        </p:nvSpPr>
        <p:spPr bwMode="gray">
          <a:xfrm>
            <a:off x="2918031" y="3275160"/>
            <a:ext cx="926193" cy="323138"/>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rPr>
              <a:t>SRV6 Service</a:t>
            </a:r>
          </a:p>
        </p:txBody>
      </p:sp>
      <p:sp>
        <p:nvSpPr>
          <p:cNvPr id="74" name="矩形 73">
            <a:extLst>
              <a:ext uri="{FF2B5EF4-FFF2-40B4-BE49-F238E27FC236}">
                <a16:creationId xmlns:a16="http://schemas.microsoft.com/office/drawing/2014/main" id="{267F7FEE-3D5A-4835-8C04-38A6517E53A9}"/>
              </a:ext>
            </a:extLst>
          </p:cNvPr>
          <p:cNvSpPr/>
          <p:nvPr/>
        </p:nvSpPr>
        <p:spPr bwMode="gray">
          <a:xfrm>
            <a:off x="1087707" y="4362324"/>
            <a:ext cx="557069" cy="289245"/>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defTabSz="977412" fontAlgn="base">
              <a:lnSpc>
                <a:spcPct val="90000"/>
              </a:lnSpc>
              <a:spcBef>
                <a:spcPct val="0"/>
              </a:spcBef>
              <a:spcAft>
                <a:spcPct val="35000"/>
              </a:spcAft>
            </a:pPr>
            <a:r>
              <a:rPr lang="en-US" altLang="zh-CN" sz="1200" kern="0" dirty="0">
                <a:solidFill>
                  <a:srgbClr val="000000"/>
                </a:solidFill>
                <a:cs typeface="Arial" charset="0"/>
                <a:sym typeface="+mn-lt"/>
              </a:rPr>
              <a:t>SND</a:t>
            </a:r>
            <a:endParaRPr lang="zh-CN" altLang="en-US" sz="1200" kern="0" dirty="0">
              <a:solidFill>
                <a:srgbClr val="000000"/>
              </a:solidFill>
              <a:cs typeface="Arial" charset="0"/>
              <a:sym typeface="+mn-lt"/>
            </a:endParaRPr>
          </a:p>
        </p:txBody>
      </p:sp>
      <p:sp>
        <p:nvSpPr>
          <p:cNvPr id="75" name="矩形 74">
            <a:extLst>
              <a:ext uri="{FF2B5EF4-FFF2-40B4-BE49-F238E27FC236}">
                <a16:creationId xmlns:a16="http://schemas.microsoft.com/office/drawing/2014/main" id="{01868560-7C19-4185-AA19-BB1C123D2FD2}"/>
              </a:ext>
            </a:extLst>
          </p:cNvPr>
          <p:cNvSpPr/>
          <p:nvPr/>
        </p:nvSpPr>
        <p:spPr bwMode="gray">
          <a:xfrm>
            <a:off x="3604482" y="2179155"/>
            <a:ext cx="2049406" cy="294884"/>
          </a:xfrm>
          <a:prstGeom prst="rect">
            <a:avLst/>
          </a:prstGeom>
          <a:solidFill>
            <a:srgbClr val="56C4D2"/>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F3FBFE"/>
                </a:solidFill>
                <a:effectLst/>
                <a:uLnTx/>
                <a:uFillTx/>
                <a:cs typeface="Microsoft YaHei" charset="-122"/>
              </a:rPr>
              <a:t>NBI</a:t>
            </a:r>
          </a:p>
        </p:txBody>
      </p:sp>
      <p:sp>
        <p:nvSpPr>
          <p:cNvPr id="76" name="TextBox 197">
            <a:extLst>
              <a:ext uri="{FF2B5EF4-FFF2-40B4-BE49-F238E27FC236}">
                <a16:creationId xmlns:a16="http://schemas.microsoft.com/office/drawing/2014/main" id="{43A38209-1EE8-4D89-A701-A3C3D71F7528}"/>
              </a:ext>
            </a:extLst>
          </p:cNvPr>
          <p:cNvSpPr txBox="1"/>
          <p:nvPr/>
        </p:nvSpPr>
        <p:spPr bwMode="gray">
          <a:xfrm>
            <a:off x="1035733" y="1740935"/>
            <a:ext cx="2090738" cy="307698"/>
          </a:xfrm>
          <a:prstGeom prst="rect">
            <a:avLst/>
          </a:prstGeom>
          <a:noFill/>
        </p:spPr>
        <p:txBody>
          <a:bodyPr wrap="square" lIns="91365" tIns="45681" rIns="91365" bIns="45681" rtlCol="0">
            <a:spAutoFit/>
          </a:bodyPr>
          <a:lstStyle>
            <a:defPPr>
              <a:defRPr lang="en-US"/>
            </a:defPPr>
            <a:lvl1pPr defTabSz="1624029" fontAlgn="base">
              <a:spcBef>
                <a:spcPct val="0"/>
              </a:spcBef>
              <a:spcAft>
                <a:spcPct val="0"/>
              </a:spcAft>
              <a:defRPr sz="1200" b="1">
                <a:solidFill>
                  <a:schemeClr val="tx1">
                    <a:lumMod val="50000"/>
                    <a:lumOff val="50000"/>
                  </a:schemeClr>
                </a:solidFill>
                <a:cs typeface="Calibri" pitchFamily="34" charset="0"/>
              </a:defRPr>
            </a:lvl1pPr>
            <a:lvl2pPr marL="609636" defTabSz="1219272">
              <a:defRPr sz="2400"/>
            </a:lvl2pPr>
            <a:lvl3pPr marL="1219272" defTabSz="1219272">
              <a:defRPr sz="2400"/>
            </a:lvl3pPr>
            <a:lvl4pPr marL="1828908" defTabSz="1219272">
              <a:defRPr sz="2400"/>
            </a:lvl4pPr>
            <a:lvl5pPr marL="2438545" defTabSz="1219272">
              <a:defRPr sz="2400"/>
            </a:lvl5pPr>
            <a:lvl6pPr marL="3048180" defTabSz="1219272">
              <a:defRPr sz="2400"/>
            </a:lvl6pPr>
            <a:lvl7pPr marL="3657816" defTabSz="1219272">
              <a:defRPr sz="2400"/>
            </a:lvl7pPr>
            <a:lvl8pPr marL="4267452" defTabSz="1219272">
              <a:defRPr sz="2400"/>
            </a:lvl8pPr>
            <a:lvl9pPr marL="4877087" defTabSz="1219272">
              <a:defRPr sz="2400"/>
            </a:lvl9pPr>
          </a:lstStyle>
          <a:p>
            <a:r>
              <a:rPr lang="en-US" altLang="zh-CN" sz="1400">
                <a:solidFill>
                  <a:prstClr val="black"/>
                </a:solidFill>
                <a:cs typeface="Arial" charset="0"/>
              </a:rPr>
              <a:t>iMaster NCE</a:t>
            </a:r>
            <a:endParaRPr lang="en-US" altLang="zh-CN" sz="1400" dirty="0">
              <a:solidFill>
                <a:prstClr val="black"/>
              </a:solidFill>
              <a:cs typeface="Arial" charset="0"/>
            </a:endParaRPr>
          </a:p>
        </p:txBody>
      </p:sp>
      <p:sp>
        <p:nvSpPr>
          <p:cNvPr id="77" name="圆角矩形 72">
            <a:extLst>
              <a:ext uri="{FF2B5EF4-FFF2-40B4-BE49-F238E27FC236}">
                <a16:creationId xmlns:a16="http://schemas.microsoft.com/office/drawing/2014/main" id="{C2F74FA7-E76B-47E4-9C47-96D8A1CEE6C8}"/>
              </a:ext>
            </a:extLst>
          </p:cNvPr>
          <p:cNvSpPr/>
          <p:nvPr/>
        </p:nvSpPr>
        <p:spPr bwMode="gray">
          <a:xfrm>
            <a:off x="1804258" y="3816158"/>
            <a:ext cx="1185794" cy="311516"/>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sym typeface="+mn-lt"/>
              </a:rPr>
              <a:t>设备管理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sym typeface="+mn-lt"/>
            </a:endParaRPr>
          </a:p>
        </p:txBody>
      </p:sp>
      <p:sp>
        <p:nvSpPr>
          <p:cNvPr id="78" name="矩形 77">
            <a:extLst>
              <a:ext uri="{FF2B5EF4-FFF2-40B4-BE49-F238E27FC236}">
                <a16:creationId xmlns:a16="http://schemas.microsoft.com/office/drawing/2014/main" id="{EEA79349-624F-4063-AC97-D3A6DA0C5EB4}"/>
              </a:ext>
            </a:extLst>
          </p:cNvPr>
          <p:cNvSpPr/>
          <p:nvPr/>
        </p:nvSpPr>
        <p:spPr bwMode="gray">
          <a:xfrm>
            <a:off x="3937187" y="3319354"/>
            <a:ext cx="584740" cy="292684"/>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Microsoft YaHei" charset="-122"/>
              </a:rPr>
              <a:t>…</a:t>
            </a:r>
          </a:p>
        </p:txBody>
      </p:sp>
      <p:sp>
        <p:nvSpPr>
          <p:cNvPr id="79" name="圆角矩形 94">
            <a:extLst>
              <a:ext uri="{FF2B5EF4-FFF2-40B4-BE49-F238E27FC236}">
                <a16:creationId xmlns:a16="http://schemas.microsoft.com/office/drawing/2014/main" id="{C1D9BAC4-484F-46FA-BF06-F6EEE1B45761}"/>
              </a:ext>
            </a:extLst>
          </p:cNvPr>
          <p:cNvSpPr/>
          <p:nvPr/>
        </p:nvSpPr>
        <p:spPr bwMode="gray">
          <a:xfrm>
            <a:off x="3340465" y="3810958"/>
            <a:ext cx="1181460" cy="318918"/>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sym typeface="+mn-lt"/>
              </a:rPr>
              <a:t>设备组</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sym typeface="+mn-lt"/>
            </a:endParaRPr>
          </a:p>
        </p:txBody>
      </p:sp>
      <p:sp>
        <p:nvSpPr>
          <p:cNvPr id="80" name="矩形 79">
            <a:extLst>
              <a:ext uri="{FF2B5EF4-FFF2-40B4-BE49-F238E27FC236}">
                <a16:creationId xmlns:a16="http://schemas.microsoft.com/office/drawing/2014/main" id="{9E223797-3BAD-4370-BABF-E108B7D00079}"/>
              </a:ext>
            </a:extLst>
          </p:cNvPr>
          <p:cNvSpPr/>
          <p:nvPr/>
        </p:nvSpPr>
        <p:spPr bwMode="gray">
          <a:xfrm>
            <a:off x="1063981" y="2730948"/>
            <a:ext cx="3560671" cy="430374"/>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81" name="矩形 80">
            <a:extLst>
              <a:ext uri="{FF2B5EF4-FFF2-40B4-BE49-F238E27FC236}">
                <a16:creationId xmlns:a16="http://schemas.microsoft.com/office/drawing/2014/main" id="{7D007AAF-EBBC-4779-A0E3-A840CE85733B}"/>
              </a:ext>
            </a:extLst>
          </p:cNvPr>
          <p:cNvSpPr/>
          <p:nvPr/>
        </p:nvSpPr>
        <p:spPr bwMode="gray">
          <a:xfrm>
            <a:off x="1804258" y="2793646"/>
            <a:ext cx="1322214" cy="295970"/>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软件包管理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82" name="矩形 81">
            <a:extLst>
              <a:ext uri="{FF2B5EF4-FFF2-40B4-BE49-F238E27FC236}">
                <a16:creationId xmlns:a16="http://schemas.microsoft.com/office/drawing/2014/main" id="{346A44E4-3B00-4A8B-AB9B-94DFB5A723DE}"/>
              </a:ext>
            </a:extLst>
          </p:cNvPr>
          <p:cNvSpPr/>
          <p:nvPr/>
        </p:nvSpPr>
        <p:spPr bwMode="gray">
          <a:xfrm>
            <a:off x="3215258" y="2802199"/>
            <a:ext cx="1306669" cy="29243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公钥管理</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83" name="矩形 82">
            <a:extLst>
              <a:ext uri="{FF2B5EF4-FFF2-40B4-BE49-F238E27FC236}">
                <a16:creationId xmlns:a16="http://schemas.microsoft.com/office/drawing/2014/main" id="{D719E893-D215-49D8-9885-702F1157F206}"/>
              </a:ext>
            </a:extLst>
          </p:cNvPr>
          <p:cNvSpPr/>
          <p:nvPr/>
        </p:nvSpPr>
        <p:spPr bwMode="gray">
          <a:xfrm>
            <a:off x="1078648" y="4843804"/>
            <a:ext cx="553863" cy="28950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defTabSz="977412" fontAlgn="base">
              <a:lnSpc>
                <a:spcPct val="90000"/>
              </a:lnSpc>
              <a:spcBef>
                <a:spcPct val="0"/>
              </a:spcBef>
              <a:spcAft>
                <a:spcPct val="35000"/>
              </a:spcAft>
            </a:pPr>
            <a:r>
              <a:rPr lang="zh-CN" altLang="en-US" sz="1200" kern="0" dirty="0">
                <a:solidFill>
                  <a:srgbClr val="000000"/>
                </a:solidFill>
                <a:cs typeface="Microsoft YaHei" charset="-122"/>
                <a:sym typeface="+mn-lt"/>
              </a:rPr>
              <a:t>协议</a:t>
            </a:r>
          </a:p>
        </p:txBody>
      </p:sp>
      <p:sp>
        <p:nvSpPr>
          <p:cNvPr id="84" name="矩形 83">
            <a:extLst>
              <a:ext uri="{FF2B5EF4-FFF2-40B4-BE49-F238E27FC236}">
                <a16:creationId xmlns:a16="http://schemas.microsoft.com/office/drawing/2014/main" id="{51955A4B-902B-4C36-A525-4A44EE33D5B8}"/>
              </a:ext>
            </a:extLst>
          </p:cNvPr>
          <p:cNvSpPr/>
          <p:nvPr/>
        </p:nvSpPr>
        <p:spPr bwMode="gray">
          <a:xfrm>
            <a:off x="4786734" y="2737180"/>
            <a:ext cx="961818" cy="2443337"/>
          </a:xfrm>
          <a:prstGeom prst="rect">
            <a:avLst/>
          </a:prstGeom>
          <a:solidFill>
            <a:srgbClr val="FFFFFF"/>
          </a:solidFill>
          <a:ln w="12700" cap="flat" cmpd="sng" algn="ctr">
            <a:noFill/>
            <a:prstDash val="solid"/>
          </a:ln>
        </p:spPr>
        <p:txBody>
          <a:bodyPr lIns="91365" tIns="45681" rIns="91365" bIns="45681" rtlCol="0" anchor="ctr"/>
          <a:lstStyle/>
          <a:p>
            <a:pPr algn="ctr" defTabSz="1218175">
              <a:spcBef>
                <a:spcPct val="0"/>
              </a:spcBef>
              <a:spcAft>
                <a:spcPct val="0"/>
              </a:spcAft>
              <a:defRPr/>
            </a:pPr>
            <a:endParaRPr lang="zh-CN" altLang="en-US" sz="1200" b="1" kern="0">
              <a:solidFill>
                <a:prstClr val="black"/>
              </a:solidFill>
              <a:cs typeface="Calibri" pitchFamily="34" charset="0"/>
            </a:endParaRPr>
          </a:p>
        </p:txBody>
      </p:sp>
      <p:sp>
        <p:nvSpPr>
          <p:cNvPr id="85" name="矩形 84">
            <a:extLst>
              <a:ext uri="{FF2B5EF4-FFF2-40B4-BE49-F238E27FC236}">
                <a16:creationId xmlns:a16="http://schemas.microsoft.com/office/drawing/2014/main" id="{D2A278DC-475E-4C2E-A705-B9741B08EBE6}"/>
              </a:ext>
            </a:extLst>
          </p:cNvPr>
          <p:cNvSpPr/>
          <p:nvPr/>
        </p:nvSpPr>
        <p:spPr bwMode="gray">
          <a:xfrm>
            <a:off x="4836825" y="2818943"/>
            <a:ext cx="861639" cy="30771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a:spcBef>
                <a:spcPct val="0"/>
              </a:spcBef>
              <a:spcAft>
                <a:spcPct val="0"/>
              </a:spcAft>
              <a:defRPr/>
            </a:pPr>
            <a:r>
              <a:rPr lang="zh-CN" altLang="en-US" sz="1200" b="1" kern="0" dirty="0">
                <a:solidFill>
                  <a:srgbClr val="000000"/>
                </a:solidFill>
                <a:cs typeface="Calibri" pitchFamily="34" charset="0"/>
              </a:rPr>
              <a:t>系统配置</a:t>
            </a:r>
            <a:endParaRPr lang="en-US" altLang="zh-CN" sz="1200" b="1" kern="0" dirty="0">
              <a:solidFill>
                <a:srgbClr val="000000"/>
              </a:solidFill>
              <a:cs typeface="Calibri" pitchFamily="34" charset="0"/>
            </a:endParaRPr>
          </a:p>
        </p:txBody>
      </p:sp>
      <p:sp>
        <p:nvSpPr>
          <p:cNvPr id="86" name="矩形 85">
            <a:extLst>
              <a:ext uri="{FF2B5EF4-FFF2-40B4-BE49-F238E27FC236}">
                <a16:creationId xmlns:a16="http://schemas.microsoft.com/office/drawing/2014/main" id="{20CDAE2D-DEB5-4A37-A6EA-21019BD4FDF0}"/>
              </a:ext>
            </a:extLst>
          </p:cNvPr>
          <p:cNvSpPr/>
          <p:nvPr/>
        </p:nvSpPr>
        <p:spPr bwMode="gray">
          <a:xfrm>
            <a:off x="1039951" y="2793646"/>
            <a:ext cx="861639" cy="307712"/>
          </a:xfrm>
          <a:prstGeom prst="rect">
            <a:avLst/>
          </a:prstGeom>
        </p:spPr>
        <p:txBody>
          <a:bodyPr wrap="none" lIns="121853" tIns="60928" rIns="121853" bIns="60928">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a:spcBef>
                <a:spcPct val="0"/>
              </a:spcBef>
              <a:spcAft>
                <a:spcPct val="0"/>
              </a:spcAft>
              <a:defRPr/>
            </a:pPr>
            <a:r>
              <a:rPr lang="zh-CN" altLang="en-US" sz="1200" b="1" kern="0" dirty="0">
                <a:solidFill>
                  <a:srgbClr val="000000"/>
                </a:solidFill>
                <a:cs typeface="Microsoft YaHei" charset="-122"/>
              </a:rPr>
              <a:t>工程管理</a:t>
            </a:r>
            <a:endParaRPr lang="en-US" altLang="zh-CN" sz="1200" b="1" kern="0" dirty="0">
              <a:solidFill>
                <a:srgbClr val="000000"/>
              </a:solidFill>
              <a:cs typeface="Microsoft YaHei" charset="-122"/>
            </a:endParaRPr>
          </a:p>
        </p:txBody>
      </p:sp>
      <p:sp>
        <p:nvSpPr>
          <p:cNvPr id="87" name="矩形 86">
            <a:extLst>
              <a:ext uri="{FF2B5EF4-FFF2-40B4-BE49-F238E27FC236}">
                <a16:creationId xmlns:a16="http://schemas.microsoft.com/office/drawing/2014/main" id="{B1023481-3EB8-41B1-8A3A-D834249DD446}"/>
              </a:ext>
            </a:extLst>
          </p:cNvPr>
          <p:cNvSpPr/>
          <p:nvPr/>
        </p:nvSpPr>
        <p:spPr bwMode="gray">
          <a:xfrm>
            <a:off x="4917045" y="3301385"/>
            <a:ext cx="720478" cy="32649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业务模板</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88" name="矩形 87">
            <a:extLst>
              <a:ext uri="{FF2B5EF4-FFF2-40B4-BE49-F238E27FC236}">
                <a16:creationId xmlns:a16="http://schemas.microsoft.com/office/drawing/2014/main" id="{B20B643A-A838-4511-9966-D2388E5EB028}"/>
              </a:ext>
            </a:extLst>
          </p:cNvPr>
          <p:cNvSpPr/>
          <p:nvPr/>
        </p:nvSpPr>
        <p:spPr bwMode="gray">
          <a:xfrm>
            <a:off x="4917045" y="4734699"/>
            <a:ext cx="720478" cy="32649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协议参数</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89" name="矩形 88">
            <a:extLst>
              <a:ext uri="{FF2B5EF4-FFF2-40B4-BE49-F238E27FC236}">
                <a16:creationId xmlns:a16="http://schemas.microsoft.com/office/drawing/2014/main" id="{983C734C-79E6-4D52-8DAE-5D71B566EE6D}"/>
              </a:ext>
            </a:extLst>
          </p:cNvPr>
          <p:cNvSpPr/>
          <p:nvPr/>
        </p:nvSpPr>
        <p:spPr bwMode="gray">
          <a:xfrm>
            <a:off x="4917045" y="3785705"/>
            <a:ext cx="720478" cy="32649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sysClr val="windowText" lastClr="000000"/>
                </a:solidFill>
                <a:effectLst/>
                <a:uLnTx/>
                <a:uFillTx/>
                <a:cs typeface="Microsoft YaHei" charset="-122"/>
              </a:rPr>
              <a:t>网元模板</a:t>
            </a:r>
            <a:endParaRPr kumimoji="0" lang="en-US" altLang="zh-CN" sz="1200" b="0" i="0" u="none" strike="noStrike" kern="0" cap="none" spc="0" normalizeH="0" baseline="0" noProof="0" dirty="0">
              <a:ln>
                <a:noFill/>
              </a:ln>
              <a:solidFill>
                <a:sysClr val="windowText" lastClr="000000"/>
              </a:solidFill>
              <a:effectLst/>
              <a:uLnTx/>
              <a:uFillTx/>
              <a:cs typeface="Microsoft YaHei" charset="-122"/>
            </a:endParaRPr>
          </a:p>
        </p:txBody>
      </p:sp>
      <p:sp>
        <p:nvSpPr>
          <p:cNvPr id="90" name="矩形 89">
            <a:extLst>
              <a:ext uri="{FF2B5EF4-FFF2-40B4-BE49-F238E27FC236}">
                <a16:creationId xmlns:a16="http://schemas.microsoft.com/office/drawing/2014/main" id="{40787C25-FADE-4BC6-93CA-54EEB2C768DC}"/>
              </a:ext>
            </a:extLst>
          </p:cNvPr>
          <p:cNvSpPr/>
          <p:nvPr/>
        </p:nvSpPr>
        <p:spPr bwMode="gray">
          <a:xfrm>
            <a:off x="1146003" y="2179155"/>
            <a:ext cx="2285303" cy="295249"/>
          </a:xfrm>
          <a:prstGeom prst="rect">
            <a:avLst/>
          </a:prstGeom>
          <a:solidFill>
            <a:srgbClr val="56C4D2"/>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a:ln>
                  <a:noFill/>
                </a:ln>
                <a:solidFill>
                  <a:srgbClr val="F3FBFE"/>
                </a:solidFill>
                <a:effectLst/>
                <a:uLnTx/>
                <a:uFillTx/>
                <a:cs typeface="Microsoft YaHei" charset="-122"/>
              </a:rPr>
              <a:t>GUI</a:t>
            </a:r>
          </a:p>
        </p:txBody>
      </p:sp>
      <p:sp>
        <p:nvSpPr>
          <p:cNvPr id="91" name="圆角矩形 75">
            <a:extLst>
              <a:ext uri="{FF2B5EF4-FFF2-40B4-BE49-F238E27FC236}">
                <a16:creationId xmlns:a16="http://schemas.microsoft.com/office/drawing/2014/main" id="{9912FE19-76B7-4085-BFAB-EB65D033094A}"/>
              </a:ext>
            </a:extLst>
          </p:cNvPr>
          <p:cNvSpPr/>
          <p:nvPr/>
        </p:nvSpPr>
        <p:spPr bwMode="gray">
          <a:xfrm>
            <a:off x="1788719" y="4820724"/>
            <a:ext cx="1096448" cy="30706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cs typeface="Arial" charset="0"/>
                <a:sym typeface="+mn-lt"/>
              </a:rPr>
              <a:t>NETCONF</a:t>
            </a:r>
            <a:endParaRPr kumimoji="0" lang="zh-CN" altLang="en-US" sz="1200" b="0" i="0" u="none" strike="noStrike" kern="0" cap="none" spc="0" normalizeH="0" baseline="0" noProof="0" dirty="0">
              <a:ln>
                <a:noFill/>
              </a:ln>
              <a:solidFill>
                <a:sysClr val="windowText" lastClr="000000"/>
              </a:solidFill>
              <a:effectLst/>
              <a:uLnTx/>
              <a:uFillTx/>
              <a:cs typeface="Arial" charset="0"/>
              <a:sym typeface="+mn-lt"/>
            </a:endParaRPr>
          </a:p>
        </p:txBody>
      </p:sp>
      <p:sp>
        <p:nvSpPr>
          <p:cNvPr id="92" name="圆角矩形 38">
            <a:extLst>
              <a:ext uri="{FF2B5EF4-FFF2-40B4-BE49-F238E27FC236}">
                <a16:creationId xmlns:a16="http://schemas.microsoft.com/office/drawing/2014/main" id="{6223C29B-D03C-4A47-A890-8C1F4A8FC6A1}"/>
              </a:ext>
            </a:extLst>
          </p:cNvPr>
          <p:cNvSpPr/>
          <p:nvPr/>
        </p:nvSpPr>
        <p:spPr bwMode="gray">
          <a:xfrm>
            <a:off x="3222540" y="4820724"/>
            <a:ext cx="988489" cy="307062"/>
          </a:xfrm>
          <a:prstGeom prst="rect">
            <a:avLst/>
          </a:prstGeom>
          <a:solidFill>
            <a:srgbClr val="F3FBFE">
              <a:lumMod val="85000"/>
            </a:srgbClr>
          </a:solidFill>
          <a:ln w="6350" cap="flat" cmpd="sng" algn="ctr">
            <a:noFill/>
            <a:prstDash val="solid"/>
          </a:ln>
        </p:spPr>
        <p:txBody>
          <a:bodyPr lIns="35973" tIns="45694" rIns="0" bIns="45694" rtlCol="0" anchor="ctr"/>
          <a:lstStyle/>
          <a:p>
            <a:pPr marL="0" marR="0" lvl="0" indent="0" algn="ctr" defTabSz="913830" eaLnBrk="0" fontAlgn="auto"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err="1">
                <a:ln>
                  <a:noFill/>
                </a:ln>
                <a:solidFill>
                  <a:sysClr val="windowText" lastClr="000000"/>
                </a:solidFill>
                <a:effectLst/>
                <a:uLnTx/>
                <a:uFillTx/>
                <a:cs typeface="Arial" charset="0"/>
                <a:sym typeface="+mn-lt"/>
              </a:rPr>
              <a:t>STelnet</a:t>
            </a:r>
            <a:endParaRPr kumimoji="0" lang="zh-CN" altLang="en-US" sz="1200" b="0" i="0" u="none" strike="noStrike" kern="0" cap="none" spc="0" normalizeH="0" baseline="0" noProof="0" dirty="0">
              <a:ln>
                <a:noFill/>
              </a:ln>
              <a:solidFill>
                <a:sysClr val="windowText" lastClr="000000"/>
              </a:solidFill>
              <a:effectLst/>
              <a:uLnTx/>
              <a:uFillTx/>
              <a:cs typeface="Arial" charset="0"/>
              <a:sym typeface="+mn-lt"/>
            </a:endParaRPr>
          </a:p>
        </p:txBody>
      </p:sp>
      <p:sp>
        <p:nvSpPr>
          <p:cNvPr id="93" name="任意多边形 202">
            <a:extLst>
              <a:ext uri="{FF2B5EF4-FFF2-40B4-BE49-F238E27FC236}">
                <a16:creationId xmlns:a16="http://schemas.microsoft.com/office/drawing/2014/main" id="{BBAB1636-3581-47C0-8607-5037DF7A8315}"/>
              </a:ext>
            </a:extLst>
          </p:cNvPr>
          <p:cNvSpPr/>
          <p:nvPr/>
        </p:nvSpPr>
        <p:spPr bwMode="gray">
          <a:xfrm>
            <a:off x="1886806" y="2256212"/>
            <a:ext cx="1512653" cy="3132534"/>
          </a:xfrm>
          <a:custGeom>
            <a:avLst/>
            <a:gdLst>
              <a:gd name="connsiteX0" fmla="*/ 0 w 1564413"/>
              <a:gd name="connsiteY0" fmla="*/ 0 h 3462292"/>
              <a:gd name="connsiteX1" fmla="*/ 168675 w 1564413"/>
              <a:gd name="connsiteY1" fmla="*/ 710214 h 3462292"/>
              <a:gd name="connsiteX2" fmla="*/ 577048 w 1564413"/>
              <a:gd name="connsiteY2" fmla="*/ 1127464 h 3462292"/>
              <a:gd name="connsiteX3" fmla="*/ 1544714 w 1564413"/>
              <a:gd name="connsiteY3" fmla="*/ 1384917 h 3462292"/>
              <a:gd name="connsiteX4" fmla="*/ 1198485 w 1564413"/>
              <a:gd name="connsiteY4" fmla="*/ 2024109 h 3462292"/>
              <a:gd name="connsiteX5" fmla="*/ 843378 w 1564413"/>
              <a:gd name="connsiteY5" fmla="*/ 2530136 h 3462292"/>
              <a:gd name="connsiteX6" fmla="*/ 1118586 w 1564413"/>
              <a:gd name="connsiteY6" fmla="*/ 3462292 h 3462292"/>
              <a:gd name="connsiteX0" fmla="*/ 0 w 1564413"/>
              <a:gd name="connsiteY0" fmla="*/ 0 h 3462292"/>
              <a:gd name="connsiteX1" fmla="*/ 168675 w 1564413"/>
              <a:gd name="connsiteY1" fmla="*/ 710214 h 3462292"/>
              <a:gd name="connsiteX2" fmla="*/ 577048 w 1564413"/>
              <a:gd name="connsiteY2" fmla="*/ 1127464 h 3462292"/>
              <a:gd name="connsiteX3" fmla="*/ 1544714 w 1564413"/>
              <a:gd name="connsiteY3" fmla="*/ 1384917 h 3462292"/>
              <a:gd name="connsiteX4" fmla="*/ 1198485 w 1564413"/>
              <a:gd name="connsiteY4" fmla="*/ 2024109 h 3462292"/>
              <a:gd name="connsiteX5" fmla="*/ 843378 w 1564413"/>
              <a:gd name="connsiteY5" fmla="*/ 2689222 h 3462292"/>
              <a:gd name="connsiteX6" fmla="*/ 1118586 w 1564413"/>
              <a:gd name="connsiteY6" fmla="*/ 3462292 h 3462292"/>
              <a:gd name="connsiteX0" fmla="*/ 0 w 1576903"/>
              <a:gd name="connsiteY0" fmla="*/ 0 h 3462292"/>
              <a:gd name="connsiteX1" fmla="*/ 168675 w 1576903"/>
              <a:gd name="connsiteY1" fmla="*/ 710214 h 3462292"/>
              <a:gd name="connsiteX2" fmla="*/ 577048 w 1576903"/>
              <a:gd name="connsiteY2" fmla="*/ 1127464 h 3462292"/>
              <a:gd name="connsiteX3" fmla="*/ 1544714 w 1576903"/>
              <a:gd name="connsiteY3" fmla="*/ 1384917 h 3462292"/>
              <a:gd name="connsiteX4" fmla="*/ 1300085 w 1576903"/>
              <a:gd name="connsiteY4" fmla="*/ 2014750 h 3462292"/>
              <a:gd name="connsiteX5" fmla="*/ 843378 w 1576903"/>
              <a:gd name="connsiteY5" fmla="*/ 2689222 h 3462292"/>
              <a:gd name="connsiteX6" fmla="*/ 1118586 w 1576903"/>
              <a:gd name="connsiteY6" fmla="*/ 3462292 h 3462292"/>
              <a:gd name="connsiteX0" fmla="*/ 0 w 1546809"/>
              <a:gd name="connsiteY0" fmla="*/ 0 h 3462292"/>
              <a:gd name="connsiteX1" fmla="*/ 168675 w 1546809"/>
              <a:gd name="connsiteY1" fmla="*/ 710214 h 3462292"/>
              <a:gd name="connsiteX2" fmla="*/ 577048 w 1546809"/>
              <a:gd name="connsiteY2" fmla="*/ 1127464 h 3462292"/>
              <a:gd name="connsiteX3" fmla="*/ 1544714 w 1546809"/>
              <a:gd name="connsiteY3" fmla="*/ 1384917 h 3462292"/>
              <a:gd name="connsiteX4" fmla="*/ 843378 w 1546809"/>
              <a:gd name="connsiteY4" fmla="*/ 2689222 h 3462292"/>
              <a:gd name="connsiteX5" fmla="*/ 1118586 w 1546809"/>
              <a:gd name="connsiteY5" fmla="*/ 3462292 h 3462292"/>
              <a:gd name="connsiteX0" fmla="*/ 0 w 1546809"/>
              <a:gd name="connsiteY0" fmla="*/ 0 h 3462292"/>
              <a:gd name="connsiteX1" fmla="*/ 168675 w 1546809"/>
              <a:gd name="connsiteY1" fmla="*/ 710214 h 3462292"/>
              <a:gd name="connsiteX2" fmla="*/ 577048 w 1546809"/>
              <a:gd name="connsiteY2" fmla="*/ 1127464 h 3462292"/>
              <a:gd name="connsiteX3" fmla="*/ 1544714 w 1546809"/>
              <a:gd name="connsiteY3" fmla="*/ 1384917 h 3462292"/>
              <a:gd name="connsiteX4" fmla="*/ 843378 w 1546809"/>
              <a:gd name="connsiteY4" fmla="*/ 2745369 h 3462292"/>
              <a:gd name="connsiteX5" fmla="*/ 1118586 w 1546809"/>
              <a:gd name="connsiteY5" fmla="*/ 3462292 h 3462292"/>
              <a:gd name="connsiteX0" fmla="*/ 0 w 1546809"/>
              <a:gd name="connsiteY0" fmla="*/ 0 h 3462292"/>
              <a:gd name="connsiteX1" fmla="*/ 168675 w 1546809"/>
              <a:gd name="connsiteY1" fmla="*/ 710214 h 3462292"/>
              <a:gd name="connsiteX2" fmla="*/ 577048 w 1546809"/>
              <a:gd name="connsiteY2" fmla="*/ 1127464 h 3462292"/>
              <a:gd name="connsiteX3" fmla="*/ 1544714 w 1546809"/>
              <a:gd name="connsiteY3" fmla="*/ 1384917 h 3462292"/>
              <a:gd name="connsiteX4" fmla="*/ 843378 w 1546809"/>
              <a:gd name="connsiteY4" fmla="*/ 2745369 h 3462292"/>
              <a:gd name="connsiteX5" fmla="*/ 1118586 w 1546809"/>
              <a:gd name="connsiteY5" fmla="*/ 3462292 h 3462292"/>
              <a:gd name="connsiteX0" fmla="*/ 0 w 1546652"/>
              <a:gd name="connsiteY0" fmla="*/ 0 h 3462292"/>
              <a:gd name="connsiteX1" fmla="*/ 168675 w 1546652"/>
              <a:gd name="connsiteY1" fmla="*/ 710214 h 3462292"/>
              <a:gd name="connsiteX2" fmla="*/ 577048 w 1546652"/>
              <a:gd name="connsiteY2" fmla="*/ 1127464 h 3462292"/>
              <a:gd name="connsiteX3" fmla="*/ 1544714 w 1546652"/>
              <a:gd name="connsiteY3" fmla="*/ 1384917 h 3462292"/>
              <a:gd name="connsiteX4" fmla="*/ 843378 w 1546652"/>
              <a:gd name="connsiteY4" fmla="*/ 2745369 h 3462292"/>
              <a:gd name="connsiteX5" fmla="*/ 1118586 w 1546652"/>
              <a:gd name="connsiteY5" fmla="*/ 3462292 h 3462292"/>
              <a:gd name="connsiteX0" fmla="*/ 0 w 1546652"/>
              <a:gd name="connsiteY0" fmla="*/ 0 h 3462292"/>
              <a:gd name="connsiteX1" fmla="*/ 168675 w 1546652"/>
              <a:gd name="connsiteY1" fmla="*/ 710214 h 3462292"/>
              <a:gd name="connsiteX2" fmla="*/ 577048 w 1546652"/>
              <a:gd name="connsiteY2" fmla="*/ 1127464 h 3462292"/>
              <a:gd name="connsiteX3" fmla="*/ 1544714 w 1546652"/>
              <a:gd name="connsiteY3" fmla="*/ 1384917 h 3462292"/>
              <a:gd name="connsiteX4" fmla="*/ 843378 w 1546652"/>
              <a:gd name="connsiteY4" fmla="*/ 2745369 h 3462292"/>
              <a:gd name="connsiteX5" fmla="*/ 1118586 w 1546652"/>
              <a:gd name="connsiteY5" fmla="*/ 3462292 h 3462292"/>
              <a:gd name="connsiteX0" fmla="*/ 0 w 1538364"/>
              <a:gd name="connsiteY0" fmla="*/ 0 h 3462292"/>
              <a:gd name="connsiteX1" fmla="*/ 168675 w 1538364"/>
              <a:gd name="connsiteY1" fmla="*/ 710214 h 3462292"/>
              <a:gd name="connsiteX2" fmla="*/ 577048 w 1538364"/>
              <a:gd name="connsiteY2" fmla="*/ 1127464 h 3462292"/>
              <a:gd name="connsiteX3" fmla="*/ 1536248 w 1538364"/>
              <a:gd name="connsiteY3" fmla="*/ 1515928 h 3462292"/>
              <a:gd name="connsiteX4" fmla="*/ 843378 w 1538364"/>
              <a:gd name="connsiteY4" fmla="*/ 2745369 h 3462292"/>
              <a:gd name="connsiteX5" fmla="*/ 1118586 w 1538364"/>
              <a:gd name="connsiteY5" fmla="*/ 3462292 h 3462292"/>
              <a:gd name="connsiteX0" fmla="*/ 0 w 1544918"/>
              <a:gd name="connsiteY0" fmla="*/ 0 h 3462292"/>
              <a:gd name="connsiteX1" fmla="*/ 168675 w 1544918"/>
              <a:gd name="connsiteY1" fmla="*/ 710214 h 3462292"/>
              <a:gd name="connsiteX2" fmla="*/ 577048 w 1544918"/>
              <a:gd name="connsiteY2" fmla="*/ 1127464 h 3462292"/>
              <a:gd name="connsiteX3" fmla="*/ 1536248 w 1544918"/>
              <a:gd name="connsiteY3" fmla="*/ 1515928 h 3462292"/>
              <a:gd name="connsiteX4" fmla="*/ 843378 w 1544918"/>
              <a:gd name="connsiteY4" fmla="*/ 2745369 h 3462292"/>
              <a:gd name="connsiteX5" fmla="*/ 1118586 w 1544918"/>
              <a:gd name="connsiteY5" fmla="*/ 3462292 h 3462292"/>
              <a:gd name="connsiteX0" fmla="*/ 0 w 1519759"/>
              <a:gd name="connsiteY0" fmla="*/ 0 h 3462292"/>
              <a:gd name="connsiteX1" fmla="*/ 168675 w 1519759"/>
              <a:gd name="connsiteY1" fmla="*/ 710214 h 3462292"/>
              <a:gd name="connsiteX2" fmla="*/ 577048 w 1519759"/>
              <a:gd name="connsiteY2" fmla="*/ 1127464 h 3462292"/>
              <a:gd name="connsiteX3" fmla="*/ 1510848 w 1519759"/>
              <a:gd name="connsiteY3" fmla="*/ 1637582 h 3462292"/>
              <a:gd name="connsiteX4" fmla="*/ 843378 w 1519759"/>
              <a:gd name="connsiteY4" fmla="*/ 2745369 h 3462292"/>
              <a:gd name="connsiteX5" fmla="*/ 1118586 w 1519759"/>
              <a:gd name="connsiteY5" fmla="*/ 3462292 h 3462292"/>
              <a:gd name="connsiteX0" fmla="*/ 0 w 1514188"/>
              <a:gd name="connsiteY0" fmla="*/ 0 h 3462292"/>
              <a:gd name="connsiteX1" fmla="*/ 168675 w 1514188"/>
              <a:gd name="connsiteY1" fmla="*/ 710214 h 3462292"/>
              <a:gd name="connsiteX2" fmla="*/ 509315 w 1514188"/>
              <a:gd name="connsiteY2" fmla="*/ 1164896 h 3462292"/>
              <a:gd name="connsiteX3" fmla="*/ 1510848 w 1514188"/>
              <a:gd name="connsiteY3" fmla="*/ 1637582 h 3462292"/>
              <a:gd name="connsiteX4" fmla="*/ 843378 w 1514188"/>
              <a:gd name="connsiteY4" fmla="*/ 2745369 h 3462292"/>
              <a:gd name="connsiteX5" fmla="*/ 1118586 w 1514188"/>
              <a:gd name="connsiteY5" fmla="*/ 3462292 h 3462292"/>
              <a:gd name="connsiteX0" fmla="*/ 0 w 1512653"/>
              <a:gd name="connsiteY0" fmla="*/ 0 h 3462292"/>
              <a:gd name="connsiteX1" fmla="*/ 168675 w 1512653"/>
              <a:gd name="connsiteY1" fmla="*/ 710214 h 3462292"/>
              <a:gd name="connsiteX2" fmla="*/ 602448 w 1512653"/>
              <a:gd name="connsiteY2" fmla="*/ 1202327 h 3462292"/>
              <a:gd name="connsiteX3" fmla="*/ 1510848 w 1512653"/>
              <a:gd name="connsiteY3" fmla="*/ 1637582 h 3462292"/>
              <a:gd name="connsiteX4" fmla="*/ 843378 w 1512653"/>
              <a:gd name="connsiteY4" fmla="*/ 2745369 h 3462292"/>
              <a:gd name="connsiteX5" fmla="*/ 1118586 w 1512653"/>
              <a:gd name="connsiteY5" fmla="*/ 3462292 h 3462292"/>
              <a:gd name="connsiteX0" fmla="*/ 0 w 1512653"/>
              <a:gd name="connsiteY0" fmla="*/ 0 h 3462292"/>
              <a:gd name="connsiteX1" fmla="*/ 602448 w 1512653"/>
              <a:gd name="connsiteY1" fmla="*/ 1202327 h 3462292"/>
              <a:gd name="connsiteX2" fmla="*/ 1510848 w 1512653"/>
              <a:gd name="connsiteY2" fmla="*/ 1637582 h 3462292"/>
              <a:gd name="connsiteX3" fmla="*/ 843378 w 1512653"/>
              <a:gd name="connsiteY3" fmla="*/ 2745369 h 3462292"/>
              <a:gd name="connsiteX4" fmla="*/ 1118586 w 1512653"/>
              <a:gd name="connsiteY4" fmla="*/ 3462292 h 3462292"/>
              <a:gd name="connsiteX0" fmla="*/ 0 w 1512653"/>
              <a:gd name="connsiteY0" fmla="*/ 0 h 3462292"/>
              <a:gd name="connsiteX1" fmla="*/ 602448 w 1512653"/>
              <a:gd name="connsiteY1" fmla="*/ 1202327 h 3462292"/>
              <a:gd name="connsiteX2" fmla="*/ 1510848 w 1512653"/>
              <a:gd name="connsiteY2" fmla="*/ 1637582 h 3462292"/>
              <a:gd name="connsiteX3" fmla="*/ 843378 w 1512653"/>
              <a:gd name="connsiteY3" fmla="*/ 2745369 h 3462292"/>
              <a:gd name="connsiteX4" fmla="*/ 1118586 w 1512653"/>
              <a:gd name="connsiteY4" fmla="*/ 3462292 h 3462292"/>
              <a:gd name="connsiteX0" fmla="*/ 0 w 1512653"/>
              <a:gd name="connsiteY0" fmla="*/ 0 h 3462292"/>
              <a:gd name="connsiteX1" fmla="*/ 602448 w 1512653"/>
              <a:gd name="connsiteY1" fmla="*/ 1202327 h 3462292"/>
              <a:gd name="connsiteX2" fmla="*/ 1510848 w 1512653"/>
              <a:gd name="connsiteY2" fmla="*/ 1637582 h 3462292"/>
              <a:gd name="connsiteX3" fmla="*/ 843378 w 1512653"/>
              <a:gd name="connsiteY3" fmla="*/ 2745369 h 3462292"/>
              <a:gd name="connsiteX4" fmla="*/ 1118586 w 1512653"/>
              <a:gd name="connsiteY4" fmla="*/ 3462292 h 3462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2653" h="3462292">
                <a:moveTo>
                  <a:pt x="0" y="0"/>
                </a:moveTo>
                <a:cubicBezTo>
                  <a:pt x="49310" y="390854"/>
                  <a:pt x="223640" y="966829"/>
                  <a:pt x="602448" y="1202327"/>
                </a:cubicBezTo>
                <a:cubicBezTo>
                  <a:pt x="981256" y="1437825"/>
                  <a:pt x="1470693" y="1380408"/>
                  <a:pt x="1510848" y="1637582"/>
                </a:cubicBezTo>
                <a:cubicBezTo>
                  <a:pt x="1551003" y="1894756"/>
                  <a:pt x="908755" y="2441251"/>
                  <a:pt x="843378" y="2745369"/>
                </a:cubicBezTo>
                <a:cubicBezTo>
                  <a:pt x="778001" y="3049487"/>
                  <a:pt x="1118586" y="3462292"/>
                  <a:pt x="1118586" y="3462292"/>
                </a:cubicBezTo>
              </a:path>
            </a:pathLst>
          </a:custGeom>
          <a:noFill/>
          <a:ln w="25400" cap="flat" cmpd="sng" algn="ctr">
            <a:solidFill>
              <a:srgbClr val="40BFC8">
                <a:alpha val="50000"/>
              </a:srgbClr>
            </a:solidFill>
            <a:prstDash val="solid"/>
            <a:roun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cxnSp>
        <p:nvCxnSpPr>
          <p:cNvPr id="94" name="直接连接符 93">
            <a:extLst>
              <a:ext uri="{FF2B5EF4-FFF2-40B4-BE49-F238E27FC236}">
                <a16:creationId xmlns:a16="http://schemas.microsoft.com/office/drawing/2014/main" id="{AD43557C-F25B-47CF-A09C-CDBEA7B5ACED}"/>
              </a:ext>
            </a:extLst>
          </p:cNvPr>
          <p:cNvCxnSpPr>
            <a:cxnSpLocks/>
          </p:cNvCxnSpPr>
          <p:nvPr/>
        </p:nvCxnSpPr>
        <p:spPr bwMode="gray">
          <a:xfrm flipV="1">
            <a:off x="2899235" y="5198500"/>
            <a:ext cx="532071" cy="350511"/>
          </a:xfrm>
          <a:prstGeom prst="line">
            <a:avLst/>
          </a:prstGeom>
          <a:noFill/>
          <a:ln w="9525" cap="flat" cmpd="sng" algn="ctr">
            <a:solidFill>
              <a:schemeClr val="tx1"/>
            </a:solidFill>
            <a:prstDash val="dash"/>
          </a:ln>
          <a:effectLst/>
        </p:spPr>
      </p:cxnSp>
      <p:cxnSp>
        <p:nvCxnSpPr>
          <p:cNvPr id="95" name="直接连接符 94">
            <a:extLst>
              <a:ext uri="{FF2B5EF4-FFF2-40B4-BE49-F238E27FC236}">
                <a16:creationId xmlns:a16="http://schemas.microsoft.com/office/drawing/2014/main" id="{946C735B-8C9D-4390-AF06-040CC3B29744}"/>
              </a:ext>
            </a:extLst>
          </p:cNvPr>
          <p:cNvCxnSpPr>
            <a:cxnSpLocks/>
          </p:cNvCxnSpPr>
          <p:nvPr/>
        </p:nvCxnSpPr>
        <p:spPr bwMode="gray">
          <a:xfrm flipH="1" flipV="1">
            <a:off x="3431307" y="5198500"/>
            <a:ext cx="708894" cy="380241"/>
          </a:xfrm>
          <a:prstGeom prst="line">
            <a:avLst/>
          </a:prstGeom>
          <a:noFill/>
          <a:ln w="9525" cap="flat" cmpd="sng" algn="ctr">
            <a:solidFill>
              <a:schemeClr val="tx1"/>
            </a:solidFill>
            <a:prstDash val="dash"/>
          </a:ln>
          <a:effectLst/>
        </p:spPr>
      </p:cxnSp>
      <p:cxnSp>
        <p:nvCxnSpPr>
          <p:cNvPr id="96" name="直接连接符 95">
            <a:extLst>
              <a:ext uri="{FF2B5EF4-FFF2-40B4-BE49-F238E27FC236}">
                <a16:creationId xmlns:a16="http://schemas.microsoft.com/office/drawing/2014/main" id="{6551A69E-21B7-496F-8CBB-270B1A621086}"/>
              </a:ext>
            </a:extLst>
          </p:cNvPr>
          <p:cNvCxnSpPr>
            <a:cxnSpLocks/>
          </p:cNvCxnSpPr>
          <p:nvPr/>
        </p:nvCxnSpPr>
        <p:spPr bwMode="gray">
          <a:xfrm flipV="1">
            <a:off x="1764413" y="5198500"/>
            <a:ext cx="1666893" cy="601173"/>
          </a:xfrm>
          <a:prstGeom prst="line">
            <a:avLst/>
          </a:prstGeom>
          <a:noFill/>
          <a:ln w="9525" cap="flat" cmpd="sng" algn="ctr">
            <a:solidFill>
              <a:schemeClr val="tx1"/>
            </a:solidFill>
            <a:prstDash val="dash"/>
          </a:ln>
          <a:effectLst/>
        </p:spPr>
      </p:cxnSp>
      <p:cxnSp>
        <p:nvCxnSpPr>
          <p:cNvPr id="97" name="直接连接符 96">
            <a:extLst>
              <a:ext uri="{FF2B5EF4-FFF2-40B4-BE49-F238E27FC236}">
                <a16:creationId xmlns:a16="http://schemas.microsoft.com/office/drawing/2014/main" id="{2429C6C4-A5A6-4E68-99FD-1DC296EDA778}"/>
              </a:ext>
            </a:extLst>
          </p:cNvPr>
          <p:cNvCxnSpPr>
            <a:cxnSpLocks/>
          </p:cNvCxnSpPr>
          <p:nvPr/>
        </p:nvCxnSpPr>
        <p:spPr bwMode="gray">
          <a:xfrm flipH="1" flipV="1">
            <a:off x="3431306" y="5198502"/>
            <a:ext cx="1936622" cy="570832"/>
          </a:xfrm>
          <a:prstGeom prst="line">
            <a:avLst/>
          </a:prstGeom>
          <a:noFill/>
          <a:ln w="9525" cap="flat" cmpd="sng" algn="ctr">
            <a:solidFill>
              <a:schemeClr val="tx1"/>
            </a:solidFill>
            <a:prstDash val="dash"/>
          </a:ln>
          <a:effectLst/>
        </p:spPr>
      </p:cxnSp>
      <p:pic>
        <p:nvPicPr>
          <p:cNvPr id="99" name="图片 98">
            <a:extLst>
              <a:ext uri="{FF2B5EF4-FFF2-40B4-BE49-F238E27FC236}">
                <a16:creationId xmlns:a16="http://schemas.microsoft.com/office/drawing/2014/main" id="{4EE305F2-3E21-42CA-9C2C-E737FE6AB37C}"/>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57389" y="5788965"/>
            <a:ext cx="469006" cy="384585"/>
          </a:xfrm>
          <a:prstGeom prst="rect">
            <a:avLst/>
          </a:prstGeom>
        </p:spPr>
      </p:pic>
      <p:pic>
        <p:nvPicPr>
          <p:cNvPr id="118" name="图片 117">
            <a:extLst>
              <a:ext uri="{FF2B5EF4-FFF2-40B4-BE49-F238E27FC236}">
                <a16:creationId xmlns:a16="http://schemas.microsoft.com/office/drawing/2014/main" id="{31FE73B8-DD92-42C4-A168-31093608B8B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00714" y="5520949"/>
            <a:ext cx="469006" cy="384585"/>
          </a:xfrm>
          <a:prstGeom prst="rect">
            <a:avLst/>
          </a:prstGeom>
        </p:spPr>
      </p:pic>
      <p:pic>
        <p:nvPicPr>
          <p:cNvPr id="120" name="图片 119">
            <a:extLst>
              <a:ext uri="{FF2B5EF4-FFF2-40B4-BE49-F238E27FC236}">
                <a16:creationId xmlns:a16="http://schemas.microsoft.com/office/drawing/2014/main" id="{321B3E23-1C7F-4E2B-BF42-17B1FBAA41D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803874" y="5520949"/>
            <a:ext cx="469006" cy="384585"/>
          </a:xfrm>
          <a:prstGeom prst="rect">
            <a:avLst/>
          </a:prstGeom>
        </p:spPr>
      </p:pic>
      <p:pic>
        <p:nvPicPr>
          <p:cNvPr id="121" name="图片 120">
            <a:extLst>
              <a:ext uri="{FF2B5EF4-FFF2-40B4-BE49-F238E27FC236}">
                <a16:creationId xmlns:a16="http://schemas.microsoft.com/office/drawing/2014/main" id="{D15D9318-DFD7-48FF-A31E-ABD540807998}"/>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093449" y="5728822"/>
            <a:ext cx="469006" cy="384585"/>
          </a:xfrm>
          <a:prstGeom prst="rect">
            <a:avLst/>
          </a:prstGeom>
        </p:spPr>
      </p:pic>
      <p:cxnSp>
        <p:nvCxnSpPr>
          <p:cNvPr id="122" name="直接连接符 121">
            <a:extLst>
              <a:ext uri="{FF2B5EF4-FFF2-40B4-BE49-F238E27FC236}">
                <a16:creationId xmlns:a16="http://schemas.microsoft.com/office/drawing/2014/main" id="{13230466-1276-4E74-833F-330F5C846EAD}"/>
              </a:ext>
            </a:extLst>
          </p:cNvPr>
          <p:cNvCxnSpPr>
            <a:cxnSpLocks/>
            <a:stCxn id="99" idx="3"/>
            <a:endCxn id="118" idx="1"/>
          </p:cNvCxnSpPr>
          <p:nvPr/>
        </p:nvCxnSpPr>
        <p:spPr bwMode="gray">
          <a:xfrm flipV="1">
            <a:off x="2026395" y="5713242"/>
            <a:ext cx="674319" cy="268016"/>
          </a:xfrm>
          <a:prstGeom prst="line">
            <a:avLst/>
          </a:prstGeom>
          <a:noFill/>
          <a:ln w="19050" cap="flat" cmpd="sng" algn="ctr">
            <a:solidFill>
              <a:sysClr val="window" lastClr="FFFFFF">
                <a:lumMod val="65000"/>
              </a:sysClr>
            </a:solidFill>
            <a:prstDash val="solid"/>
            <a:miter lim="800000"/>
          </a:ln>
          <a:effectLst/>
        </p:spPr>
      </p:cxnSp>
      <p:cxnSp>
        <p:nvCxnSpPr>
          <p:cNvPr id="123" name="直接连接符 122">
            <a:extLst>
              <a:ext uri="{FF2B5EF4-FFF2-40B4-BE49-F238E27FC236}">
                <a16:creationId xmlns:a16="http://schemas.microsoft.com/office/drawing/2014/main" id="{846CDC0E-DB88-40D7-BE6A-1954F0079275}"/>
              </a:ext>
            </a:extLst>
          </p:cNvPr>
          <p:cNvCxnSpPr>
            <a:cxnSpLocks/>
            <a:stCxn id="118" idx="3"/>
            <a:endCxn id="120" idx="1"/>
          </p:cNvCxnSpPr>
          <p:nvPr/>
        </p:nvCxnSpPr>
        <p:spPr bwMode="gray">
          <a:xfrm>
            <a:off x="3169720" y="5713242"/>
            <a:ext cx="634154" cy="0"/>
          </a:xfrm>
          <a:prstGeom prst="line">
            <a:avLst/>
          </a:prstGeom>
          <a:noFill/>
          <a:ln w="19050" cap="flat" cmpd="sng" algn="ctr">
            <a:solidFill>
              <a:sysClr val="window" lastClr="FFFFFF">
                <a:lumMod val="65000"/>
              </a:sysClr>
            </a:solidFill>
            <a:prstDash val="solid"/>
            <a:miter lim="800000"/>
          </a:ln>
          <a:effectLst/>
        </p:spPr>
      </p:cxnSp>
      <p:cxnSp>
        <p:nvCxnSpPr>
          <p:cNvPr id="124" name="直接连接符 123">
            <a:extLst>
              <a:ext uri="{FF2B5EF4-FFF2-40B4-BE49-F238E27FC236}">
                <a16:creationId xmlns:a16="http://schemas.microsoft.com/office/drawing/2014/main" id="{351A5E6C-00E9-4534-9259-EE53D673D56D}"/>
              </a:ext>
            </a:extLst>
          </p:cNvPr>
          <p:cNvCxnSpPr>
            <a:cxnSpLocks/>
            <a:stCxn id="120" idx="3"/>
            <a:endCxn id="121" idx="1"/>
          </p:cNvCxnSpPr>
          <p:nvPr/>
        </p:nvCxnSpPr>
        <p:spPr bwMode="gray">
          <a:xfrm>
            <a:off x="4272880" y="5713242"/>
            <a:ext cx="820569" cy="207873"/>
          </a:xfrm>
          <a:prstGeom prst="line">
            <a:avLst/>
          </a:prstGeom>
          <a:noFill/>
          <a:ln w="19050" cap="flat" cmpd="sng" algn="ctr">
            <a:solidFill>
              <a:sysClr val="window" lastClr="FFFFFF">
                <a:lumMod val="65000"/>
              </a:sysClr>
            </a:solidFill>
            <a:prstDash val="solid"/>
            <a:miter lim="800000"/>
          </a:ln>
          <a:effectLst/>
        </p:spPr>
      </p:cxnSp>
      <p:sp>
        <p:nvSpPr>
          <p:cNvPr id="125" name="矩形 124">
            <a:extLst>
              <a:ext uri="{FF2B5EF4-FFF2-40B4-BE49-F238E27FC236}">
                <a16:creationId xmlns:a16="http://schemas.microsoft.com/office/drawing/2014/main" id="{1E0889BA-0959-44E8-BB0F-13828B184A4A}"/>
              </a:ext>
            </a:extLst>
          </p:cNvPr>
          <p:cNvSpPr/>
          <p:nvPr/>
        </p:nvSpPr>
        <p:spPr bwMode="gray">
          <a:xfrm>
            <a:off x="6334139" y="1241022"/>
            <a:ext cx="5013589" cy="369188"/>
          </a:xfrm>
          <a:prstGeom prst="rect">
            <a:avLst/>
          </a:prstGeom>
        </p:spPr>
        <p:txBody>
          <a:bodyPr wrap="square">
            <a:spAutoFit/>
          </a:bodyPr>
          <a:lstStyle/>
          <a:p>
            <a:pPr marL="0" marR="0" lvl="0" indent="0" algn="ctr" defTabSz="1218956" eaLnBrk="1" fontAlgn="base" latinLnBrk="0" hangingPunct="1">
              <a:lnSpc>
                <a:spcPct val="100000"/>
              </a:lnSpc>
              <a:spcBef>
                <a:spcPct val="0"/>
              </a:spcBef>
              <a:spcAft>
                <a:spcPct val="0"/>
              </a:spcAft>
              <a:buClrTx/>
              <a:buSzTx/>
              <a:buFontTx/>
              <a:buNone/>
              <a:tabLst/>
              <a:defRPr/>
            </a:pPr>
            <a:r>
              <a:rPr kumimoji="0" lang="zh-CN" altLang="en-US" sz="1799" b="1" i="0" u="none" strike="noStrike" kern="0" cap="none" spc="0" normalizeH="0" baseline="0" noProof="0" dirty="0">
                <a:ln>
                  <a:noFill/>
                </a:ln>
                <a:effectLst/>
                <a:uLnTx/>
                <a:uFillTx/>
              </a:rPr>
              <a:t>执行流程</a:t>
            </a:r>
            <a:endParaRPr kumimoji="0" lang="en-US" altLang="zh-CN" sz="1799" b="1" i="0" u="none" strike="noStrike" kern="0" cap="none" spc="0" normalizeH="0" baseline="0" noProof="0" dirty="0">
              <a:ln>
                <a:noFill/>
              </a:ln>
              <a:effectLst/>
              <a:uLnTx/>
              <a:uFillTx/>
            </a:endParaRPr>
          </a:p>
        </p:txBody>
      </p:sp>
      <p:sp>
        <p:nvSpPr>
          <p:cNvPr id="58" name="椭圆 57">
            <a:extLst>
              <a:ext uri="{FF2B5EF4-FFF2-40B4-BE49-F238E27FC236}">
                <a16:creationId xmlns:a16="http://schemas.microsoft.com/office/drawing/2014/main" id="{AE7D72E3-15D8-4855-9C4A-25B28AC932A3}"/>
              </a:ext>
            </a:extLst>
          </p:cNvPr>
          <p:cNvSpPr/>
          <p:nvPr/>
        </p:nvSpPr>
        <p:spPr bwMode="gray">
          <a:xfrm>
            <a:off x="1774452" y="2494512"/>
            <a:ext cx="179977" cy="179977"/>
          </a:xfrm>
          <a:prstGeom prst="ellipse">
            <a:avLst/>
          </a:prstGeom>
          <a:solidFill>
            <a:srgbClr val="40BFC8"/>
          </a:solidFill>
          <a:ln w="25400" cap="flat" cmpd="sng" algn="ctr">
            <a:solidFill>
              <a:srgbClr val="40BFC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solidFill>
                  <a:srgbClr val="FFFFFF"/>
                </a:solidFill>
                <a:effectLst/>
                <a:uLnTx/>
                <a:uFillTx/>
              </a:rPr>
              <a:t>1</a:t>
            </a:r>
            <a:endParaRPr kumimoji="0" lang="zh-CN" altLang="en-US" sz="900" b="1" i="0"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770122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dirty="0">
                <a:sym typeface="Huawei Sans" panose="020C0503030203020204" pitchFamily="34" charset="0"/>
              </a:rPr>
              <a:t>(</a:t>
            </a:r>
            <a:r>
              <a:rPr lang="zh-CN" altLang="en-US" dirty="0">
                <a:sym typeface="Huawei Sans" panose="020C0503030203020204" pitchFamily="34" charset="0"/>
              </a:rPr>
              <a:t>简答题</a:t>
            </a:r>
            <a:r>
              <a:rPr lang="en-US" altLang="zh-CN" dirty="0">
                <a:sym typeface="Huawei Sans" panose="020C0503030203020204" pitchFamily="34" charset="0"/>
              </a:rPr>
              <a:t>)</a:t>
            </a:r>
            <a:r>
              <a:rPr lang="zh-CN" altLang="en-US" dirty="0">
                <a:sym typeface="Huawei Sans" panose="020C0503030203020204" pitchFamily="34" charset="0"/>
              </a:rPr>
              <a:t>华为</a:t>
            </a:r>
            <a:r>
              <a:rPr lang="en-US" altLang="zh-CN" dirty="0" err="1">
                <a:sym typeface="Huawei Sans" panose="020C0503030203020204" pitchFamily="34" charset="0"/>
              </a:rPr>
              <a:t>iMaster</a:t>
            </a:r>
            <a:r>
              <a:rPr lang="en-US" altLang="zh-CN" dirty="0">
                <a:sym typeface="Huawei Sans" panose="020C0503030203020204" pitchFamily="34" charset="0"/>
              </a:rPr>
              <a:t> NCE</a:t>
            </a:r>
            <a:r>
              <a:rPr lang="zh-CN" altLang="en-US" dirty="0">
                <a:sym typeface="Huawei Sans" panose="020C0503030203020204" pitchFamily="34" charset="0"/>
              </a:rPr>
              <a:t>业务开放可编程的核心功能包有？</a:t>
            </a:r>
            <a:endParaRPr lang="en-US" altLang="zh-CN" dirty="0">
              <a:sym typeface="Huawei Sans" panose="020C0503030203020204" pitchFamily="34" charset="0"/>
            </a:endParaRPr>
          </a:p>
          <a:p>
            <a:r>
              <a:rPr lang="en-US" altLang="zh-CN" dirty="0">
                <a:sym typeface="Huawei Sans" panose="020C0503030203020204" pitchFamily="34" charset="0"/>
              </a:rPr>
              <a:t>(</a:t>
            </a:r>
            <a:r>
              <a:rPr lang="zh-CN" altLang="en-US" dirty="0">
                <a:sym typeface="Huawei Sans" panose="020C0503030203020204" pitchFamily="34" charset="0"/>
              </a:rPr>
              <a:t>多选题</a:t>
            </a:r>
            <a:r>
              <a:rPr lang="en-US" altLang="zh-CN" dirty="0">
                <a:sym typeface="Huawei Sans" panose="020C0503030203020204" pitchFamily="34" charset="0"/>
              </a:rPr>
              <a:t>)</a:t>
            </a:r>
            <a:r>
              <a:rPr lang="zh-CN" altLang="en-US" dirty="0">
                <a:sym typeface="Huawei Sans" panose="020C0503030203020204" pitchFamily="34" charset="0"/>
              </a:rPr>
              <a:t>业务包中包含？</a:t>
            </a:r>
            <a:r>
              <a:rPr lang="en-US" altLang="zh-CN" dirty="0">
                <a:sym typeface="Huawei Sans" panose="020C0503030203020204" pitchFamily="34" charset="0"/>
              </a:rPr>
              <a:t>(     )</a:t>
            </a:r>
          </a:p>
          <a:p>
            <a:pPr lvl="1"/>
            <a:r>
              <a:rPr lang="zh-CN" altLang="en-US" dirty="0">
                <a:sym typeface="Huawei Sans" panose="020C0503030203020204" pitchFamily="34" charset="0"/>
              </a:rPr>
              <a:t>业务</a:t>
            </a:r>
            <a:r>
              <a:rPr lang="en-US" altLang="zh-CN" dirty="0">
                <a:sym typeface="Huawei Sans" panose="020C0503030203020204" pitchFamily="34" charset="0"/>
              </a:rPr>
              <a:t>YANG</a:t>
            </a:r>
            <a:r>
              <a:rPr lang="zh-CN" altLang="en-US" dirty="0">
                <a:sym typeface="Huawei Sans" panose="020C0503030203020204" pitchFamily="34" charset="0"/>
              </a:rPr>
              <a:t>模型</a:t>
            </a:r>
            <a:endParaRPr lang="en-US" altLang="zh-CN" dirty="0">
              <a:sym typeface="Huawei Sans" panose="020C0503030203020204" pitchFamily="34" charset="0"/>
            </a:endParaRPr>
          </a:p>
          <a:p>
            <a:pPr lvl="1"/>
            <a:r>
              <a:rPr lang="zh-CN" altLang="en-US" dirty="0">
                <a:sym typeface="Huawei Sans" panose="020C0503030203020204" pitchFamily="34" charset="0"/>
              </a:rPr>
              <a:t>设备</a:t>
            </a:r>
            <a:r>
              <a:rPr lang="en-US" altLang="zh-CN" dirty="0">
                <a:sym typeface="Huawei Sans" panose="020C0503030203020204" pitchFamily="34" charset="0"/>
              </a:rPr>
              <a:t>YANG</a:t>
            </a:r>
            <a:r>
              <a:rPr lang="zh-CN" altLang="en-US" dirty="0">
                <a:sym typeface="Huawei Sans" panose="020C0503030203020204" pitchFamily="34" charset="0"/>
              </a:rPr>
              <a:t>模型</a:t>
            </a:r>
            <a:endParaRPr lang="en-US" altLang="zh-CN" dirty="0">
              <a:sym typeface="Huawei Sans" panose="020C0503030203020204" pitchFamily="34" charset="0"/>
            </a:endParaRPr>
          </a:p>
          <a:p>
            <a:pPr lvl="1"/>
            <a:r>
              <a:rPr lang="en-US" altLang="zh-CN" dirty="0">
                <a:sym typeface="Huawei Sans" panose="020C0503030203020204" pitchFamily="34" charset="0"/>
              </a:rPr>
              <a:t>Jinaji2</a:t>
            </a:r>
            <a:r>
              <a:rPr lang="zh-CN" altLang="en-US" dirty="0">
                <a:sym typeface="Huawei Sans" panose="020C0503030203020204" pitchFamily="34" charset="0"/>
              </a:rPr>
              <a:t>模板</a:t>
            </a:r>
            <a:endParaRPr lang="en-US" altLang="zh-CN" dirty="0">
              <a:sym typeface="Huawei Sans" panose="020C0503030203020204" pitchFamily="34" charset="0"/>
            </a:endParaRPr>
          </a:p>
          <a:p>
            <a:pPr lvl="1"/>
            <a:r>
              <a:rPr lang="en-US" altLang="zh-CN" dirty="0">
                <a:sym typeface="Huawei Sans" panose="020C0503030203020204" pitchFamily="34" charset="0"/>
              </a:rPr>
              <a:t>Python</a:t>
            </a:r>
            <a:r>
              <a:rPr lang="zh-CN" altLang="en-US" dirty="0">
                <a:sym typeface="Huawei Sans" panose="020C0503030203020204" pitchFamily="34" charset="0"/>
              </a:rPr>
              <a:t>映射脚本</a:t>
            </a:r>
          </a:p>
        </p:txBody>
      </p:sp>
    </p:spTree>
    <p:extLst>
      <p:ext uri="{BB962C8B-B14F-4D97-AF65-F5344CB8AC3E}">
        <p14:creationId xmlns:p14="http://schemas.microsoft.com/office/powerpoint/2010/main" val="39339576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bwMode="gray"/>
        <p:txBody>
          <a:bodyPr/>
          <a:lstStyle/>
          <a:p>
            <a:r>
              <a:rPr lang="zh-CN" altLang="en-US">
                <a:sym typeface="Huawei Sans" panose="020C0503030203020204" pitchFamily="34" charset="0"/>
              </a:rPr>
              <a:t>网络业务开放可编程是网络产业发展的必经之路，使能网络从业者具备网络业务开放可编程能力是打造开放网络生态的基石。</a:t>
            </a:r>
            <a:endParaRPr lang="en-US" altLang="zh-CN">
              <a:sym typeface="Huawei Sans" panose="020C0503030203020204" pitchFamily="34" charset="0"/>
            </a:endParaRPr>
          </a:p>
          <a:p>
            <a:r>
              <a:rPr lang="zh-CN" altLang="en-US">
                <a:sym typeface="Huawei Sans" panose="020C0503030203020204" pitchFamily="34" charset="0"/>
              </a:rPr>
              <a:t>华为</a:t>
            </a:r>
            <a:r>
              <a:rPr lang="en-US" altLang="zh-CN">
                <a:sym typeface="Huawei Sans" panose="020C0503030203020204" pitchFamily="34" charset="0"/>
              </a:rPr>
              <a:t>iMaster NCE</a:t>
            </a:r>
            <a:r>
              <a:rPr lang="zh-CN" altLang="en-US">
                <a:sym typeface="Huawei Sans" panose="020C0503030203020204" pitchFamily="34" charset="0"/>
              </a:rPr>
              <a:t>业务开放可编程系统是华为在网络开放可编程领域的实践，用户可以通过编写网元驱动包（</a:t>
            </a:r>
            <a:r>
              <a:rPr lang="en-US" altLang="zh-CN">
                <a:sym typeface="Huawei Sans" panose="020C0503030203020204" pitchFamily="34" charset="0"/>
              </a:rPr>
              <a:t>SND</a:t>
            </a:r>
            <a:r>
              <a:rPr lang="zh-CN" altLang="en-US">
                <a:sym typeface="Huawei Sans" panose="020C0503030203020204" pitchFamily="34" charset="0"/>
              </a:rPr>
              <a:t>）和业务包（</a:t>
            </a:r>
            <a:r>
              <a:rPr lang="en-US" altLang="zh-CN">
                <a:sym typeface="Huawei Sans" panose="020C0503030203020204" pitchFamily="34" charset="0"/>
              </a:rPr>
              <a:t>SSP</a:t>
            </a:r>
            <a:r>
              <a:rPr lang="zh-CN" altLang="en-US">
                <a:sym typeface="Huawei Sans" panose="020C0503030203020204" pitchFamily="34" charset="0"/>
              </a:rPr>
              <a:t>）实现新设备的快速对接和新业务的快速构建。</a:t>
            </a:r>
            <a:endParaRPr lang="en-US" altLang="zh-CN">
              <a:sym typeface="Huawei Sans" panose="020C0503030203020204" pitchFamily="34" charset="0"/>
            </a:endParaRPr>
          </a:p>
          <a:p>
            <a:r>
              <a:rPr lang="zh-CN" altLang="en-US">
                <a:sym typeface="Huawei Sans" panose="020C0503030203020204" pitchFamily="34" charset="0"/>
              </a:rPr>
              <a:t>本章节的学习需要学员有较好的</a:t>
            </a:r>
            <a:r>
              <a:rPr lang="en-US" altLang="zh-CN">
                <a:sym typeface="Huawei Sans" panose="020C0503030203020204" pitchFamily="34" charset="0"/>
              </a:rPr>
              <a:t>Python</a:t>
            </a:r>
            <a:r>
              <a:rPr lang="zh-CN" altLang="en-US">
                <a:sym typeface="Huawei Sans" panose="020C0503030203020204" pitchFamily="34" charset="0"/>
              </a:rPr>
              <a:t>、</a:t>
            </a:r>
            <a:r>
              <a:rPr lang="en-US" altLang="zh-CN">
                <a:sym typeface="Huawei Sans" panose="020C0503030203020204" pitchFamily="34" charset="0"/>
              </a:rPr>
              <a:t>NETCONF</a:t>
            </a:r>
            <a:r>
              <a:rPr lang="zh-CN" altLang="en-US">
                <a:sym typeface="Huawei Sans" panose="020C0503030203020204" pitchFamily="34" charset="0"/>
              </a:rPr>
              <a:t>、</a:t>
            </a:r>
            <a:r>
              <a:rPr lang="en-US" altLang="zh-CN">
                <a:sym typeface="Huawei Sans" panose="020C0503030203020204" pitchFamily="34" charset="0"/>
              </a:rPr>
              <a:t>YANG</a:t>
            </a:r>
            <a:r>
              <a:rPr lang="zh-CN" altLang="en-US">
                <a:sym typeface="Huawei Sans" panose="020C0503030203020204" pitchFamily="34" charset="0"/>
              </a:rPr>
              <a:t>、</a:t>
            </a:r>
            <a:r>
              <a:rPr lang="en-US" altLang="zh-CN">
                <a:sym typeface="Huawei Sans" panose="020C0503030203020204" pitchFamily="34" charset="0"/>
              </a:rPr>
              <a:t>Jinja2</a:t>
            </a:r>
            <a:r>
              <a:rPr lang="zh-CN" altLang="en-US">
                <a:sym typeface="Huawei Sans" panose="020C0503030203020204" pitchFamily="34" charset="0"/>
              </a:rPr>
              <a:t>等技术基础。</a:t>
            </a:r>
            <a:endParaRPr lang="en-US" altLang="zh-CN" dirty="0">
              <a:sym typeface="Huawei Sans" panose="020C0503030203020204" pitchFamily="34" charset="0"/>
            </a:endParaRPr>
          </a:p>
        </p:txBody>
      </p:sp>
    </p:spTree>
    <p:extLst>
      <p:ext uri="{BB962C8B-B14F-4D97-AF65-F5344CB8AC3E}">
        <p14:creationId xmlns:p14="http://schemas.microsoft.com/office/powerpoint/2010/main" val="32778744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a:sym typeface="Huawei Sans" panose="020C0503030203020204" pitchFamily="34" charset="0"/>
              </a:rPr>
              <a:t>登录华为云开发者社区，进入“数通网络开放可编程”页签，可以获取相关工具和文档。</a:t>
            </a:r>
            <a:r>
              <a:rPr lang="en-US" altLang="zh-CN">
                <a:sym typeface="Huawei Sans" panose="020C0503030203020204" pitchFamily="34" charset="0"/>
              </a:rPr>
              <a:t>https://developer.huaweicloud.com/resource/network.html#AOC</a:t>
            </a:r>
          </a:p>
          <a:p>
            <a:r>
              <a:rPr lang="zh-CN" altLang="en-US">
                <a:sym typeface="Huawei Sans" panose="020C0503030203020204" pitchFamily="34" charset="0"/>
              </a:rPr>
              <a:t>重点文档包括：</a:t>
            </a:r>
            <a:endParaRPr lang="en-US" altLang="zh-CN">
              <a:sym typeface="Huawei Sans" panose="020C0503030203020204" pitchFamily="34" charset="0"/>
            </a:endParaRPr>
          </a:p>
          <a:p>
            <a:pPr lvl="1"/>
            <a:r>
              <a:rPr lang="en-US" altLang="zh-CN">
                <a:sym typeface="Huawei Sans" panose="020C0503030203020204" pitchFamily="34" charset="0"/>
              </a:rPr>
              <a:t>《</a:t>
            </a:r>
            <a:r>
              <a:rPr lang="zh-CN" altLang="en-US">
                <a:sym typeface="Huawei Sans" panose="020C0503030203020204" pitchFamily="34" charset="0"/>
              </a:rPr>
              <a:t>数通网络开放可编程开发指南</a:t>
            </a:r>
            <a:r>
              <a:rPr lang="en-US" altLang="zh-CN">
                <a:sym typeface="Huawei Sans" panose="020C0503030203020204" pitchFamily="34" charset="0"/>
              </a:rPr>
              <a:t>》</a:t>
            </a:r>
            <a:r>
              <a:rPr lang="zh-CN" altLang="en-US">
                <a:sym typeface="Huawei Sans" panose="020C0503030203020204" pitchFamily="34" charset="0"/>
              </a:rPr>
              <a:t>：介绍相关驱动包的开发流程和开发方法，指导开发者完成</a:t>
            </a:r>
            <a:r>
              <a:rPr lang="en-US" altLang="zh-CN">
                <a:sym typeface="Huawei Sans" panose="020C0503030203020204" pitchFamily="34" charset="0"/>
              </a:rPr>
              <a:t>SND</a:t>
            </a:r>
            <a:r>
              <a:rPr lang="zh-CN" altLang="en-US">
                <a:sym typeface="Huawei Sans" panose="020C0503030203020204" pitchFamily="34" charset="0"/>
              </a:rPr>
              <a:t>包、</a:t>
            </a:r>
            <a:r>
              <a:rPr lang="en-US" altLang="zh-CN">
                <a:sym typeface="Huawei Sans" panose="020C0503030203020204" pitchFamily="34" charset="0"/>
              </a:rPr>
              <a:t>SSP</a:t>
            </a:r>
            <a:r>
              <a:rPr lang="zh-CN" altLang="en-US">
                <a:sym typeface="Huawei Sans" panose="020C0503030203020204" pitchFamily="34" charset="0"/>
              </a:rPr>
              <a:t>包的开发，并加载到系统中，自动生成配置页面和北向接口。</a:t>
            </a:r>
            <a:endParaRPr lang="en-US" altLang="zh-CN">
              <a:sym typeface="Huawei Sans" panose="020C0503030203020204" pitchFamily="34" charset="0"/>
            </a:endParaRPr>
          </a:p>
          <a:p>
            <a:pPr lvl="1"/>
            <a:r>
              <a:rPr lang="en-US" altLang="zh-CN">
                <a:sym typeface="Huawei Sans" panose="020C0503030203020204" pitchFamily="34" charset="0"/>
              </a:rPr>
              <a:t>《</a:t>
            </a:r>
            <a:r>
              <a:rPr lang="zh-CN" altLang="en-US">
                <a:sym typeface="Huawei Sans" panose="020C0503030203020204" pitchFamily="34" charset="0"/>
              </a:rPr>
              <a:t>数通网络开放可编程用户指南</a:t>
            </a:r>
            <a:r>
              <a:rPr lang="en-US" altLang="zh-CN">
                <a:sym typeface="Huawei Sans" panose="020C0503030203020204" pitchFamily="34" charset="0"/>
              </a:rPr>
              <a:t>》</a:t>
            </a:r>
            <a:r>
              <a:rPr lang="zh-CN" altLang="en-US">
                <a:sym typeface="Huawei Sans" panose="020C0503030203020204" pitchFamily="34" charset="0"/>
              </a:rPr>
              <a:t>：介绍配置页面和北向接口的相关操作，指导运维人员完成设备配置、业务配置的下发。</a:t>
            </a:r>
            <a:endParaRPr lang="en-US" altLang="zh-CN" dirty="0">
              <a:sym typeface="Huawei Sans" panose="020C0503030203020204" pitchFamily="34" charset="0"/>
            </a:endParaRPr>
          </a:p>
        </p:txBody>
      </p:sp>
    </p:spTree>
    <p:extLst>
      <p:ext uri="{BB962C8B-B14F-4D97-AF65-F5344CB8AC3E}">
        <p14:creationId xmlns:p14="http://schemas.microsoft.com/office/powerpoint/2010/main" val="23860936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a:t>更多</a:t>
            </a:r>
            <a:r>
              <a:rPr lang="en-US" altLang="zh-CN"/>
              <a:t>Jinja2</a:t>
            </a:r>
            <a:r>
              <a:rPr lang="zh-CN" altLang="en-US"/>
              <a:t>学习请参考</a:t>
            </a:r>
            <a:r>
              <a:rPr lang="en-US" altLang="zh-CN"/>
              <a:t>https://jinja.palletsprojects.com/en/2.11.x/</a:t>
            </a:r>
            <a:endParaRPr lang="zh-CN" altLang="en-US" dirty="0">
              <a:sym typeface="Huawei Sans" panose="020C0503030203020204" pitchFamily="34" charset="0"/>
            </a:endParaRPr>
          </a:p>
        </p:txBody>
      </p:sp>
    </p:spTree>
    <p:extLst>
      <p:ext uri="{BB962C8B-B14F-4D97-AF65-F5344CB8AC3E}">
        <p14:creationId xmlns:p14="http://schemas.microsoft.com/office/powerpoint/2010/main" val="19360416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9989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12933"/>
</p:tagLst>
</file>

<file path=ppt/tags/tag2.xml><?xml version="1.0" encoding="utf-8"?>
<p:tagLst xmlns:a="http://schemas.openxmlformats.org/drawingml/2006/main" xmlns:r="http://schemas.openxmlformats.org/officeDocument/2006/relationships" xmlns:p="http://schemas.openxmlformats.org/presentationml/2006/main">
  <p:tag name="AS_UNIQUEID" val="12933"/>
</p:tagLst>
</file>

<file path=ppt/tags/tag3.xml><?xml version="1.0" encoding="utf-8"?>
<p:tagLst xmlns:a="http://schemas.openxmlformats.org/drawingml/2006/main" xmlns:r="http://schemas.openxmlformats.org/officeDocument/2006/relationships" xmlns:p="http://schemas.openxmlformats.org/presentationml/2006/main">
  <p:tag name="AS_UNIQUEID" val="12933"/>
</p:tagLst>
</file>

<file path=ppt/tags/tag4.xml><?xml version="1.0" encoding="utf-8"?>
<p:tagLst xmlns:a="http://schemas.openxmlformats.org/drawingml/2006/main" xmlns:r="http://schemas.openxmlformats.org/officeDocument/2006/relationships" xmlns:p="http://schemas.openxmlformats.org/presentationml/2006/main">
  <p:tag name="AS_UNIQUEID" val="12933"/>
</p:tagLst>
</file>

<file path=ppt/tags/tag5.xml><?xml version="1.0" encoding="utf-8"?>
<p:tagLst xmlns:a="http://schemas.openxmlformats.org/drawingml/2006/main" xmlns:r="http://schemas.openxmlformats.org/officeDocument/2006/relationships" xmlns:p="http://schemas.openxmlformats.org/presentationml/2006/main">
  <p:tag name="AS_UNIQUEID" val="12933"/>
</p:tagLst>
</file>

<file path=ppt/tags/tag6.xml><?xml version="1.0" encoding="utf-8"?>
<p:tagLst xmlns:a="http://schemas.openxmlformats.org/drawingml/2006/main" xmlns:r="http://schemas.openxmlformats.org/officeDocument/2006/relationships" xmlns:p="http://schemas.openxmlformats.org/presentationml/2006/main">
  <p:tag name="AS_UNIQUEID" val="12933"/>
</p:tagLst>
</file>

<file path=ppt/tags/tag7.xml><?xml version="1.0" encoding="utf-8"?>
<p:tagLst xmlns:a="http://schemas.openxmlformats.org/drawingml/2006/main" xmlns:r="http://schemas.openxmlformats.org/officeDocument/2006/relationships" xmlns:p="http://schemas.openxmlformats.org/presentationml/2006/main">
  <p:tag name="AS_UNIQUEID" val="12933"/>
</p:tagLst>
</file>

<file path=ppt/tags/tag8.xml><?xml version="1.0" encoding="utf-8"?>
<p:tagLst xmlns:a="http://schemas.openxmlformats.org/drawingml/2006/main" xmlns:r="http://schemas.openxmlformats.org/officeDocument/2006/relationships" xmlns:p="http://schemas.openxmlformats.org/presentationml/2006/main">
  <p:tag name="AS_UNIQUEID" val="12933"/>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5960F2-6186-408B-A0DC-5CA5E58B604F}">
  <ds:schemaRefs>
    <ds:schemaRef ds:uri="http://purl.org/dc/terms/"/>
    <ds:schemaRef ds:uri="http://www.w3.org/XML/1998/namespace"/>
    <ds:schemaRef ds:uri="http://purl.org/dc/dcmitype/"/>
    <ds:schemaRef ds:uri="http://schemas.microsoft.com/office/2006/metadata/properties"/>
    <ds:schemaRef ds:uri="http://schemas.openxmlformats.org/package/2006/metadata/core-properties"/>
    <ds:schemaRef ds:uri="http://schemas.microsoft.com/office/2006/documentManagement/types"/>
    <ds:schemaRef ds:uri="http://schemas.microsoft.com/office/infopath/2007/PartnerControls"/>
    <ds:schemaRef ds:uri="475f1e55-3009-46d8-9566-5d569a2b3a98"/>
    <ds:schemaRef ds:uri="http://purl.org/dc/elements/1.1/"/>
  </ds:schemaRefs>
</ds:datastoreItem>
</file>

<file path=customXml/itemProps2.xml><?xml version="1.0" encoding="utf-8"?>
<ds:datastoreItem xmlns:ds="http://schemas.openxmlformats.org/officeDocument/2006/customXml" ds:itemID="{E236A4DB-4E34-4080-9B19-DA97C2E48F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13785</TotalTime>
  <Words>8253</Words>
  <Application>Microsoft Office PowerPoint</Application>
  <PresentationFormat>宽屏</PresentationFormat>
  <Paragraphs>915</Paragraphs>
  <Slides>46</Slides>
  <Notes>46</Notes>
  <HiddenSlides>2</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46</vt:i4>
      </vt:variant>
    </vt:vector>
  </HeadingPairs>
  <TitlesOfParts>
    <vt:vector size="57" baseType="lpstr">
      <vt:lpstr>FrutigerNext LT Regular</vt:lpstr>
      <vt:lpstr>Huawei Sans</vt:lpstr>
      <vt:lpstr>方正兰亭黑简体</vt:lpstr>
      <vt:lpstr>Microsoft YaHei</vt:lpstr>
      <vt:lpstr>Microsoft YaHei</vt:lpstr>
      <vt:lpstr>Arial</vt:lpstr>
      <vt:lpstr>Wingdings</vt:lpstr>
      <vt:lpstr>2_标题页模板</vt:lpstr>
      <vt:lpstr>3_功能页模板</vt:lpstr>
      <vt:lpstr>4_内容页模板</vt:lpstr>
      <vt:lpstr>5_感谢页模板</vt:lpstr>
      <vt:lpstr>PowerPoint 演示文稿</vt:lpstr>
      <vt:lpstr>iMaster NCE业务开放可编程</vt:lpstr>
      <vt:lpstr>PowerPoint 演示文稿</vt:lpstr>
      <vt:lpstr>PowerPoint 演示文稿</vt:lpstr>
      <vt:lpstr>PowerPoint 演示文稿</vt:lpstr>
      <vt:lpstr>背景：5G/云时代网络运维的调整</vt:lpstr>
      <vt:lpstr>从命令行迈向全自动化</vt:lpstr>
      <vt:lpstr>PowerPoint 演示文稿</vt:lpstr>
      <vt:lpstr>华为NCE业务开放可编程实践</vt:lpstr>
      <vt:lpstr>PowerPoint 演示文稿</vt:lpstr>
      <vt:lpstr>NCE业务开放可编程简介(1)</vt:lpstr>
      <vt:lpstr>NCE业务开放可编程简介(2)</vt:lpstr>
      <vt:lpstr>NCE业务开放可编程架构</vt:lpstr>
      <vt:lpstr>NCE业务开放可编程原理</vt:lpstr>
      <vt:lpstr>NCE业务开放可编程开发流程</vt:lpstr>
      <vt:lpstr>PowerPoint 演示文稿</vt:lpstr>
      <vt:lpstr>NCE业务开放可编程关键能力</vt:lpstr>
      <vt:lpstr>设备能力开放</vt:lpstr>
      <vt:lpstr>业务能力开放</vt:lpstr>
      <vt:lpstr>多协议对接</vt:lpstr>
      <vt:lpstr>业务层屏蔽底层设备差异</vt:lpstr>
      <vt:lpstr>批量配置</vt:lpstr>
      <vt:lpstr>事务机制</vt:lpstr>
      <vt:lpstr>业务冲突检测</vt:lpstr>
      <vt:lpstr>安全审计</vt:lpstr>
      <vt:lpstr>PowerPoint 演示文稿</vt:lpstr>
      <vt:lpstr>功能包</vt:lpstr>
      <vt:lpstr>包映射机制</vt:lpstr>
      <vt:lpstr>NETCONF协议</vt:lpstr>
      <vt:lpstr>YANG模型</vt:lpstr>
      <vt:lpstr>YANG：数据节点</vt:lpstr>
      <vt:lpstr>YANG：数据和数据类型</vt:lpstr>
      <vt:lpstr>YANG：重用&amp;选择</vt:lpstr>
      <vt:lpstr>YANG：操作</vt:lpstr>
      <vt:lpstr>模板语言Jinja2</vt:lpstr>
      <vt:lpstr>PowerPoint 演示文稿</vt:lpstr>
      <vt:lpstr>用例1：快速对接新设备，自动生成北向接口</vt:lpstr>
      <vt:lpstr>用例2：快速构建新业务，自动生成北向接口</vt:lpstr>
      <vt:lpstr>用例3：批量下发配置</vt:lpstr>
      <vt:lpstr>用例4：使用dryRun提前检查下发配置的正确性</vt:lpstr>
      <vt:lpstr>用例5：业务配置冲突自动检测</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613</cp:revision>
  <cp:lastPrinted>2020-07-31T09:33:18Z</cp:lastPrinted>
  <dcterms:created xsi:type="dcterms:W3CDTF">2018-11-29T10:16:29Z</dcterms:created>
  <dcterms:modified xsi:type="dcterms:W3CDTF">2023-12-09T06:12:28Z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(3)w26bzJgZ9lPDL5f0ReiYCr/W6ZyFRm2ck2APaBU1aKiFf4/haNM0vWBwsV3KU0sYj7TFhE62
b8QwKMBIM3rglclQMeM0iIKQ36eKal+z4/If1j2kMcQJ8XRv/KnelKr7qM7Kq94Jams3DG6Y
X2QH3MeMJfpa0R92yaRvDNQ9E/9FzzcH3DtPox+m2taxuUXtQ+5DSqRqlgOKn6L/wh9no4kA
vUOyegw/edTx3o0mBM</vt:lpwstr>
  </property>
  <property fmtid="{D5CDD505-2E9C-101B-9397-08002B2CF9AE}" pid="3" name="_2015_ms_pID_7253431">
    <vt:lpwstr>nZMxAR5f3SRwDX3NXEGqr9zXuetf2DxZsx4M7k0JebpXsLDO3rLZUH
+TqWx8OuBphSbFieLqw+AOhIWmqoJ1Zj8nN6VxBHtSq9HkOqq9sPui06nBAbKxdSFVgqenun
OE3G0TuC7us3RaxLJoMKnzjt0PkS/08dG37bBiAAinyjiarxXUK8R8A3DNrmmcEdNdzQQYLJ
GJnNJD7dwEC2b//CK7yJpCxOoIr6b/23VrCJ</vt:lpwstr>
  </property>
  <property fmtid="{D5CDD505-2E9C-101B-9397-08002B2CF9AE}" pid="4" name="_2015_ms_pID_7253432">
    <vt:lpwstr>FQ==</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1635381638</vt:lpwstr>
  </property>
</Properties>
</file>